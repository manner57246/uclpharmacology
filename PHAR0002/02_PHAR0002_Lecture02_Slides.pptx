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937DC9-D1AB-42C6-A0A0-20609F3C2759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spcBef>
                <a:spcPts val="62"/>
              </a:spcBef>
              <a:spcAft>
                <a:spcPts val="62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spcBef>
                <a:spcPts val="62"/>
              </a:spcBef>
              <a:spcAft>
                <a:spcPts val="62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680" cy="4518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8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343080" lvl="1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343080" lvl="2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343080" lvl="3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343080" lvl="4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marL="343080" lvl="5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marL="343080" lvl="6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8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1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2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3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4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5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6" indent="-343080" algn="l">
              <a:spcBef>
                <a:spcPts val="862"/>
              </a:spcBef>
              <a:spcAft>
                <a:spcPts val="62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655272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1C05D43E-9EA8-417E-A07D-F6C6BE47633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/>
          <p:nvPr/>
        </p:nvPicPr>
        <p:blipFill>
          <a:blip r:embed="rId1"/>
          <a:stretch/>
        </p:blipFill>
        <p:spPr>
          <a:xfrm>
            <a:off x="1047600" y="1841400"/>
            <a:ext cx="7182000" cy="84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3063960" y="3357720"/>
            <a:ext cx="2786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Dr David Benton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"/>
          <p:cNvGrpSpPr/>
          <p:nvPr/>
        </p:nvGrpSpPr>
        <p:grpSpPr>
          <a:xfrm>
            <a:off x="5361840" y="2565360"/>
            <a:ext cx="2872080" cy="1294560"/>
            <a:chOff x="5361840" y="2565360"/>
            <a:chExt cx="2872080" cy="1294560"/>
          </a:xfrm>
        </p:grpSpPr>
        <p:grpSp>
          <p:nvGrpSpPr>
            <p:cNvPr id="10" name=""/>
            <p:cNvGrpSpPr/>
            <p:nvPr/>
          </p:nvGrpSpPr>
          <p:grpSpPr>
            <a:xfrm>
              <a:off x="5361840" y="2565360"/>
              <a:ext cx="1540080" cy="1294560"/>
              <a:chOff x="5361840" y="2565360"/>
              <a:chExt cx="1540080" cy="1294560"/>
            </a:xfrm>
          </p:grpSpPr>
          <p:sp>
            <p:nvSpPr>
              <p:cNvPr id="11" name=""/>
              <p:cNvSpPr/>
              <p:nvPr/>
            </p:nvSpPr>
            <p:spPr>
              <a:xfrm rot="2040000">
                <a:off x="5932440" y="2918160"/>
                <a:ext cx="208080" cy="966240"/>
              </a:xfrm>
              <a:prstGeom prst="can">
                <a:avLst>
                  <a:gd name="adj" fmla="val 4995"/>
                </a:avLst>
              </a:prstGeom>
              <a:solidFill>
                <a:srgbClr val="92D050"/>
              </a:solidFill>
              <a:ln w="25560">
                <a:solidFill>
                  <a:srgbClr val="92D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5361840" y="2565360"/>
                <a:ext cx="154008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62"/>
                  </a:spcBef>
                  <a:spcAft>
                    <a:spcPts val="62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Transmission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" name=""/>
            <p:cNvSpPr/>
            <p:nvPr/>
          </p:nvSpPr>
          <p:spPr>
            <a:xfrm>
              <a:off x="6300000" y="3348000"/>
              <a:ext cx="19339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Voluntary muscle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" name=""/>
          <p:cNvSpPr/>
          <p:nvPr/>
        </p:nvSpPr>
        <p:spPr>
          <a:xfrm>
            <a:off x="3743280" y="457200"/>
            <a:ext cx="11084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PLAN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" name=""/>
          <p:cNvGrpSpPr/>
          <p:nvPr/>
        </p:nvGrpSpPr>
        <p:grpSpPr>
          <a:xfrm>
            <a:off x="699840" y="1630440"/>
            <a:ext cx="4991400" cy="3014640"/>
            <a:chOff x="699840" y="1630440"/>
            <a:chExt cx="4991400" cy="3014640"/>
          </a:xfrm>
        </p:grpSpPr>
        <p:grpSp>
          <p:nvGrpSpPr>
            <p:cNvPr id="16" name=""/>
            <p:cNvGrpSpPr/>
            <p:nvPr/>
          </p:nvGrpSpPr>
          <p:grpSpPr>
            <a:xfrm>
              <a:off x="1260360" y="2608200"/>
              <a:ext cx="4430880" cy="2036880"/>
              <a:chOff x="1260360" y="2608200"/>
              <a:chExt cx="4430880" cy="2036880"/>
            </a:xfrm>
          </p:grpSpPr>
          <p:sp>
            <p:nvSpPr>
              <p:cNvPr id="17" name=""/>
              <p:cNvSpPr/>
              <p:nvPr/>
            </p:nvSpPr>
            <p:spPr>
              <a:xfrm rot="5400000">
                <a:off x="2025720" y="3259800"/>
                <a:ext cx="424080" cy="352440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1260360" y="2608200"/>
                <a:ext cx="803520" cy="652680"/>
              </a:xfrm>
              <a:custGeom>
                <a:avLst/>
                <a:gdLst>
                  <a:gd name="GluePoint1X" fmla="*/ 0 w 811033"/>
                  <a:gd name="GluePoint1Y" fmla="*/ 0 h 659958"/>
                  <a:gd name="GluePoint2X" fmla="*/ 636359 w 811033"/>
                  <a:gd name="GluePoint2Y" fmla="*/ 246707 h 659958"/>
                  <a:gd name="GluePoint3X" fmla="*/ 811358 w 811033"/>
                  <a:gd name="GluePoint3Y" fmla="*/ 660540 h 659958"/>
                  <a:gd name="GluePoint4X" fmla="*/ 811358 w 811033"/>
                  <a:gd name="GluePoint4Y" fmla="*/ 660540 h 65995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811033" h="659958">
                    <a:moveTo>
                      <a:pt x="0" y="0"/>
                    </a:moveTo>
                    <a:cubicBezTo>
                      <a:pt x="250466" y="68248"/>
                      <a:pt x="500932" y="136497"/>
                      <a:pt x="636104" y="246490"/>
                    </a:cubicBezTo>
                    <a:cubicBezTo>
                      <a:pt x="771276" y="356483"/>
                      <a:pt x="811033" y="659958"/>
                      <a:pt x="811033" y="659958"/>
                    </a:cubicBezTo>
                    <a:lnTo>
                      <a:pt x="811033" y="659958"/>
                    </a:lnTo>
                  </a:path>
                </a:pathLst>
              </a:custGeom>
              <a:noFill/>
              <a:ln w="1908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1260360" y="3673440"/>
                <a:ext cx="833400" cy="971640"/>
              </a:xfrm>
              <a:custGeom>
                <a:avLst/>
                <a:gdLst>
                  <a:gd name="GluePoint1X" fmla="*/ 802582 w 658633"/>
                  <a:gd name="GluePoint1Y" fmla="*/ 0 h 834887"/>
                  <a:gd name="GluePoint2X" fmla="*/ 802582 w 658633"/>
                  <a:gd name="GluePoint2Y" fmla="*/ 410540 h 834887"/>
                  <a:gd name="GluePoint3X" fmla="*/ 568919 w 658633"/>
                  <a:gd name="GluePoint3Y" fmla="*/ 681122 h 834887"/>
                  <a:gd name="GluePoint4X" fmla="*/ 0 w 658633"/>
                  <a:gd name="GluePoint4Y" fmla="*/ 979695 h 834887"/>
                  <a:gd name="GluePoint5X" fmla="*/ 0 w 658633"/>
                  <a:gd name="GluePoint5Y" fmla="*/ 979695 h 83488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l" t="t" r="r" b="b"/>
                <a:pathLst>
                  <a:path w="658633" h="834887">
                    <a:moveTo>
                      <a:pt x="628153" y="0"/>
                    </a:moveTo>
                    <a:cubicBezTo>
                      <a:pt x="643393" y="126558"/>
                      <a:pt x="658633" y="253117"/>
                      <a:pt x="628153" y="349858"/>
                    </a:cubicBezTo>
                    <a:cubicBezTo>
                      <a:pt x="597673" y="446599"/>
                      <a:pt x="549965" y="499608"/>
                      <a:pt x="445273" y="580446"/>
                    </a:cubicBezTo>
                    <a:cubicBezTo>
                      <a:pt x="340581" y="661284"/>
                      <a:pt x="0" y="834887"/>
                      <a:pt x="0" y="834887"/>
                    </a:cubicBezTo>
                    <a:lnTo>
                      <a:pt x="0" y="834887"/>
                    </a:lnTo>
                  </a:path>
                </a:pathLst>
              </a:custGeom>
              <a:noFill/>
              <a:ln w="1908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2422440" y="3448080"/>
                <a:ext cx="3122640" cy="0"/>
              </a:xfrm>
              <a:prstGeom prst="line">
                <a:avLst/>
              </a:prstGeom>
              <a:ln w="1908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16200000">
                <a:off x="5518800" y="3377160"/>
                <a:ext cx="208080" cy="136440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440" rIns="90000" bIns="-1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" name=""/>
            <p:cNvSpPr/>
            <p:nvPr/>
          </p:nvSpPr>
          <p:spPr>
            <a:xfrm>
              <a:off x="699840" y="1630440"/>
              <a:ext cx="3204720" cy="65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Anatomy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Physiology of nervous system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" name=""/>
          <p:cNvSpPr/>
          <p:nvPr/>
        </p:nvSpPr>
        <p:spPr>
          <a:xfrm>
            <a:off x="3061800" y="2924280"/>
            <a:ext cx="1337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"/>
          <p:cNvGrpSpPr/>
          <p:nvPr/>
        </p:nvGrpSpPr>
        <p:grpSpPr>
          <a:xfrm>
            <a:off x="3353760" y="3645000"/>
            <a:ext cx="1121040" cy="1304640"/>
            <a:chOff x="3353760" y="3645000"/>
            <a:chExt cx="1121040" cy="1304640"/>
          </a:xfrm>
        </p:grpSpPr>
        <p:sp>
          <p:nvSpPr>
            <p:cNvPr id="25" name=""/>
            <p:cNvSpPr/>
            <p:nvPr/>
          </p:nvSpPr>
          <p:spPr>
            <a:xfrm>
              <a:off x="3486960" y="4140360"/>
              <a:ext cx="790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Drugs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 flipH="1" rot="10800000">
              <a:off x="3774960" y="3645000"/>
              <a:ext cx="136800" cy="495360"/>
            </a:xfrm>
            <a:prstGeom prst="downArrow">
              <a:avLst>
                <a:gd name="adj1" fmla="val 50000"/>
                <a:gd name="adj2" fmla="val 51969"/>
              </a:avLst>
            </a:prstGeom>
            <a:solidFill>
              <a:srgbClr val="FFC000"/>
            </a:solidFill>
            <a:ln w="2556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353760" y="4581360"/>
              <a:ext cx="1121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Diseases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" name=""/>
          <p:cNvGrpSpPr/>
          <p:nvPr/>
        </p:nvGrpSpPr>
        <p:grpSpPr>
          <a:xfrm>
            <a:off x="5315760" y="3645000"/>
            <a:ext cx="1121040" cy="1304640"/>
            <a:chOff x="5315760" y="3645000"/>
            <a:chExt cx="1121040" cy="1304640"/>
          </a:xfrm>
        </p:grpSpPr>
        <p:sp>
          <p:nvSpPr>
            <p:cNvPr id="29" name=""/>
            <p:cNvSpPr/>
            <p:nvPr/>
          </p:nvSpPr>
          <p:spPr>
            <a:xfrm>
              <a:off x="5439600" y="4140360"/>
              <a:ext cx="790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Drugs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 rot="10800000">
              <a:off x="5728320" y="3645000"/>
              <a:ext cx="135000" cy="495360"/>
            </a:xfrm>
            <a:prstGeom prst="downArrow">
              <a:avLst>
                <a:gd name="adj1" fmla="val 50000"/>
                <a:gd name="adj2" fmla="val 52067"/>
              </a:avLst>
            </a:prstGeom>
            <a:solidFill>
              <a:srgbClr val="FFC000"/>
            </a:solidFill>
            <a:ln w="2556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5315760" y="4581360"/>
              <a:ext cx="1121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Diseases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"/>
          <p:cNvSpPr/>
          <p:nvPr/>
        </p:nvSpPr>
        <p:spPr>
          <a:xfrm>
            <a:off x="763560" y="3143160"/>
            <a:ext cx="119700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Neuron/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Nerve cell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95280" y="1757520"/>
            <a:ext cx="2376360" cy="3168360"/>
          </a:xfrm>
          <a:prstGeom prst="ellipse">
            <a:avLst/>
          </a:prstGeom>
          <a:noFill/>
          <a:ln w="9360">
            <a:solidFill>
              <a:srgbClr val="0000FF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0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8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2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6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dur="indefinite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642960" y="189000"/>
            <a:ext cx="74102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Anatomy, Physiology of the Nervous system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08000" y="1052640"/>
            <a:ext cx="8712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buClr>
                <a:srgbClr val="00B05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Function – communications network – receiving information – initiates 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actions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55440" y="2309760"/>
            <a:ext cx="8764560" cy="145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/>
          <p:nvPr/>
        </p:nvSpPr>
        <p:spPr>
          <a:xfrm>
            <a:off x="0" y="3936960"/>
            <a:ext cx="8915400" cy="16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buClr>
                <a:srgbClr val="00B05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Specialised cells – Neurons-       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  <a:ea typeface="Comic Sans MS"/>
              </a:rPr>
              <a:t>~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 86 billion (or 86,000 million (role –     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communication/memory)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4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  <a:ea typeface="Noto Sans CJK SC"/>
              </a:rPr>
              <a:t>       - Glia (Neuroglia)–  ~  number of neurons (role –                                                   support and communication)        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  <a:ea typeface="Noto Sans CJK SC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  <a:ea typeface="Noto Sans CJK SC"/>
              </a:rPr>
              <a:t>	</a:t>
            </a:r>
            <a:r>
              <a:rPr lang="en-GB" sz="2000" b="0" u="none" strike="noStrike">
                <a:solidFill>
                  <a:srgbClr val="00B050"/>
                </a:solidFill>
                <a:effectLst/>
                <a:uFillTx/>
                <a:latin typeface="Comic Sans MS"/>
                <a:ea typeface="Noto Sans CJK SC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3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38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42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1648080" y="44280"/>
            <a:ext cx="52747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Nervous system - Divisions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724360" y="1484280"/>
            <a:ext cx="287640" cy="208908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940360" y="1268280"/>
            <a:ext cx="287280" cy="9367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896240" y="1006560"/>
            <a:ext cx="579600" cy="25207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867280" y="4365720"/>
            <a:ext cx="649440" cy="122400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867280" y="2997360"/>
            <a:ext cx="289080" cy="3603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308720" y="836640"/>
            <a:ext cx="719280" cy="863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"/>
          <p:cNvGrpSpPr/>
          <p:nvPr/>
        </p:nvGrpSpPr>
        <p:grpSpPr>
          <a:xfrm>
            <a:off x="2498760" y="971640"/>
            <a:ext cx="5975280" cy="5714280"/>
            <a:chOff x="2498760" y="971640"/>
            <a:chExt cx="5975280" cy="5714280"/>
          </a:xfrm>
        </p:grpSpPr>
        <p:sp>
          <p:nvSpPr>
            <p:cNvPr id="46" name=""/>
            <p:cNvSpPr/>
            <p:nvPr/>
          </p:nvSpPr>
          <p:spPr>
            <a:xfrm>
              <a:off x="2498760" y="4140360"/>
              <a:ext cx="4809960" cy="2523960"/>
            </a:xfrm>
            <a:prstGeom prst="rect">
              <a:avLst/>
            </a:prstGeom>
            <a:noFill/>
            <a:ln w="12600">
              <a:solidFill>
                <a:srgbClr val="00B0F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2505960" y="4645080"/>
              <a:ext cx="1857600" cy="94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Somatic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Nervous System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(muscle control)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2537640" y="5737320"/>
              <a:ext cx="2467080" cy="94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Sensory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Nervous System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(sensory-skin, viscera)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9" name=""/>
            <p:cNvPicPr/>
            <p:nvPr/>
          </p:nvPicPr>
          <p:blipFill>
            <a:blip r:embed="rId1"/>
            <a:stretch/>
          </p:blipFill>
          <p:spPr>
            <a:xfrm>
              <a:off x="6243480" y="971640"/>
              <a:ext cx="2230560" cy="5156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" name=""/>
            <p:cNvSpPr/>
            <p:nvPr/>
          </p:nvSpPr>
          <p:spPr>
            <a:xfrm>
              <a:off x="3161880" y="4211640"/>
              <a:ext cx="29631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F0"/>
                  </a:solidFill>
                  <a:effectLst/>
                  <a:uFillTx/>
                  <a:latin typeface="Arial"/>
                </a:rPr>
                <a:t>Peripheral Nervous System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5004360" y="4645080"/>
              <a:ext cx="2226240" cy="181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</a:rPr>
                <a:t>Autonomic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</a:rPr>
                <a:t>Nervous System: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buClr>
                  <a:srgbClr val="C00000"/>
                </a:buClr>
                <a:buFont typeface="Arial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</a:rPr>
                <a:t>Sympathetic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buClr>
                  <a:srgbClr val="C00000"/>
                </a:buClr>
                <a:buFont typeface="Arial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</a:rPr>
                <a:t>Parasympathetic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</a:rPr>
                <a:t>(involuntary control)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" name=""/>
          <p:cNvGrpSpPr/>
          <p:nvPr/>
        </p:nvGrpSpPr>
        <p:grpSpPr>
          <a:xfrm>
            <a:off x="324000" y="1127160"/>
            <a:ext cx="5608440" cy="4815000"/>
            <a:chOff x="324000" y="1127160"/>
            <a:chExt cx="5608440" cy="4815000"/>
          </a:xfrm>
        </p:grpSpPr>
        <p:grpSp>
          <p:nvGrpSpPr>
            <p:cNvPr id="53" name=""/>
            <p:cNvGrpSpPr/>
            <p:nvPr/>
          </p:nvGrpSpPr>
          <p:grpSpPr>
            <a:xfrm>
              <a:off x="324000" y="1127160"/>
              <a:ext cx="5374440" cy="4815000"/>
              <a:chOff x="324000" y="1127160"/>
              <a:chExt cx="5374440" cy="4815000"/>
            </a:xfrm>
          </p:grpSpPr>
          <p:sp>
            <p:nvSpPr>
              <p:cNvPr id="54" name=""/>
              <p:cNvSpPr/>
              <p:nvPr/>
            </p:nvSpPr>
            <p:spPr>
              <a:xfrm>
                <a:off x="2847960" y="1611360"/>
                <a:ext cx="195120" cy="1792080"/>
              </a:xfrm>
              <a:custGeom>
                <a:avLst/>
                <a:gdLst>
                  <a:gd name="textAreaLeft" fmla="*/ 0 w 195120"/>
                  <a:gd name="textAreaRight" fmla="*/ 70560 w 195120"/>
                  <a:gd name="textAreaTop" fmla="*/ 5040 h 1792080"/>
                  <a:gd name="textAreaBottom" fmla="*/ 1787040 h 1792080"/>
                  <a:gd name="GluePoint1X" fmla="*/ 0 w 21600"/>
                  <a:gd name="GluePoint1Y" fmla="*/ 0 h 21600"/>
                  <a:gd name="GluePoint2X" fmla="*/ 0 w 21600"/>
                  <a:gd name="GluePoint2Y" fmla="*/ 21600 h 21600"/>
                  <a:gd name="GluePoint3X" fmla="*/ 21600 w 21600"/>
                  <a:gd name="GluePoint3Y" fmla="*/ 1080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cubicBezTo>
                      <a:pt x="5400" y="0"/>
                      <a:pt x="10800" y="102"/>
                      <a:pt x="10800" y="203"/>
                    </a:cubicBezTo>
                    <a:lnTo>
                      <a:pt x="10800" y="10597"/>
                    </a:lnTo>
                    <a:cubicBezTo>
                      <a:pt x="10800" y="10699"/>
                      <a:pt x="16200" y="10800"/>
                      <a:pt x="21600" y="10800"/>
                    </a:cubicBezTo>
                    <a:cubicBezTo>
                      <a:pt x="16200" y="10800"/>
                      <a:pt x="10800" y="10902"/>
                      <a:pt x="10800" y="11003"/>
                    </a:cubicBezTo>
                    <a:lnTo>
                      <a:pt x="10800" y="21397"/>
                    </a:lnTo>
                    <a:cubicBezTo>
                      <a:pt x="10800" y="21499"/>
                      <a:pt x="5400" y="21600"/>
                      <a:pt x="0" y="21600"/>
                    </a:cubicBezTo>
                  </a:path>
                </a:pathLst>
              </a:custGeom>
              <a:noFill/>
              <a:ln w="9360">
                <a:solidFill>
                  <a:srgbClr val="4A7EBB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5" name=""/>
              <p:cNvGrpSpPr/>
              <p:nvPr/>
            </p:nvGrpSpPr>
            <p:grpSpPr>
              <a:xfrm>
                <a:off x="324000" y="1127160"/>
                <a:ext cx="1406520" cy="4815000"/>
                <a:chOff x="324000" y="1127160"/>
                <a:chExt cx="1406520" cy="4815000"/>
              </a:xfrm>
            </p:grpSpPr>
            <p:pic>
              <p:nvPicPr>
                <p:cNvPr id="56" name=""/>
                <p:cNvPicPr/>
                <p:nvPr/>
              </p:nvPicPr>
              <p:blipFill>
                <a:blip r:embed="rId2"/>
                <a:srcRect l="37806" t="0" r="37447" b="0"/>
                <a:stretch/>
              </p:blipFill>
              <p:spPr>
                <a:xfrm>
                  <a:off x="525600" y="1127160"/>
                  <a:ext cx="1199880" cy="48150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57" name=""/>
                <p:cNvSpPr/>
                <p:nvPr/>
              </p:nvSpPr>
              <p:spPr>
                <a:xfrm>
                  <a:off x="1614600" y="1738440"/>
                  <a:ext cx="115920" cy="3879720"/>
                </a:xfrm>
                <a:prstGeom prst="rect">
                  <a:avLst/>
                </a:prstGeom>
                <a:solidFill>
                  <a:srgbClr val="FFFFFF"/>
                </a:solidFill>
                <a:ln w="2556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" name=""/>
                <p:cNvSpPr/>
                <p:nvPr/>
              </p:nvSpPr>
              <p:spPr>
                <a:xfrm>
                  <a:off x="324000" y="1322280"/>
                  <a:ext cx="237960" cy="357120"/>
                </a:xfrm>
                <a:prstGeom prst="ellipse">
                  <a:avLst/>
                </a:prstGeom>
                <a:solidFill>
                  <a:srgbClr val="FFFFFF"/>
                </a:solidFill>
                <a:ln w="2556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59" name=""/>
              <p:cNvSpPr/>
              <p:nvPr/>
            </p:nvSpPr>
            <p:spPr>
              <a:xfrm>
                <a:off x="1912320" y="1414440"/>
                <a:ext cx="71424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62"/>
                  </a:spcBef>
                  <a:spcAft>
                    <a:spcPts val="62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Brain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1901160" y="3046320"/>
                <a:ext cx="816120" cy="658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62"/>
                  </a:spcBef>
                  <a:spcAft>
                    <a:spcPts val="62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Spinal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62"/>
                  </a:spcBef>
                  <a:spcAft>
                    <a:spcPts val="62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Cord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3040560" y="2305080"/>
                <a:ext cx="265788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62"/>
                  </a:spcBef>
                  <a:spcAft>
                    <a:spcPts val="62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rPr>
                  <a:t>Central Nervous System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" name=""/>
            <p:cNvSpPr/>
            <p:nvPr/>
          </p:nvSpPr>
          <p:spPr>
            <a:xfrm>
              <a:off x="1763640" y="1341360"/>
              <a:ext cx="4168800" cy="2440080"/>
            </a:xfrm>
            <a:prstGeom prst="rect">
              <a:avLst/>
            </a:prstGeom>
            <a:noFill/>
            <a:ln w="126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48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52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"/>
          <p:cNvGrpSpPr/>
          <p:nvPr/>
        </p:nvGrpSpPr>
        <p:grpSpPr>
          <a:xfrm>
            <a:off x="2195640" y="115920"/>
            <a:ext cx="1987560" cy="1741320"/>
            <a:chOff x="2195640" y="115920"/>
            <a:chExt cx="1987560" cy="1741320"/>
          </a:xfrm>
        </p:grpSpPr>
        <p:sp>
          <p:nvSpPr>
            <p:cNvPr id="64" name=""/>
            <p:cNvSpPr/>
            <p:nvPr/>
          </p:nvSpPr>
          <p:spPr>
            <a:xfrm>
              <a:off x="2705040" y="115920"/>
              <a:ext cx="1478160" cy="1741320"/>
            </a:xfrm>
            <a:custGeom>
              <a:avLst/>
              <a:gdLst>
                <a:gd name="GluePoint1X" fmla="*/ 1486116 w 1486893"/>
                <a:gd name="GluePoint1Y" fmla="*/ 1749287 h 1749287"/>
                <a:gd name="GluePoint2X" fmla="*/ 1041076 w 1486893"/>
                <a:gd name="GluePoint2Y" fmla="*/ 1558455 h 1749287"/>
                <a:gd name="GluePoint3X" fmla="*/ 699348 w 1486893"/>
                <a:gd name="GluePoint3Y" fmla="*/ 1168841 h 1749287"/>
                <a:gd name="GluePoint4X" fmla="*/ 452987 w 1486893"/>
                <a:gd name="GluePoint4Y" fmla="*/ 564542 h 1749287"/>
                <a:gd name="GluePoint5X" fmla="*/ 119207 w 1486893"/>
                <a:gd name="GluePoint5Y" fmla="*/ 111318 h 1749287"/>
                <a:gd name="GluePoint6X" fmla="*/ 0 w 1486893"/>
                <a:gd name="GluePoint6Y" fmla="*/ 0 h 174928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486893" h="1749287">
                  <a:moveTo>
                    <a:pt x="1486893" y="1749287"/>
                  </a:moveTo>
                  <a:cubicBezTo>
                    <a:pt x="1329854" y="1702241"/>
                    <a:pt x="1172816" y="1655196"/>
                    <a:pt x="1041620" y="1558455"/>
                  </a:cubicBezTo>
                  <a:cubicBezTo>
                    <a:pt x="910424" y="1461714"/>
                    <a:pt x="797780" y="1334493"/>
                    <a:pt x="699714" y="1168841"/>
                  </a:cubicBezTo>
                  <a:cubicBezTo>
                    <a:pt x="601648" y="1003189"/>
                    <a:pt x="549965" y="740796"/>
                    <a:pt x="453224" y="564542"/>
                  </a:cubicBezTo>
                  <a:cubicBezTo>
                    <a:pt x="356483" y="388288"/>
                    <a:pt x="194806" y="205408"/>
                    <a:pt x="119269" y="111318"/>
                  </a:cubicBezTo>
                  <a:cubicBezTo>
                    <a:pt x="43732" y="17228"/>
                    <a:pt x="21866" y="8614"/>
                    <a:pt x="0" y="0"/>
                  </a:cubicBez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2330280" y="457200"/>
              <a:ext cx="851040" cy="279360"/>
            </a:xfrm>
            <a:custGeom>
              <a:avLst/>
              <a:gdLst>
                <a:gd name="GluePoint1X" fmla="*/ 858963 w 858741"/>
                <a:gd name="GluePoint1Y" fmla="*/ 287315 h 286247"/>
                <a:gd name="GluePoint2X" fmla="*/ 357902 w 858741"/>
                <a:gd name="GluePoint2Y" fmla="*/ 215486 h 286247"/>
                <a:gd name="GluePoint3X" fmla="*/ 0 w 858741"/>
                <a:gd name="GluePoint3Y" fmla="*/ 0 h 286247"/>
                <a:gd name="GluePoint4X" fmla="*/ 0 w 858741"/>
                <a:gd name="GluePoint4Y" fmla="*/ 0 h 2862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858741" h="286247">
                  <a:moveTo>
                    <a:pt x="858741" y="286247"/>
                  </a:moveTo>
                  <a:cubicBezTo>
                    <a:pt x="679837" y="274320"/>
                    <a:pt x="500933" y="262393"/>
                    <a:pt x="357809" y="214685"/>
                  </a:cubicBezTo>
                  <a:cubicBezTo>
                    <a:pt x="214686" y="166977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2195640" y="824040"/>
              <a:ext cx="1096920" cy="222120"/>
            </a:xfrm>
            <a:custGeom>
              <a:avLst/>
              <a:gdLst>
                <a:gd name="GluePoint1X" fmla="*/ 1105061 w 1105231"/>
                <a:gd name="GluePoint1Y" fmla="*/ 230169 h 230587"/>
                <a:gd name="GluePoint2X" fmla="*/ 842708 w 1105231"/>
                <a:gd name="GluePoint2Y" fmla="*/ 119053 h 230587"/>
                <a:gd name="GluePoint3X" fmla="*/ 294153 w 1105231"/>
                <a:gd name="GluePoint3Y" fmla="*/ 166674 h 230587"/>
                <a:gd name="GluePoint4X" fmla="*/ 0 w 1105231"/>
                <a:gd name="GluePoint4Y" fmla="*/ 0 h 230587"/>
                <a:gd name="GluePoint5X" fmla="*/ 0 w 1105231"/>
                <a:gd name="GluePoint5Y" fmla="*/ 0 h 23058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1105231" h="230587">
                  <a:moveTo>
                    <a:pt x="1105231" y="230587"/>
                  </a:moveTo>
                  <a:cubicBezTo>
                    <a:pt x="1041620" y="180229"/>
                    <a:pt x="978010" y="129871"/>
                    <a:pt x="842838" y="119269"/>
                  </a:cubicBezTo>
                  <a:cubicBezTo>
                    <a:pt x="707666" y="108667"/>
                    <a:pt x="434671" y="186855"/>
                    <a:pt x="294198" y="166977"/>
                  </a:cubicBezTo>
                  <a:cubicBezTo>
                    <a:pt x="153725" y="147099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" name=""/>
          <p:cNvGrpSpPr/>
          <p:nvPr/>
        </p:nvGrpSpPr>
        <p:grpSpPr>
          <a:xfrm>
            <a:off x="4710240" y="333360"/>
            <a:ext cx="1941480" cy="1739880"/>
            <a:chOff x="4710240" y="333360"/>
            <a:chExt cx="1941480" cy="1739880"/>
          </a:xfrm>
        </p:grpSpPr>
        <p:sp>
          <p:nvSpPr>
            <p:cNvPr id="68" name=""/>
            <p:cNvSpPr/>
            <p:nvPr/>
          </p:nvSpPr>
          <p:spPr>
            <a:xfrm>
              <a:off x="4710240" y="1085760"/>
              <a:ext cx="1941480" cy="835200"/>
            </a:xfrm>
            <a:custGeom>
              <a:avLst/>
              <a:gdLst>
                <a:gd name="GluePoint1X" fmla="*/ 0 w 922352"/>
                <a:gd name="GluePoint1Y" fmla="*/ 843525 h 1311966"/>
                <a:gd name="GluePoint2X" fmla="*/ 739432 w 922352"/>
                <a:gd name="GluePoint2Y" fmla="*/ 526564 h 1311966"/>
                <a:gd name="GluePoint3X" fmla="*/ 974705 w 922352"/>
                <a:gd name="GluePoint3Y" fmla="*/ 194267 h 1311966"/>
                <a:gd name="GluePoint4X" fmla="*/ 1949409 w 922352"/>
                <a:gd name="GluePoint4Y" fmla="*/ 0 h 1311966"/>
                <a:gd name="GluePoint5X" fmla="*/ 1949409 w 922352"/>
                <a:gd name="GluePoint5Y" fmla="*/ 0 h 13119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922352" h="1311966">
                  <a:moveTo>
                    <a:pt x="0" y="1311966"/>
                  </a:moveTo>
                  <a:cubicBezTo>
                    <a:pt x="136497" y="1149627"/>
                    <a:pt x="272995" y="987288"/>
                    <a:pt x="349858" y="818985"/>
                  </a:cubicBezTo>
                  <a:cubicBezTo>
                    <a:pt x="426721" y="650682"/>
                    <a:pt x="365760" y="438647"/>
                    <a:pt x="461176" y="302150"/>
                  </a:cubicBezTo>
                  <a:cubicBezTo>
                    <a:pt x="556592" y="165653"/>
                    <a:pt x="922352" y="0"/>
                    <a:pt x="922352" y="0"/>
                  </a:cubicBezTo>
                  <a:lnTo>
                    <a:pt x="922352" y="0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5580000" y="333360"/>
              <a:ext cx="579600" cy="1025640"/>
            </a:xfrm>
            <a:custGeom>
              <a:avLst/>
              <a:gdLst>
                <a:gd name="GluePoint1X" fmla="*/ 0 w 588397"/>
                <a:gd name="GluePoint1Y" fmla="*/ 1034152 h 1033670"/>
                <a:gd name="GluePoint2X" fmla="*/ 111122 w 588397"/>
                <a:gd name="GluePoint2Y" fmla="*/ 532986 h 1033670"/>
                <a:gd name="GluePoint3X" fmla="*/ 277807 w 588397"/>
                <a:gd name="GluePoint3Y" fmla="*/ 167056 h 1033670"/>
                <a:gd name="GluePoint4X" fmla="*/ 587363 w 588397"/>
                <a:gd name="GluePoint4Y" fmla="*/ 0 h 1033670"/>
                <a:gd name="GluePoint5X" fmla="*/ 587363 w 588397"/>
                <a:gd name="GluePoint5Y" fmla="*/ 0 h 10336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588397" h="1033670">
                  <a:moveTo>
                    <a:pt x="0" y="1033670"/>
                  </a:moveTo>
                  <a:cubicBezTo>
                    <a:pt x="32467" y="855428"/>
                    <a:pt x="64935" y="677187"/>
                    <a:pt x="111318" y="532738"/>
                  </a:cubicBezTo>
                  <a:cubicBezTo>
                    <a:pt x="157701" y="388289"/>
                    <a:pt x="198783" y="255768"/>
                    <a:pt x="278296" y="166978"/>
                  </a:cubicBezTo>
                  <a:cubicBezTo>
                    <a:pt x="357809" y="78188"/>
                    <a:pt x="588397" y="0"/>
                    <a:pt x="588397" y="0"/>
                  </a:cubicBezTo>
                  <a:lnTo>
                    <a:pt x="588397" y="0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 flipV="1">
              <a:off x="5251320" y="1708200"/>
              <a:ext cx="1360440" cy="365040"/>
            </a:xfrm>
            <a:custGeom>
              <a:avLst/>
              <a:gdLst>
                <a:gd name="GluePoint1X" fmla="*/ 0 w 1343771"/>
                <a:gd name="GluePoint1Y" fmla="*/ 373312 h 779228"/>
                <a:gd name="GluePoint2X" fmla="*/ 526306 w 1343771"/>
                <a:gd name="GluePoint2Y" fmla="*/ 289507 h 779228"/>
                <a:gd name="GluePoint3X" fmla="*/ 1012127 w 1343771"/>
                <a:gd name="GluePoint3Y" fmla="*/ 232368 h 779228"/>
                <a:gd name="GluePoint4X" fmla="*/ 1368396 w 1343771"/>
                <a:gd name="GluePoint4Y" fmla="*/ 0 h 779228"/>
                <a:gd name="GluePoint5X" fmla="*/ 1368396 w 1343771"/>
                <a:gd name="GluePoint5Y" fmla="*/ 0 h 7792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1343771" h="779228">
                  <a:moveTo>
                    <a:pt x="0" y="779228"/>
                  </a:moveTo>
                  <a:cubicBezTo>
                    <a:pt x="175591" y="716280"/>
                    <a:pt x="351183" y="653332"/>
                    <a:pt x="516835" y="604299"/>
                  </a:cubicBezTo>
                  <a:cubicBezTo>
                    <a:pt x="682487" y="555266"/>
                    <a:pt x="856090" y="585746"/>
                    <a:pt x="993913" y="485030"/>
                  </a:cubicBezTo>
                  <a:cubicBezTo>
                    <a:pt x="1131736" y="384314"/>
                    <a:pt x="1343771" y="0"/>
                    <a:pt x="1343771" y="0"/>
                  </a:cubicBezTo>
                  <a:lnTo>
                    <a:pt x="1343771" y="0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"/>
          <p:cNvSpPr/>
          <p:nvPr/>
        </p:nvSpPr>
        <p:spPr>
          <a:xfrm>
            <a:off x="4451400" y="2924280"/>
            <a:ext cx="120600" cy="2624040"/>
          </a:xfrm>
          <a:custGeom>
            <a:avLst/>
            <a:gdLst>
              <a:gd name="GluePoint1X" fmla="*/ 55684 w 120595"/>
              <a:gd name="GluePoint1Y" fmla="*/ 0 h 2623930"/>
              <a:gd name="GluePoint2X" fmla="*/ 111369 w 120595"/>
              <a:gd name="GluePoint2Y" fmla="*/ 612299 h 2623930"/>
              <a:gd name="GluePoint3X" fmla="*/ 0 w 120595"/>
              <a:gd name="GluePoint3Y" fmla="*/ 2624138 h 2623930"/>
              <a:gd name="GluePoint4X" fmla="*/ 0 w 120595"/>
              <a:gd name="GluePoint4Y" fmla="*/ 2624138 h 262393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20595" h="2623930">
                <a:moveTo>
                  <a:pt x="55659" y="0"/>
                </a:moveTo>
                <a:cubicBezTo>
                  <a:pt x="88127" y="87464"/>
                  <a:pt x="120595" y="174928"/>
                  <a:pt x="111318" y="612250"/>
                </a:cubicBezTo>
                <a:cubicBezTo>
                  <a:pt x="102042" y="1049572"/>
                  <a:pt x="0" y="2623930"/>
                  <a:pt x="0" y="2623930"/>
                </a:cubicBezTo>
                <a:lnTo>
                  <a:pt x="0" y="2623930"/>
                </a:lnTo>
              </a:path>
            </a:pathLst>
          </a:custGeom>
          <a:noFill/>
          <a:ln w="2844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067280" y="1773360"/>
            <a:ext cx="755640" cy="1163520"/>
          </a:xfrm>
          <a:custGeom>
            <a:avLst/>
            <a:gdLst>
              <a:gd name="GluePoint1X" fmla="*/ 252251 w 1040693"/>
              <a:gd name="GluePoint1Y" fmla="*/ 10840 h 1332817"/>
              <a:gd name="GluePoint2X" fmla="*/ 425744 w 1040693"/>
              <a:gd name="GluePoint2Y" fmla="*/ 17782 h 1332817"/>
              <a:gd name="GluePoint3X" fmla="*/ 684685 w 1040693"/>
              <a:gd name="GluePoint3Y" fmla="*/ 82823 h 1332817"/>
              <a:gd name="GluePoint4X" fmla="*/ 754832 w 1040693"/>
              <a:gd name="GluePoint4Y" fmla="*/ 371825 h 1332817"/>
              <a:gd name="GluePoint5X" fmla="*/ 679777 w 1040693"/>
              <a:gd name="GluePoint5Y" fmla="*/ 809171 h 1332817"/>
              <a:gd name="GluePoint6X" fmla="*/ 468468 w 1040693"/>
              <a:gd name="GluePoint6Y" fmla="*/ 1162548 h 1332817"/>
              <a:gd name="GluePoint7X" fmla="*/ 180180 w 1040693"/>
              <a:gd name="GluePoint7Y" fmla="*/ 802639 h 1332817"/>
              <a:gd name="GluePoint8X" fmla="*/ 36036 w 1040693"/>
              <a:gd name="GluePoint8Y" fmla="*/ 442731 h 1332817"/>
              <a:gd name="GluePoint9X" fmla="*/ 36036 w 1040693"/>
              <a:gd name="GluePoint9Y" fmla="*/ 82823 h 1332817"/>
              <a:gd name="GluePoint10X" fmla="*/ 252251 w 1040693"/>
              <a:gd name="GluePoint10Y" fmla="*/ 10840 h 13328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l" t="t" r="r" b="b"/>
            <a:pathLst>
              <a:path w="1040693" h="1332817">
                <a:moveTo>
                  <a:pt x="347404" y="12416"/>
                </a:moveTo>
                <a:cubicBezTo>
                  <a:pt x="436856" y="0"/>
                  <a:pt x="487082" y="6626"/>
                  <a:pt x="586341" y="20367"/>
                </a:cubicBezTo>
                <a:cubicBezTo>
                  <a:pt x="685600" y="34108"/>
                  <a:pt x="867422" y="27278"/>
                  <a:pt x="942959" y="94864"/>
                </a:cubicBezTo>
                <a:cubicBezTo>
                  <a:pt x="1018496" y="162450"/>
                  <a:pt x="1040693" y="287225"/>
                  <a:pt x="1039566" y="425884"/>
                </a:cubicBezTo>
                <a:cubicBezTo>
                  <a:pt x="1038439" y="564543"/>
                  <a:pt x="1001930" y="775868"/>
                  <a:pt x="936199" y="926816"/>
                </a:cubicBezTo>
                <a:cubicBezTo>
                  <a:pt x="870468" y="1077764"/>
                  <a:pt x="759857" y="1332817"/>
                  <a:pt x="645182" y="1331570"/>
                </a:cubicBezTo>
                <a:cubicBezTo>
                  <a:pt x="530507" y="1330323"/>
                  <a:pt x="347406" y="1056746"/>
                  <a:pt x="248147" y="919334"/>
                </a:cubicBezTo>
                <a:cubicBezTo>
                  <a:pt x="148888" y="781922"/>
                  <a:pt x="82716" y="644510"/>
                  <a:pt x="49630" y="507099"/>
                </a:cubicBezTo>
                <a:cubicBezTo>
                  <a:pt x="16544" y="369688"/>
                  <a:pt x="0" y="177312"/>
                  <a:pt x="49629" y="94865"/>
                </a:cubicBezTo>
                <a:cubicBezTo>
                  <a:pt x="99258" y="12418"/>
                  <a:pt x="257952" y="24832"/>
                  <a:pt x="347404" y="12416"/>
                </a:cubicBezTo>
                <a:close/>
              </a:path>
            </a:pathLst>
          </a:custGeom>
          <a:solidFill>
            <a:srgbClr val="FFFFFF"/>
          </a:solidFill>
          <a:ln w="2556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 rot="20820000">
            <a:off x="4262400" y="1949040"/>
            <a:ext cx="360360" cy="5763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395960" y="2133720"/>
            <a:ext cx="144360" cy="21564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205080" y="5518080"/>
            <a:ext cx="1258920" cy="588960"/>
          </a:xfrm>
          <a:custGeom>
            <a:avLst/>
            <a:gdLst>
              <a:gd name="GluePoint1X" fmla="*/ 1240335 w 1258956"/>
              <a:gd name="GluePoint1Y" fmla="*/ 0 h 588397"/>
              <a:gd name="GluePoint2X" fmla="*/ 1200581 w 1258956"/>
              <a:gd name="GluePoint2Y" fmla="*/ 183056 h 588397"/>
              <a:gd name="GluePoint3X" fmla="*/ 890497 w 1258956"/>
              <a:gd name="GluePoint3Y" fmla="*/ 310399 h 588397"/>
              <a:gd name="GluePoint4X" fmla="*/ 890497 w 1258956"/>
              <a:gd name="GluePoint4Y" fmla="*/ 310399 h 588397"/>
              <a:gd name="GluePoint5X" fmla="*/ 461150 w 1258956"/>
              <a:gd name="GluePoint5Y" fmla="*/ 350195 h 588397"/>
              <a:gd name="GluePoint6X" fmla="*/ 103361 w 1258956"/>
              <a:gd name="GluePoint6Y" fmla="*/ 437743 h 588397"/>
              <a:gd name="GluePoint7X" fmla="*/ 0 w 1258956"/>
              <a:gd name="GluePoint7Y" fmla="*/ 588963 h 5883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1258956" h="588397">
                <a:moveTo>
                  <a:pt x="1240403" y="0"/>
                </a:moveTo>
                <a:cubicBezTo>
                  <a:pt x="1249679" y="65598"/>
                  <a:pt x="1258956" y="131197"/>
                  <a:pt x="1200647" y="182880"/>
                </a:cubicBezTo>
                <a:cubicBezTo>
                  <a:pt x="1142338" y="234563"/>
                  <a:pt x="890546" y="310101"/>
                  <a:pt x="890546" y="310101"/>
                </a:cubicBezTo>
                <a:lnTo>
                  <a:pt x="890546" y="310101"/>
                </a:lnTo>
                <a:cubicBezTo>
                  <a:pt x="818984" y="316727"/>
                  <a:pt x="592372" y="328655"/>
                  <a:pt x="461175" y="349858"/>
                </a:cubicBezTo>
                <a:cubicBezTo>
                  <a:pt x="329979" y="371062"/>
                  <a:pt x="180229" y="397566"/>
                  <a:pt x="103367" y="437322"/>
                </a:cubicBezTo>
                <a:cubicBezTo>
                  <a:pt x="26505" y="477078"/>
                  <a:pt x="13252" y="532737"/>
                  <a:pt x="0" y="588397"/>
                </a:cubicBezTo>
              </a:path>
            </a:pathLst>
          </a:custGeom>
          <a:noFill/>
          <a:ln w="2844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451400" y="5516640"/>
            <a:ext cx="1527120" cy="716040"/>
          </a:xfrm>
          <a:custGeom>
            <a:avLst/>
            <a:gdLst>
              <a:gd name="GluePoint1X" fmla="*/ 15908 w 1526651"/>
              <a:gd name="GluePoint1Y" fmla="*/ 0 h 715617"/>
              <a:gd name="GluePoint2X" fmla="*/ 119311 w 1526651"/>
              <a:gd name="GluePoint2Y" fmla="*/ 182968 h 715617"/>
              <a:gd name="GluePoint3X" fmla="*/ 731772 w 1526651"/>
              <a:gd name="GluePoint3Y" fmla="*/ 262520 h 715617"/>
              <a:gd name="GluePoint4X" fmla="*/ 1368094 w 1526651"/>
              <a:gd name="GluePoint4Y" fmla="*/ 381846 h 715617"/>
              <a:gd name="GluePoint5X" fmla="*/ 1527175 w 1526651"/>
              <a:gd name="GluePoint5Y" fmla="*/ 715962 h 715617"/>
              <a:gd name="GluePoint6X" fmla="*/ 1527175 w 1526651"/>
              <a:gd name="GluePoint6Y" fmla="*/ 715962 h 7156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526651" h="715617">
                <a:moveTo>
                  <a:pt x="15903" y="0"/>
                </a:moveTo>
                <a:cubicBezTo>
                  <a:pt x="7951" y="69574"/>
                  <a:pt x="0" y="139148"/>
                  <a:pt x="119270" y="182880"/>
                </a:cubicBezTo>
                <a:cubicBezTo>
                  <a:pt x="238540" y="226612"/>
                  <a:pt x="523462" y="229263"/>
                  <a:pt x="731521" y="262393"/>
                </a:cubicBezTo>
                <a:cubicBezTo>
                  <a:pt x="939580" y="295523"/>
                  <a:pt x="1235103" y="306125"/>
                  <a:pt x="1367625" y="381662"/>
                </a:cubicBezTo>
                <a:cubicBezTo>
                  <a:pt x="1500147" y="457199"/>
                  <a:pt x="1526651" y="715617"/>
                  <a:pt x="1526651" y="715617"/>
                </a:cubicBezTo>
                <a:lnTo>
                  <a:pt x="1526651" y="715617"/>
                </a:lnTo>
              </a:path>
            </a:pathLst>
          </a:custGeom>
          <a:noFill/>
          <a:ln w="2844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587840" y="5716440"/>
            <a:ext cx="208080" cy="462240"/>
          </a:xfrm>
          <a:custGeom>
            <a:avLst/>
            <a:gdLst>
              <a:gd name="GluePoint1X" fmla="*/ 0 w 208058"/>
              <a:gd name="GluePoint1Y" fmla="*/ 0 h 461176"/>
              <a:gd name="GluePoint2X" fmla="*/ 174848 w 208058"/>
              <a:gd name="GluePoint2Y" fmla="*/ 183192 h 461176"/>
              <a:gd name="GluePoint3X" fmla="*/ 198691 w 208058"/>
              <a:gd name="GluePoint3Y" fmla="*/ 461962 h 461176"/>
              <a:gd name="GluePoint4X" fmla="*/ 198691 w 208058"/>
              <a:gd name="GluePoint4Y" fmla="*/ 461962 h 4611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08058" h="461176">
                <a:moveTo>
                  <a:pt x="0" y="0"/>
                </a:moveTo>
                <a:cubicBezTo>
                  <a:pt x="70899" y="53008"/>
                  <a:pt x="141798" y="106017"/>
                  <a:pt x="174928" y="182880"/>
                </a:cubicBezTo>
                <a:cubicBezTo>
                  <a:pt x="208058" y="259743"/>
                  <a:pt x="198782" y="461176"/>
                  <a:pt x="198782" y="461176"/>
                </a:cubicBezTo>
                <a:lnTo>
                  <a:pt x="198782" y="461176"/>
                </a:lnTo>
              </a:path>
            </a:pathLst>
          </a:custGeom>
          <a:noFill/>
          <a:ln w="2844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132000" y="6086520"/>
            <a:ext cx="144720" cy="14292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5560">
            <a:solidFill>
              <a:srgbClr val="00B0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" rIns="90000" bIns="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707000" y="6141960"/>
            <a:ext cx="144360" cy="14472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5560">
            <a:solidFill>
              <a:srgbClr val="00B0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1440" rIns="90000" bIns="14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891040" y="6165720"/>
            <a:ext cx="144720" cy="14292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5560">
            <a:solidFill>
              <a:srgbClr val="00B0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" rIns="90000" bIns="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153040" y="2133720"/>
            <a:ext cx="1017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Nucleus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014800" y="3141720"/>
            <a:ext cx="2346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Axon initial segment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2987640" y="1852560"/>
            <a:ext cx="71640" cy="936720"/>
          </a:xfrm>
          <a:custGeom>
            <a:avLst/>
            <a:gdLst>
              <a:gd name="textAreaLeft" fmla="*/ 20880 w 71640"/>
              <a:gd name="textAreaRight" fmla="*/ 72000 w 71640"/>
              <a:gd name="textAreaTop" fmla="*/ 2880 h 936720"/>
              <a:gd name="textAreaBottom" fmla="*/ 933840 h 9367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69"/>
                  <a:pt x="0" y="137"/>
                </a:cubicBezTo>
                <a:lnTo>
                  <a:pt x="0" y="21463"/>
                </a:lnTo>
                <a:cubicBezTo>
                  <a:pt x="0" y="21532"/>
                  <a:pt x="10800" y="21600"/>
                  <a:pt x="21600" y="21600"/>
                </a:cubicBezTo>
              </a:path>
            </a:pathLst>
          </a:custGeom>
          <a:noFill/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2987640" y="2924280"/>
            <a:ext cx="71640" cy="2376360"/>
          </a:xfrm>
          <a:custGeom>
            <a:avLst/>
            <a:gdLst>
              <a:gd name="textAreaLeft" fmla="*/ 20880 w 71640"/>
              <a:gd name="textAreaRight" fmla="*/ 72000 w 71640"/>
              <a:gd name="textAreaTop" fmla="*/ 2880 h 2376360"/>
              <a:gd name="textAreaBottom" fmla="*/ 2373480 h 23763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27"/>
                  <a:pt x="0" y="54"/>
                </a:cubicBezTo>
                <a:lnTo>
                  <a:pt x="0" y="21546"/>
                </a:lnTo>
                <a:cubicBezTo>
                  <a:pt x="0" y="21573"/>
                  <a:pt x="10800" y="21600"/>
                  <a:pt x="21600" y="21600"/>
                </a:cubicBezTo>
              </a:path>
            </a:pathLst>
          </a:custGeom>
          <a:noFill/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3427200" y="731880"/>
            <a:ext cx="431640" cy="10332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440320" y="733320"/>
            <a:ext cx="139680" cy="10332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059280" y="5661000"/>
            <a:ext cx="720720" cy="716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059280" y="5732640"/>
            <a:ext cx="1584000" cy="2174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 flipH="1" flipV="1">
            <a:off x="4635360" y="3116160"/>
            <a:ext cx="446400" cy="18432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 flipH="1" flipV="1">
            <a:off x="4548240" y="2249640"/>
            <a:ext cx="652320" cy="5688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"/>
          <p:cNvGrpSpPr/>
          <p:nvPr/>
        </p:nvGrpSpPr>
        <p:grpSpPr>
          <a:xfrm>
            <a:off x="2529000" y="6059520"/>
            <a:ext cx="3827520" cy="682560"/>
            <a:chOff x="2529000" y="6059520"/>
            <a:chExt cx="3827520" cy="682560"/>
          </a:xfrm>
        </p:grpSpPr>
        <p:sp>
          <p:nvSpPr>
            <p:cNvPr id="92" name=""/>
            <p:cNvSpPr/>
            <p:nvPr/>
          </p:nvSpPr>
          <p:spPr>
            <a:xfrm>
              <a:off x="2529000" y="6321600"/>
              <a:ext cx="1181880" cy="420480"/>
            </a:xfrm>
            <a:custGeom>
              <a:avLst/>
              <a:gdLst>
                <a:gd name="GluePoint1X" fmla="*/ 0 w 1160890"/>
                <a:gd name="GluePoint1Y" fmla="*/ 0 h 429370"/>
                <a:gd name="GluePoint2X" fmla="*/ 524608 w 1160890"/>
                <a:gd name="GluePoint2Y" fmla="*/ 15903 h 429370"/>
                <a:gd name="GluePoint3X" fmla="*/ 906140 w 1160890"/>
                <a:gd name="GluePoint3Y" fmla="*/ 71562 h 429370"/>
                <a:gd name="GluePoint4X" fmla="*/ 1160496 w 1160890"/>
                <a:gd name="GluePoint4Y" fmla="*/ 429370 h 429370"/>
                <a:gd name="GluePoint5X" fmla="*/ 1160496 w 1160890"/>
                <a:gd name="GluePoint5Y" fmla="*/ 429370 h 4293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1160890" h="429370">
                  <a:moveTo>
                    <a:pt x="0" y="0"/>
                  </a:moveTo>
                  <a:cubicBezTo>
                    <a:pt x="186855" y="1988"/>
                    <a:pt x="373711" y="3976"/>
                    <a:pt x="524786" y="15903"/>
                  </a:cubicBezTo>
                  <a:cubicBezTo>
                    <a:pt x="675861" y="27830"/>
                    <a:pt x="800431" y="2651"/>
                    <a:pt x="906448" y="71562"/>
                  </a:cubicBezTo>
                  <a:cubicBezTo>
                    <a:pt x="1012465" y="140473"/>
                    <a:pt x="1160890" y="429370"/>
                    <a:pt x="1160890" y="429370"/>
                  </a:cubicBezTo>
                  <a:lnTo>
                    <a:pt x="1160890" y="429370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526280" y="6242040"/>
              <a:ext cx="588600" cy="460440"/>
            </a:xfrm>
            <a:custGeom>
              <a:avLst/>
              <a:gdLst>
                <a:gd name="GluePoint1X" fmla="*/ 0 w 580446"/>
                <a:gd name="GluePoint1Y" fmla="*/ 0 h 469127"/>
                <a:gd name="GluePoint2X" fmla="*/ 191028 w 580446"/>
                <a:gd name="GluePoint2Y" fmla="*/ 159026 h 469127"/>
                <a:gd name="GluePoint3X" fmla="*/ 453690 w 580446"/>
                <a:gd name="GluePoint3Y" fmla="*/ 238539 h 469127"/>
                <a:gd name="GluePoint4X" fmla="*/ 581042 w 580446"/>
                <a:gd name="GluePoint4Y" fmla="*/ 469127 h 469127"/>
                <a:gd name="GluePoint5X" fmla="*/ 581042 w 580446"/>
                <a:gd name="GluePoint5Y" fmla="*/ 469127 h 469127"/>
                <a:gd name="GluePoint6X" fmla="*/ 581042 w 580446"/>
                <a:gd name="GluePoint6Y" fmla="*/ 469127 h 4691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580446" h="469127">
                  <a:moveTo>
                    <a:pt x="0" y="0"/>
                  </a:moveTo>
                  <a:cubicBezTo>
                    <a:pt x="57647" y="59635"/>
                    <a:pt x="115295" y="119270"/>
                    <a:pt x="190832" y="159026"/>
                  </a:cubicBezTo>
                  <a:cubicBezTo>
                    <a:pt x="266369" y="198782"/>
                    <a:pt x="388289" y="186856"/>
                    <a:pt x="453225" y="238539"/>
                  </a:cubicBezTo>
                  <a:cubicBezTo>
                    <a:pt x="518161" y="290223"/>
                    <a:pt x="580446" y="469127"/>
                    <a:pt x="580446" y="469127"/>
                  </a:cubicBezTo>
                  <a:lnTo>
                    <a:pt x="580446" y="469127"/>
                  </a:lnTo>
                  <a:lnTo>
                    <a:pt x="580446" y="469127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3441240" y="6059520"/>
              <a:ext cx="95760" cy="365040"/>
            </a:xfrm>
            <a:custGeom>
              <a:avLst/>
              <a:gdLst>
                <a:gd name="GluePoint1X" fmla="*/ 55564 w 103367"/>
                <a:gd name="GluePoint1Y" fmla="*/ 373711 h 373711"/>
                <a:gd name="GluePoint2X" fmla="*/ 7937 w 103367"/>
                <a:gd name="GluePoint2Y" fmla="*/ 143123 h 373711"/>
                <a:gd name="GluePoint3X" fmla="*/ 103191 w 103367"/>
                <a:gd name="GluePoint3Y" fmla="*/ 0 h 373711"/>
                <a:gd name="GluePoint4X" fmla="*/ 103191 w 103367"/>
                <a:gd name="GluePoint4Y" fmla="*/ 0 h 373711"/>
                <a:gd name="GluePoint5X" fmla="*/ 103191 w 103367"/>
                <a:gd name="GluePoint5Y" fmla="*/ 0 h 3737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103367" h="373711">
                  <a:moveTo>
                    <a:pt x="55659" y="373711"/>
                  </a:moveTo>
                  <a:cubicBezTo>
                    <a:pt x="27829" y="289559"/>
                    <a:pt x="0" y="205408"/>
                    <a:pt x="7951" y="143123"/>
                  </a:cubicBezTo>
                  <a:cubicBezTo>
                    <a:pt x="15902" y="80838"/>
                    <a:pt x="103367" y="0"/>
                    <a:pt x="103367" y="0"/>
                  </a:cubicBezTo>
                  <a:lnTo>
                    <a:pt x="103367" y="0"/>
                  </a:lnTo>
                  <a:lnTo>
                    <a:pt x="103367" y="0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022360" y="6186600"/>
              <a:ext cx="153000" cy="317520"/>
            </a:xfrm>
            <a:custGeom>
              <a:avLst/>
              <a:gdLst>
                <a:gd name="GluePoint1X" fmla="*/ 9275 w 160351"/>
                <a:gd name="GluePoint1Y" fmla="*/ 326003 h 326003"/>
                <a:gd name="GluePoint2X" fmla="*/ 25178 w 160351"/>
                <a:gd name="GluePoint2Y" fmla="*/ 135172 h 326003"/>
                <a:gd name="GluePoint3X" fmla="*/ 160342 w 160351"/>
                <a:gd name="GluePoint3Y" fmla="*/ 0 h 326003"/>
                <a:gd name="GluePoint4X" fmla="*/ 160342 w 160351"/>
                <a:gd name="GluePoint4Y" fmla="*/ 0 h 3260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160351" h="326003">
                  <a:moveTo>
                    <a:pt x="9276" y="326003"/>
                  </a:moveTo>
                  <a:cubicBezTo>
                    <a:pt x="4638" y="257754"/>
                    <a:pt x="0" y="189506"/>
                    <a:pt x="25179" y="135172"/>
                  </a:cubicBezTo>
                  <a:cubicBezTo>
                    <a:pt x="50358" y="80838"/>
                    <a:pt x="160351" y="0"/>
                    <a:pt x="160351" y="0"/>
                  </a:cubicBezTo>
                  <a:lnTo>
                    <a:pt x="160351" y="0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 rot="420000">
              <a:off x="5545440" y="6249960"/>
              <a:ext cx="791640" cy="365040"/>
            </a:xfrm>
            <a:custGeom>
              <a:avLst/>
              <a:gdLst>
                <a:gd name="GluePoint1X" fmla="*/ 779486 w 779228"/>
                <a:gd name="GluePoint1Y" fmla="*/ 0 h 373711"/>
                <a:gd name="GluePoint2X" fmla="*/ 493144 w 779228"/>
                <a:gd name="GluePoint2Y" fmla="*/ 143123 h 373711"/>
                <a:gd name="GluePoint3X" fmla="*/ 182941 w 779228"/>
                <a:gd name="GluePoint3Y" fmla="*/ 159026 h 373711"/>
                <a:gd name="GluePoint4X" fmla="*/ 0 w 779228"/>
                <a:gd name="GluePoint4Y" fmla="*/ 373711 h 373711"/>
                <a:gd name="GluePoint5X" fmla="*/ 0 w 779228"/>
                <a:gd name="GluePoint5Y" fmla="*/ 373711 h 3737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779228" h="373711">
                  <a:moveTo>
                    <a:pt x="779228" y="0"/>
                  </a:moveTo>
                  <a:cubicBezTo>
                    <a:pt x="685800" y="58309"/>
                    <a:pt x="592372" y="116619"/>
                    <a:pt x="492981" y="143123"/>
                  </a:cubicBezTo>
                  <a:cubicBezTo>
                    <a:pt x="393590" y="169627"/>
                    <a:pt x="265043" y="120595"/>
                    <a:pt x="182880" y="159026"/>
                  </a:cubicBezTo>
                  <a:cubicBezTo>
                    <a:pt x="100717" y="197457"/>
                    <a:pt x="0" y="373711"/>
                    <a:pt x="0" y="373711"/>
                  </a:cubicBezTo>
                  <a:lnTo>
                    <a:pt x="0" y="373711"/>
                  </a:lnTo>
                </a:path>
              </a:pathLst>
            </a:custGeom>
            <a:noFill/>
            <a:ln w="28440">
              <a:solidFill>
                <a:srgbClr val="00B0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"/>
          <p:cNvSpPr/>
          <p:nvPr/>
        </p:nvSpPr>
        <p:spPr>
          <a:xfrm>
            <a:off x="189000" y="115920"/>
            <a:ext cx="1386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Neuron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451400" y="2924280"/>
            <a:ext cx="120600" cy="2624040"/>
          </a:xfrm>
          <a:custGeom>
            <a:avLst/>
            <a:gdLst>
              <a:gd name="GluePoint1X" fmla="*/ 55684 w 120595"/>
              <a:gd name="GluePoint1Y" fmla="*/ 0 h 2623930"/>
              <a:gd name="GluePoint2X" fmla="*/ 111369 w 120595"/>
              <a:gd name="GluePoint2Y" fmla="*/ 612299 h 2623930"/>
              <a:gd name="GluePoint3X" fmla="*/ 0 w 120595"/>
              <a:gd name="GluePoint3Y" fmla="*/ 2624138 h 2623930"/>
              <a:gd name="GluePoint4X" fmla="*/ 0 w 120595"/>
              <a:gd name="GluePoint4Y" fmla="*/ 2624138 h 262393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20595" h="2623930">
                <a:moveTo>
                  <a:pt x="55659" y="0"/>
                </a:moveTo>
                <a:cubicBezTo>
                  <a:pt x="88127" y="87464"/>
                  <a:pt x="120595" y="174928"/>
                  <a:pt x="111318" y="612250"/>
                </a:cubicBezTo>
                <a:cubicBezTo>
                  <a:pt x="102042" y="1049572"/>
                  <a:pt x="0" y="2623930"/>
                  <a:pt x="0" y="2623930"/>
                </a:cubicBezTo>
                <a:lnTo>
                  <a:pt x="0" y="2623930"/>
                </a:lnTo>
              </a:path>
            </a:pathLst>
          </a:custGeom>
          <a:noFill/>
          <a:ln w="2844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067280" y="1773360"/>
            <a:ext cx="755640" cy="1163520"/>
          </a:xfrm>
          <a:custGeom>
            <a:avLst/>
            <a:gdLst>
              <a:gd name="GluePoint1X" fmla="*/ 252251 w 1040693"/>
              <a:gd name="GluePoint1Y" fmla="*/ 10840 h 1332817"/>
              <a:gd name="GluePoint2X" fmla="*/ 425744 w 1040693"/>
              <a:gd name="GluePoint2Y" fmla="*/ 17782 h 1332817"/>
              <a:gd name="GluePoint3X" fmla="*/ 684685 w 1040693"/>
              <a:gd name="GluePoint3Y" fmla="*/ 82823 h 1332817"/>
              <a:gd name="GluePoint4X" fmla="*/ 754832 w 1040693"/>
              <a:gd name="GluePoint4Y" fmla="*/ 371825 h 1332817"/>
              <a:gd name="GluePoint5X" fmla="*/ 679777 w 1040693"/>
              <a:gd name="GluePoint5Y" fmla="*/ 809171 h 1332817"/>
              <a:gd name="GluePoint6X" fmla="*/ 468468 w 1040693"/>
              <a:gd name="GluePoint6Y" fmla="*/ 1162548 h 1332817"/>
              <a:gd name="GluePoint7X" fmla="*/ 180180 w 1040693"/>
              <a:gd name="GluePoint7Y" fmla="*/ 802639 h 1332817"/>
              <a:gd name="GluePoint8X" fmla="*/ 36036 w 1040693"/>
              <a:gd name="GluePoint8Y" fmla="*/ 442731 h 1332817"/>
              <a:gd name="GluePoint9X" fmla="*/ 36036 w 1040693"/>
              <a:gd name="GluePoint9Y" fmla="*/ 82823 h 1332817"/>
              <a:gd name="GluePoint10X" fmla="*/ 252251 w 1040693"/>
              <a:gd name="GluePoint10Y" fmla="*/ 10840 h 13328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l" t="t" r="r" b="b"/>
            <a:pathLst>
              <a:path w="1040693" h="1332817">
                <a:moveTo>
                  <a:pt x="347404" y="12416"/>
                </a:moveTo>
                <a:cubicBezTo>
                  <a:pt x="436856" y="0"/>
                  <a:pt x="487082" y="6626"/>
                  <a:pt x="586341" y="20367"/>
                </a:cubicBezTo>
                <a:cubicBezTo>
                  <a:pt x="685600" y="34108"/>
                  <a:pt x="867422" y="27278"/>
                  <a:pt x="942959" y="94864"/>
                </a:cubicBezTo>
                <a:cubicBezTo>
                  <a:pt x="1018496" y="162450"/>
                  <a:pt x="1040693" y="287225"/>
                  <a:pt x="1039566" y="425884"/>
                </a:cubicBezTo>
                <a:cubicBezTo>
                  <a:pt x="1038439" y="564543"/>
                  <a:pt x="1001930" y="775868"/>
                  <a:pt x="936199" y="926816"/>
                </a:cubicBezTo>
                <a:cubicBezTo>
                  <a:pt x="870468" y="1077764"/>
                  <a:pt x="759857" y="1332817"/>
                  <a:pt x="645182" y="1331570"/>
                </a:cubicBezTo>
                <a:cubicBezTo>
                  <a:pt x="530507" y="1330323"/>
                  <a:pt x="347406" y="1056746"/>
                  <a:pt x="248147" y="919334"/>
                </a:cubicBezTo>
                <a:cubicBezTo>
                  <a:pt x="148888" y="781922"/>
                  <a:pt x="82716" y="644510"/>
                  <a:pt x="49630" y="507099"/>
                </a:cubicBezTo>
                <a:cubicBezTo>
                  <a:pt x="16544" y="369688"/>
                  <a:pt x="0" y="177312"/>
                  <a:pt x="49629" y="94865"/>
                </a:cubicBezTo>
                <a:cubicBezTo>
                  <a:pt x="99258" y="12418"/>
                  <a:pt x="257952" y="24832"/>
                  <a:pt x="347404" y="12416"/>
                </a:cubicBezTo>
                <a:close/>
              </a:path>
            </a:pathLst>
          </a:custGeom>
          <a:solidFill>
            <a:srgbClr val="FFFFFF"/>
          </a:solidFill>
          <a:ln w="2556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 rot="20820000">
            <a:off x="4262400" y="1949040"/>
            <a:ext cx="360360" cy="5763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395960" y="2133720"/>
            <a:ext cx="144360" cy="21564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205080" y="5518080"/>
            <a:ext cx="1258920" cy="588960"/>
          </a:xfrm>
          <a:custGeom>
            <a:avLst/>
            <a:gdLst>
              <a:gd name="GluePoint1X" fmla="*/ 1240335 w 1258956"/>
              <a:gd name="GluePoint1Y" fmla="*/ 0 h 588397"/>
              <a:gd name="GluePoint2X" fmla="*/ 1200581 w 1258956"/>
              <a:gd name="GluePoint2Y" fmla="*/ 183056 h 588397"/>
              <a:gd name="GluePoint3X" fmla="*/ 890497 w 1258956"/>
              <a:gd name="GluePoint3Y" fmla="*/ 310399 h 588397"/>
              <a:gd name="GluePoint4X" fmla="*/ 890497 w 1258956"/>
              <a:gd name="GluePoint4Y" fmla="*/ 310399 h 588397"/>
              <a:gd name="GluePoint5X" fmla="*/ 461150 w 1258956"/>
              <a:gd name="GluePoint5Y" fmla="*/ 350195 h 588397"/>
              <a:gd name="GluePoint6X" fmla="*/ 103361 w 1258956"/>
              <a:gd name="GluePoint6Y" fmla="*/ 437743 h 588397"/>
              <a:gd name="GluePoint7X" fmla="*/ 0 w 1258956"/>
              <a:gd name="GluePoint7Y" fmla="*/ 588963 h 5883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1258956" h="588397">
                <a:moveTo>
                  <a:pt x="1240403" y="0"/>
                </a:moveTo>
                <a:cubicBezTo>
                  <a:pt x="1249679" y="65598"/>
                  <a:pt x="1258956" y="131197"/>
                  <a:pt x="1200647" y="182880"/>
                </a:cubicBezTo>
                <a:cubicBezTo>
                  <a:pt x="1142338" y="234563"/>
                  <a:pt x="890546" y="310101"/>
                  <a:pt x="890546" y="310101"/>
                </a:cubicBezTo>
                <a:lnTo>
                  <a:pt x="890546" y="310101"/>
                </a:lnTo>
                <a:cubicBezTo>
                  <a:pt x="818984" y="316727"/>
                  <a:pt x="592372" y="328655"/>
                  <a:pt x="461175" y="349858"/>
                </a:cubicBezTo>
                <a:cubicBezTo>
                  <a:pt x="329979" y="371062"/>
                  <a:pt x="180229" y="397566"/>
                  <a:pt x="103367" y="437322"/>
                </a:cubicBezTo>
                <a:cubicBezTo>
                  <a:pt x="26505" y="477078"/>
                  <a:pt x="13252" y="532737"/>
                  <a:pt x="0" y="588397"/>
                </a:cubicBezTo>
              </a:path>
            </a:pathLst>
          </a:custGeom>
          <a:noFill/>
          <a:ln w="2844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451400" y="5516640"/>
            <a:ext cx="1527120" cy="716040"/>
          </a:xfrm>
          <a:custGeom>
            <a:avLst/>
            <a:gdLst>
              <a:gd name="GluePoint1X" fmla="*/ 15908 w 1526651"/>
              <a:gd name="GluePoint1Y" fmla="*/ 0 h 715617"/>
              <a:gd name="GluePoint2X" fmla="*/ 119311 w 1526651"/>
              <a:gd name="GluePoint2Y" fmla="*/ 182968 h 715617"/>
              <a:gd name="GluePoint3X" fmla="*/ 731772 w 1526651"/>
              <a:gd name="GluePoint3Y" fmla="*/ 262520 h 715617"/>
              <a:gd name="GluePoint4X" fmla="*/ 1368094 w 1526651"/>
              <a:gd name="GluePoint4Y" fmla="*/ 381846 h 715617"/>
              <a:gd name="GluePoint5X" fmla="*/ 1527175 w 1526651"/>
              <a:gd name="GluePoint5Y" fmla="*/ 715962 h 715617"/>
              <a:gd name="GluePoint6X" fmla="*/ 1527175 w 1526651"/>
              <a:gd name="GluePoint6Y" fmla="*/ 715962 h 7156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526651" h="715617">
                <a:moveTo>
                  <a:pt x="15903" y="0"/>
                </a:moveTo>
                <a:cubicBezTo>
                  <a:pt x="7951" y="69574"/>
                  <a:pt x="0" y="139148"/>
                  <a:pt x="119270" y="182880"/>
                </a:cubicBezTo>
                <a:cubicBezTo>
                  <a:pt x="238540" y="226612"/>
                  <a:pt x="523462" y="229263"/>
                  <a:pt x="731521" y="262393"/>
                </a:cubicBezTo>
                <a:cubicBezTo>
                  <a:pt x="939580" y="295523"/>
                  <a:pt x="1235103" y="306125"/>
                  <a:pt x="1367625" y="381662"/>
                </a:cubicBezTo>
                <a:cubicBezTo>
                  <a:pt x="1500147" y="457199"/>
                  <a:pt x="1526651" y="715617"/>
                  <a:pt x="1526651" y="715617"/>
                </a:cubicBezTo>
                <a:lnTo>
                  <a:pt x="1526651" y="715617"/>
                </a:lnTo>
              </a:path>
            </a:pathLst>
          </a:custGeom>
          <a:noFill/>
          <a:ln w="2844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587840" y="5716440"/>
            <a:ext cx="208080" cy="462240"/>
          </a:xfrm>
          <a:custGeom>
            <a:avLst/>
            <a:gdLst>
              <a:gd name="GluePoint1X" fmla="*/ 0 w 208058"/>
              <a:gd name="GluePoint1Y" fmla="*/ 0 h 461176"/>
              <a:gd name="GluePoint2X" fmla="*/ 174848 w 208058"/>
              <a:gd name="GluePoint2Y" fmla="*/ 183192 h 461176"/>
              <a:gd name="GluePoint3X" fmla="*/ 198691 w 208058"/>
              <a:gd name="GluePoint3Y" fmla="*/ 461962 h 461176"/>
              <a:gd name="GluePoint4X" fmla="*/ 198691 w 208058"/>
              <a:gd name="GluePoint4Y" fmla="*/ 461962 h 4611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08058" h="461176">
                <a:moveTo>
                  <a:pt x="0" y="0"/>
                </a:moveTo>
                <a:cubicBezTo>
                  <a:pt x="70899" y="53008"/>
                  <a:pt x="141798" y="106017"/>
                  <a:pt x="174928" y="182880"/>
                </a:cubicBezTo>
                <a:cubicBezTo>
                  <a:pt x="208058" y="259743"/>
                  <a:pt x="198782" y="461176"/>
                  <a:pt x="198782" y="461176"/>
                </a:cubicBezTo>
                <a:lnTo>
                  <a:pt x="198782" y="461176"/>
                </a:lnTo>
              </a:path>
            </a:pathLst>
          </a:custGeom>
          <a:noFill/>
          <a:ln w="2844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132000" y="6086520"/>
            <a:ext cx="144720" cy="14292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5560">
            <a:solidFill>
              <a:srgbClr val="00B0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" rIns="90000" bIns="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707000" y="6141960"/>
            <a:ext cx="144360" cy="14472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5560">
            <a:solidFill>
              <a:srgbClr val="00B0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1440" rIns="90000" bIns="14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891040" y="6165720"/>
            <a:ext cx="144720" cy="14292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5560">
            <a:solidFill>
              <a:srgbClr val="00B0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" rIns="90000" bIns="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153040" y="2133720"/>
            <a:ext cx="1017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Nucleus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014800" y="3141720"/>
            <a:ext cx="2346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Axon initial segment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987640" y="1852560"/>
            <a:ext cx="71640" cy="936720"/>
          </a:xfrm>
          <a:custGeom>
            <a:avLst/>
            <a:gdLst>
              <a:gd name="textAreaLeft" fmla="*/ 20880 w 71640"/>
              <a:gd name="textAreaRight" fmla="*/ 72000 w 71640"/>
              <a:gd name="textAreaTop" fmla="*/ 2880 h 936720"/>
              <a:gd name="textAreaBottom" fmla="*/ 933840 h 9367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69"/>
                  <a:pt x="0" y="137"/>
                </a:cubicBezTo>
                <a:lnTo>
                  <a:pt x="0" y="21463"/>
                </a:lnTo>
                <a:cubicBezTo>
                  <a:pt x="0" y="21532"/>
                  <a:pt x="10800" y="21600"/>
                  <a:pt x="21600" y="21600"/>
                </a:cubicBezTo>
              </a:path>
            </a:pathLst>
          </a:custGeom>
          <a:noFill/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987640" y="2924280"/>
            <a:ext cx="71640" cy="2376360"/>
          </a:xfrm>
          <a:custGeom>
            <a:avLst/>
            <a:gdLst>
              <a:gd name="textAreaLeft" fmla="*/ 20880 w 71640"/>
              <a:gd name="textAreaRight" fmla="*/ 72000 w 71640"/>
              <a:gd name="textAreaTop" fmla="*/ 2880 h 2376360"/>
              <a:gd name="textAreaBottom" fmla="*/ 2373480 h 23763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27"/>
                  <a:pt x="0" y="54"/>
                </a:cubicBezTo>
                <a:lnTo>
                  <a:pt x="0" y="21546"/>
                </a:lnTo>
                <a:cubicBezTo>
                  <a:pt x="0" y="21573"/>
                  <a:pt x="10800" y="21600"/>
                  <a:pt x="21600" y="21600"/>
                </a:cubicBezTo>
              </a:path>
            </a:pathLst>
          </a:custGeom>
          <a:noFill/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 flipH="1">
            <a:off x="3427200" y="731880"/>
            <a:ext cx="431640" cy="10332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440320" y="733320"/>
            <a:ext cx="139680" cy="10332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059280" y="5661000"/>
            <a:ext cx="720720" cy="716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059280" y="5732640"/>
            <a:ext cx="1584000" cy="2174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 flipH="1" flipV="1">
            <a:off x="4635360" y="3116160"/>
            <a:ext cx="446400" cy="18432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 flipH="1" flipV="1">
            <a:off x="4548240" y="2249640"/>
            <a:ext cx="652320" cy="5688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89000" y="115920"/>
            <a:ext cx="1386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Neuron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496880" y="2149560"/>
            <a:ext cx="1017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Soma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531800" y="3749760"/>
            <a:ext cx="754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114800" y="457200"/>
            <a:ext cx="1325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Dendrites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143000" y="5486400"/>
            <a:ext cx="1833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Axon Terminals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029200" y="3657600"/>
            <a:ext cx="1440" cy="1600200"/>
          </a:xfrm>
          <a:prstGeom prst="line">
            <a:avLst/>
          </a:prstGeom>
          <a:ln w="54720">
            <a:solidFill>
              <a:srgbClr val="00A9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086600" y="5715000"/>
            <a:ext cx="1179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Synapse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257800" y="3886200"/>
            <a:ext cx="20988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A933"/>
                </a:solidFill>
                <a:effectLst/>
                <a:uFillTx/>
                <a:latin typeface="Arial"/>
              </a:rPr>
              <a:t>Normal direction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A933"/>
                </a:solidFill>
                <a:effectLst/>
                <a:uFillTx/>
                <a:latin typeface="Arial"/>
              </a:rPr>
              <a:t>Impulse traffic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2987640" y="1852560"/>
            <a:ext cx="71640" cy="936720"/>
          </a:xfrm>
          <a:custGeom>
            <a:avLst/>
            <a:gdLst>
              <a:gd name="textAreaLeft" fmla="*/ 20880 w 71640"/>
              <a:gd name="textAreaRight" fmla="*/ 72000 w 71640"/>
              <a:gd name="textAreaTop" fmla="*/ 2880 h 936720"/>
              <a:gd name="textAreaBottom" fmla="*/ 933840 h 9367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69"/>
                  <a:pt x="0" y="137"/>
                </a:cubicBezTo>
                <a:lnTo>
                  <a:pt x="0" y="21463"/>
                </a:lnTo>
                <a:cubicBezTo>
                  <a:pt x="0" y="21532"/>
                  <a:pt x="10800" y="21600"/>
                  <a:pt x="21600" y="21600"/>
                </a:cubicBezTo>
              </a:path>
            </a:pathLst>
          </a:custGeom>
          <a:noFill/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 flipH="1">
            <a:off x="6178680" y="5943600"/>
            <a:ext cx="914400" cy="228600"/>
          </a:xfrm>
          <a:prstGeom prst="line">
            <a:avLst/>
          </a:prstGeom>
          <a:ln w="18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824040" y="3370320"/>
            <a:ext cx="1788840" cy="1492200"/>
          </a:xfrm>
          <a:custGeom>
            <a:avLst/>
            <a:gdLst>
              <a:gd name="GluePoint1X" fmla="*/ 453374 w 1791694"/>
              <a:gd name="GluePoint1Y" fmla="*/ 499801 h 1494846"/>
              <a:gd name="GluePoint2X" fmla="*/ 628361 w 1791694"/>
              <a:gd name="GluePoint2Y" fmla="*/ 420257 h 1494846"/>
              <a:gd name="GluePoint3X" fmla="*/ 827210 w 1791694"/>
              <a:gd name="GluePoint3Y" fmla="*/ 499801 h 1494846"/>
              <a:gd name="GluePoint4X" fmla="*/ 914703 w 1791694"/>
              <a:gd name="GluePoint4Y" fmla="*/ 682751 h 1494846"/>
              <a:gd name="GluePoint5X" fmla="*/ 874933 w 1791694"/>
              <a:gd name="GluePoint5Y" fmla="*/ 857748 h 1494846"/>
              <a:gd name="GluePoint6X" fmla="*/ 707900 w 1791694"/>
              <a:gd name="GluePoint6Y" fmla="*/ 977063 h 1494846"/>
              <a:gd name="GluePoint7X" fmla="*/ 517006 w 1791694"/>
              <a:gd name="GluePoint7Y" fmla="*/ 985017 h 1494846"/>
              <a:gd name="GluePoint8X" fmla="*/ 349973 w 1791694"/>
              <a:gd name="GluePoint8Y" fmla="*/ 810022 h 1494846"/>
              <a:gd name="GluePoint9X" fmla="*/ 357927 w 1791694"/>
              <a:gd name="GluePoint9Y" fmla="*/ 579344 h 1494846"/>
              <a:gd name="GluePoint10X" fmla="*/ 397697 w 1791694"/>
              <a:gd name="GluePoint10Y" fmla="*/ 428211 h 1494846"/>
              <a:gd name="GluePoint11X" fmla="*/ 540868 w 1791694"/>
              <a:gd name="GluePoint11Y" fmla="*/ 356621 h 1494846"/>
              <a:gd name="GluePoint12X" fmla="*/ 668131 w 1791694"/>
              <a:gd name="GluePoint12Y" fmla="*/ 364576 h 1494846"/>
              <a:gd name="GluePoint13X" fmla="*/ 874933 w 1791694"/>
              <a:gd name="GluePoint13Y" fmla="*/ 428211 h 1494846"/>
              <a:gd name="GluePoint14X" fmla="*/ 938565 w 1791694"/>
              <a:gd name="GluePoint14Y" fmla="*/ 547527 h 1494846"/>
              <a:gd name="GluePoint15X" fmla="*/ 978335 w 1791694"/>
              <a:gd name="GluePoint15Y" fmla="*/ 690705 h 1494846"/>
              <a:gd name="GluePoint16X" fmla="*/ 946518 w 1791694"/>
              <a:gd name="GluePoint16Y" fmla="*/ 873656 h 1494846"/>
              <a:gd name="GluePoint17X" fmla="*/ 859025 w 1791694"/>
              <a:gd name="GluePoint17Y" fmla="*/ 1000927 h 1494846"/>
              <a:gd name="GluePoint18X" fmla="*/ 644269 w 1791694"/>
              <a:gd name="GluePoint18Y" fmla="*/ 1088424 h 1494846"/>
              <a:gd name="GluePoint19X" fmla="*/ 413605 w 1791694"/>
              <a:gd name="GluePoint19Y" fmla="*/ 1032744 h 1494846"/>
              <a:gd name="GluePoint20X" fmla="*/ 286342 w 1791694"/>
              <a:gd name="GluePoint20Y" fmla="*/ 873656 h 1494846"/>
              <a:gd name="GluePoint21X" fmla="*/ 278388 w 1791694"/>
              <a:gd name="GluePoint21Y" fmla="*/ 611162 h 1494846"/>
              <a:gd name="GluePoint22X" fmla="*/ 318157 w 1791694"/>
              <a:gd name="GluePoint22Y" fmla="*/ 380484 h 1494846"/>
              <a:gd name="GluePoint23X" fmla="*/ 453374 w 1791694"/>
              <a:gd name="GluePoint23Y" fmla="*/ 300941 h 1494846"/>
              <a:gd name="GluePoint24X" fmla="*/ 691993 w 1791694"/>
              <a:gd name="GluePoint24Y" fmla="*/ 300941 h 1494846"/>
              <a:gd name="GluePoint25X" fmla="*/ 946518 w 1791694"/>
              <a:gd name="GluePoint25Y" fmla="*/ 372530 h 1494846"/>
              <a:gd name="GluePoint26X" fmla="*/ 994242 w 1791694"/>
              <a:gd name="GluePoint26Y" fmla="*/ 483891 h 1494846"/>
              <a:gd name="GluePoint27X" fmla="*/ 1034012 w 1791694"/>
              <a:gd name="GluePoint27Y" fmla="*/ 730478 h 1494846"/>
              <a:gd name="GluePoint28X" fmla="*/ 1018104 w 1791694"/>
              <a:gd name="GluePoint28Y" fmla="*/ 953200 h 1494846"/>
              <a:gd name="GluePoint29X" fmla="*/ 851072 w 1791694"/>
              <a:gd name="GluePoint29Y" fmla="*/ 1080470 h 1494846"/>
              <a:gd name="GluePoint30X" fmla="*/ 660176 w 1791694"/>
              <a:gd name="GluePoint30Y" fmla="*/ 1175923 h 1494846"/>
              <a:gd name="GluePoint31X" fmla="*/ 405651 w 1791694"/>
              <a:gd name="GluePoint31Y" fmla="*/ 1120243 h 1494846"/>
              <a:gd name="GluePoint32X" fmla="*/ 246573 w 1791694"/>
              <a:gd name="GluePoint32Y" fmla="*/ 985017 h 1494846"/>
              <a:gd name="GluePoint33X" fmla="*/ 206802 w 1791694"/>
              <a:gd name="GluePoint33Y" fmla="*/ 698661 h 1494846"/>
              <a:gd name="GluePoint34X" fmla="*/ 222711 w 1791694"/>
              <a:gd name="GluePoint34Y" fmla="*/ 428211 h 1494846"/>
              <a:gd name="GluePoint35X" fmla="*/ 310204 w 1791694"/>
              <a:gd name="GluePoint35Y" fmla="*/ 285032 h 1494846"/>
              <a:gd name="GluePoint36X" fmla="*/ 540868 w 1791694"/>
              <a:gd name="GluePoint36Y" fmla="*/ 213443 h 1494846"/>
              <a:gd name="GluePoint37X" fmla="*/ 835163 w 1791694"/>
              <a:gd name="GluePoint37Y" fmla="*/ 269123 h 1494846"/>
              <a:gd name="GluePoint38X" fmla="*/ 1057874 w 1791694"/>
              <a:gd name="GluePoint38Y" fmla="*/ 380484 h 1494846"/>
              <a:gd name="GluePoint39X" fmla="*/ 1089690 w 1791694"/>
              <a:gd name="GluePoint39Y" fmla="*/ 658888 h 1494846"/>
              <a:gd name="GluePoint40X" fmla="*/ 1097643 w 1791694"/>
              <a:gd name="GluePoint40Y" fmla="*/ 985017 h 1494846"/>
              <a:gd name="GluePoint41X" fmla="*/ 859025 w 1791694"/>
              <a:gd name="GluePoint41Y" fmla="*/ 1175923 h 1494846"/>
              <a:gd name="GluePoint42X" fmla="*/ 580637 w 1791694"/>
              <a:gd name="GluePoint42Y" fmla="*/ 1231604 h 1494846"/>
              <a:gd name="GluePoint43X" fmla="*/ 294295 w 1791694"/>
              <a:gd name="GluePoint43Y" fmla="*/ 1128197 h 1494846"/>
              <a:gd name="GluePoint44X" fmla="*/ 111355 w 1791694"/>
              <a:gd name="GluePoint44Y" fmla="*/ 849793 h 1494846"/>
              <a:gd name="GluePoint45X" fmla="*/ 143171 w 1791694"/>
              <a:gd name="GluePoint45Y" fmla="*/ 428211 h 1494846"/>
              <a:gd name="GluePoint46X" fmla="*/ 222711 w 1791694"/>
              <a:gd name="GluePoint46Y" fmla="*/ 237306 h 1494846"/>
              <a:gd name="GluePoint47X" fmla="*/ 485191 w 1791694"/>
              <a:gd name="GluePoint47Y" fmla="*/ 78218 h 1494846"/>
              <a:gd name="GluePoint48X" fmla="*/ 898794 w 1791694"/>
              <a:gd name="GluePoint48Y" fmla="*/ 46401 h 1494846"/>
              <a:gd name="GluePoint49X" fmla="*/ 1399893 w 1791694"/>
              <a:gd name="GluePoint49Y" fmla="*/ 86172 h 1494846"/>
              <a:gd name="GluePoint50X" fmla="*/ 1741912 w 1791694"/>
              <a:gd name="GluePoint50Y" fmla="*/ 563435 h 1494846"/>
              <a:gd name="GluePoint51X" fmla="*/ 1702142 w 1791694"/>
              <a:gd name="GluePoint51Y" fmla="*/ 1064562 h 1494846"/>
              <a:gd name="GluePoint52X" fmla="*/ 1447616 w 1791694"/>
              <a:gd name="GluePoint52Y" fmla="*/ 1398646 h 1494846"/>
              <a:gd name="GluePoint53X" fmla="*/ 1145367 w 1791694"/>
              <a:gd name="GluePoint53Y" fmla="*/ 1486144 h 1494846"/>
              <a:gd name="GluePoint54X" fmla="*/ 604499 w 1791694"/>
              <a:gd name="GluePoint54Y" fmla="*/ 1454326 h 1494846"/>
              <a:gd name="GluePoint55X" fmla="*/ 254526 w 1791694"/>
              <a:gd name="GluePoint55Y" fmla="*/ 1239558 h 1494846"/>
              <a:gd name="GluePoint56X" fmla="*/ 31816 w 1791694"/>
              <a:gd name="GluePoint56Y" fmla="*/ 865702 h 1494846"/>
              <a:gd name="GluePoint57X" fmla="*/ 63632 w 1791694"/>
              <a:gd name="GluePoint57Y" fmla="*/ 531618 h 149484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</a:cxnLst>
            <a:rect l="l" t="t" r="r" b="b"/>
            <a:pathLst>
              <a:path w="1791694" h="1494846">
                <a:moveTo>
                  <a:pt x="453224" y="499607"/>
                </a:moveTo>
                <a:cubicBezTo>
                  <a:pt x="509546" y="459850"/>
                  <a:pt x="565868" y="420094"/>
                  <a:pt x="628153" y="420094"/>
                </a:cubicBezTo>
                <a:cubicBezTo>
                  <a:pt x="690438" y="420094"/>
                  <a:pt x="779228" y="455875"/>
                  <a:pt x="826936" y="499607"/>
                </a:cubicBezTo>
                <a:cubicBezTo>
                  <a:pt x="874644" y="543339"/>
                  <a:pt x="906449" y="622852"/>
                  <a:pt x="914400" y="682487"/>
                </a:cubicBezTo>
                <a:cubicBezTo>
                  <a:pt x="922351" y="742122"/>
                  <a:pt x="909100" y="808383"/>
                  <a:pt x="874644" y="857416"/>
                </a:cubicBezTo>
                <a:cubicBezTo>
                  <a:pt x="840188" y="906449"/>
                  <a:pt x="767301" y="955482"/>
                  <a:pt x="707666" y="976685"/>
                </a:cubicBezTo>
                <a:cubicBezTo>
                  <a:pt x="648031" y="997888"/>
                  <a:pt x="576470" y="1012465"/>
                  <a:pt x="516835" y="984636"/>
                </a:cubicBezTo>
                <a:cubicBezTo>
                  <a:pt x="457200" y="956807"/>
                  <a:pt x="376361" y="877294"/>
                  <a:pt x="349857" y="809708"/>
                </a:cubicBezTo>
                <a:cubicBezTo>
                  <a:pt x="323353" y="742122"/>
                  <a:pt x="349858" y="642730"/>
                  <a:pt x="357809" y="579120"/>
                </a:cubicBezTo>
                <a:cubicBezTo>
                  <a:pt x="365760" y="515510"/>
                  <a:pt x="367085" y="465151"/>
                  <a:pt x="397565" y="428045"/>
                </a:cubicBezTo>
                <a:cubicBezTo>
                  <a:pt x="428045" y="390939"/>
                  <a:pt x="495632" y="367085"/>
                  <a:pt x="540689" y="356483"/>
                </a:cubicBezTo>
                <a:cubicBezTo>
                  <a:pt x="585746" y="345881"/>
                  <a:pt x="612251" y="352508"/>
                  <a:pt x="667910" y="364435"/>
                </a:cubicBezTo>
                <a:cubicBezTo>
                  <a:pt x="723569" y="376362"/>
                  <a:pt x="829587" y="397565"/>
                  <a:pt x="874644" y="428045"/>
                </a:cubicBezTo>
                <a:cubicBezTo>
                  <a:pt x="919701" y="458525"/>
                  <a:pt x="921026" y="503583"/>
                  <a:pt x="938254" y="547315"/>
                </a:cubicBezTo>
                <a:cubicBezTo>
                  <a:pt x="955482" y="591047"/>
                  <a:pt x="976686" y="636104"/>
                  <a:pt x="978011" y="690438"/>
                </a:cubicBezTo>
                <a:cubicBezTo>
                  <a:pt x="979336" y="744772"/>
                  <a:pt x="966083" y="821635"/>
                  <a:pt x="946205" y="873318"/>
                </a:cubicBezTo>
                <a:cubicBezTo>
                  <a:pt x="926327" y="925001"/>
                  <a:pt x="909099" y="964758"/>
                  <a:pt x="858741" y="1000539"/>
                </a:cubicBezTo>
                <a:cubicBezTo>
                  <a:pt x="808383" y="1036320"/>
                  <a:pt x="718268" y="1082702"/>
                  <a:pt x="644056" y="1088003"/>
                </a:cubicBezTo>
                <a:cubicBezTo>
                  <a:pt x="569844" y="1093304"/>
                  <a:pt x="473103" y="1068125"/>
                  <a:pt x="413468" y="1032344"/>
                </a:cubicBezTo>
                <a:cubicBezTo>
                  <a:pt x="353833" y="996563"/>
                  <a:pt x="308776" y="943555"/>
                  <a:pt x="286247" y="873318"/>
                </a:cubicBezTo>
                <a:cubicBezTo>
                  <a:pt x="263718" y="803082"/>
                  <a:pt x="272995" y="693089"/>
                  <a:pt x="278296" y="610925"/>
                </a:cubicBezTo>
                <a:cubicBezTo>
                  <a:pt x="283597" y="528761"/>
                  <a:pt x="288897" y="432021"/>
                  <a:pt x="318052" y="380337"/>
                </a:cubicBezTo>
                <a:cubicBezTo>
                  <a:pt x="347207" y="328654"/>
                  <a:pt x="390939" y="314076"/>
                  <a:pt x="453224" y="300824"/>
                </a:cubicBezTo>
                <a:cubicBezTo>
                  <a:pt x="515509" y="287572"/>
                  <a:pt x="609601" y="288897"/>
                  <a:pt x="691764" y="300824"/>
                </a:cubicBezTo>
                <a:cubicBezTo>
                  <a:pt x="773928" y="312751"/>
                  <a:pt x="895847" y="341906"/>
                  <a:pt x="946205" y="372386"/>
                </a:cubicBezTo>
                <a:cubicBezTo>
                  <a:pt x="996563" y="402866"/>
                  <a:pt x="979336" y="424069"/>
                  <a:pt x="993913" y="483704"/>
                </a:cubicBezTo>
                <a:cubicBezTo>
                  <a:pt x="1008491" y="543339"/>
                  <a:pt x="1029694" y="652007"/>
                  <a:pt x="1033670" y="730195"/>
                </a:cubicBezTo>
                <a:cubicBezTo>
                  <a:pt x="1037646" y="808383"/>
                  <a:pt x="1048247" y="894522"/>
                  <a:pt x="1017767" y="952831"/>
                </a:cubicBezTo>
                <a:cubicBezTo>
                  <a:pt x="987287" y="1011140"/>
                  <a:pt x="910425" y="1042946"/>
                  <a:pt x="850790" y="1080052"/>
                </a:cubicBezTo>
                <a:cubicBezTo>
                  <a:pt x="791155" y="1117158"/>
                  <a:pt x="734170" y="1168842"/>
                  <a:pt x="659958" y="1175468"/>
                </a:cubicBezTo>
                <a:cubicBezTo>
                  <a:pt x="585746" y="1182094"/>
                  <a:pt x="474428" y="1151614"/>
                  <a:pt x="405517" y="1119809"/>
                </a:cubicBezTo>
                <a:cubicBezTo>
                  <a:pt x="336606" y="1088004"/>
                  <a:pt x="279621" y="1054872"/>
                  <a:pt x="246491" y="984636"/>
                </a:cubicBezTo>
                <a:cubicBezTo>
                  <a:pt x="213361" y="914400"/>
                  <a:pt x="210710" y="791155"/>
                  <a:pt x="206734" y="698390"/>
                </a:cubicBezTo>
                <a:cubicBezTo>
                  <a:pt x="202758" y="605625"/>
                  <a:pt x="205409" y="496956"/>
                  <a:pt x="222637" y="428045"/>
                </a:cubicBezTo>
                <a:cubicBezTo>
                  <a:pt x="239865" y="359134"/>
                  <a:pt x="257092" y="320703"/>
                  <a:pt x="310101" y="284922"/>
                </a:cubicBezTo>
                <a:cubicBezTo>
                  <a:pt x="363110" y="249141"/>
                  <a:pt x="453225" y="216010"/>
                  <a:pt x="540689" y="213360"/>
                </a:cubicBezTo>
                <a:cubicBezTo>
                  <a:pt x="628153" y="210710"/>
                  <a:pt x="748748" y="241190"/>
                  <a:pt x="834887" y="269019"/>
                </a:cubicBezTo>
                <a:cubicBezTo>
                  <a:pt x="921026" y="296848"/>
                  <a:pt x="1015117" y="315401"/>
                  <a:pt x="1057524" y="380337"/>
                </a:cubicBezTo>
                <a:cubicBezTo>
                  <a:pt x="1099931" y="445273"/>
                  <a:pt x="1082703" y="557917"/>
                  <a:pt x="1089329" y="658633"/>
                </a:cubicBezTo>
                <a:cubicBezTo>
                  <a:pt x="1095955" y="759350"/>
                  <a:pt x="1135711" y="898497"/>
                  <a:pt x="1097280" y="984636"/>
                </a:cubicBezTo>
                <a:cubicBezTo>
                  <a:pt x="1058849" y="1070775"/>
                  <a:pt x="944880" y="1134386"/>
                  <a:pt x="858741" y="1175468"/>
                </a:cubicBezTo>
                <a:cubicBezTo>
                  <a:pt x="772602" y="1216550"/>
                  <a:pt x="674535" y="1239078"/>
                  <a:pt x="580445" y="1231127"/>
                </a:cubicBezTo>
                <a:cubicBezTo>
                  <a:pt x="486355" y="1223176"/>
                  <a:pt x="372386" y="1191370"/>
                  <a:pt x="294198" y="1127760"/>
                </a:cubicBezTo>
                <a:cubicBezTo>
                  <a:pt x="216010" y="1064150"/>
                  <a:pt x="136497" y="966083"/>
                  <a:pt x="111318" y="849464"/>
                </a:cubicBezTo>
                <a:cubicBezTo>
                  <a:pt x="86139" y="732845"/>
                  <a:pt x="124571" y="530087"/>
                  <a:pt x="143124" y="428045"/>
                </a:cubicBezTo>
                <a:cubicBezTo>
                  <a:pt x="161677" y="326003"/>
                  <a:pt x="165653" y="295523"/>
                  <a:pt x="222637" y="237214"/>
                </a:cubicBezTo>
                <a:cubicBezTo>
                  <a:pt x="279621" y="178905"/>
                  <a:pt x="372387" y="109993"/>
                  <a:pt x="485030" y="78188"/>
                </a:cubicBezTo>
                <a:cubicBezTo>
                  <a:pt x="597673" y="46383"/>
                  <a:pt x="746097" y="45058"/>
                  <a:pt x="898497" y="46383"/>
                </a:cubicBezTo>
                <a:cubicBezTo>
                  <a:pt x="1050897" y="47708"/>
                  <a:pt x="1258957" y="0"/>
                  <a:pt x="1399430" y="86139"/>
                </a:cubicBezTo>
                <a:cubicBezTo>
                  <a:pt x="1539903" y="172278"/>
                  <a:pt x="1690978" y="400215"/>
                  <a:pt x="1741336" y="563217"/>
                </a:cubicBezTo>
                <a:cubicBezTo>
                  <a:pt x="1791694" y="726219"/>
                  <a:pt x="1750612" y="925002"/>
                  <a:pt x="1701579" y="1064150"/>
                </a:cubicBezTo>
                <a:cubicBezTo>
                  <a:pt x="1652546" y="1203298"/>
                  <a:pt x="1539902" y="1327868"/>
                  <a:pt x="1447137" y="1398104"/>
                </a:cubicBezTo>
                <a:cubicBezTo>
                  <a:pt x="1354372" y="1468340"/>
                  <a:pt x="1285461" y="1476292"/>
                  <a:pt x="1144988" y="1485569"/>
                </a:cubicBezTo>
                <a:cubicBezTo>
                  <a:pt x="1004515" y="1494846"/>
                  <a:pt x="752723" y="1494845"/>
                  <a:pt x="604299" y="1453763"/>
                </a:cubicBezTo>
                <a:cubicBezTo>
                  <a:pt x="455875" y="1412681"/>
                  <a:pt x="349858" y="1337144"/>
                  <a:pt x="254442" y="1239078"/>
                </a:cubicBezTo>
                <a:cubicBezTo>
                  <a:pt x="159026" y="1141012"/>
                  <a:pt x="63610" y="983311"/>
                  <a:pt x="31805" y="865367"/>
                </a:cubicBezTo>
                <a:cubicBezTo>
                  <a:pt x="0" y="747423"/>
                  <a:pt x="31805" y="639417"/>
                  <a:pt x="63611" y="531412"/>
                </a:cubicBezTo>
              </a:path>
            </a:pathLst>
          </a:custGeom>
          <a:noFill/>
          <a:ln w="28440">
            <a:solidFill>
              <a:srgbClr val="92D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162160" y="3860640"/>
            <a:ext cx="212760" cy="42876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2305080" y="5052960"/>
            <a:ext cx="1765440" cy="1701720"/>
          </a:xfrm>
          <a:custGeom>
            <a:avLst/>
            <a:gdLst>
              <a:gd name="GluePoint1X" fmla="*/ 959802 w 1767840"/>
              <a:gd name="GluePoint1Y" fmla="*/ 67563 h 1705554"/>
              <a:gd name="GluePoint2X" fmla="*/ 1413188 w 1767840"/>
              <a:gd name="GluePoint2Y" fmla="*/ 162947 h 1705554"/>
              <a:gd name="GluePoint3X" fmla="*/ 1731356 w 1767840"/>
              <a:gd name="GluePoint3Y" fmla="*/ 623965 h 1705554"/>
              <a:gd name="GluePoint4X" fmla="*/ 1635905 w 1767840"/>
              <a:gd name="GluePoint4Y" fmla="*/ 1315494 h 1705554"/>
              <a:gd name="GluePoint5X" fmla="*/ 1007527 w 1767840"/>
              <a:gd name="GluePoint5Y" fmla="*/ 1641387 h 1705554"/>
              <a:gd name="GluePoint6X" fmla="*/ 585956 w 1767840"/>
              <a:gd name="GluePoint6Y" fmla="*/ 1665232 h 1705554"/>
              <a:gd name="GluePoint7X" fmla="*/ 243928 w 1767840"/>
              <a:gd name="GluePoint7Y" fmla="*/ 1402929 h 1705554"/>
              <a:gd name="GluePoint8X" fmla="*/ 60982 w 1767840"/>
              <a:gd name="GluePoint8Y" fmla="*/ 926013 h 1705554"/>
              <a:gd name="GluePoint9X" fmla="*/ 76890 w 1767840"/>
              <a:gd name="GluePoint9Y" fmla="*/ 329867 h 1705554"/>
              <a:gd name="GluePoint10X" fmla="*/ 522323 w 1767840"/>
              <a:gd name="GluePoint10Y" fmla="*/ 43717 h 1705554"/>
              <a:gd name="GluePoint11X" fmla="*/ 959802 w 1767840"/>
              <a:gd name="GluePoint11Y" fmla="*/ 67563 h 170555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1767840" h="1705554">
                <a:moveTo>
                  <a:pt x="959457" y="67586"/>
                </a:moveTo>
                <a:cubicBezTo>
                  <a:pt x="1107881" y="87464"/>
                  <a:pt x="1284135" y="70237"/>
                  <a:pt x="1412681" y="163002"/>
                </a:cubicBezTo>
                <a:cubicBezTo>
                  <a:pt x="1541227" y="255767"/>
                  <a:pt x="1693628" y="432021"/>
                  <a:pt x="1730734" y="624177"/>
                </a:cubicBezTo>
                <a:cubicBezTo>
                  <a:pt x="1767840" y="816333"/>
                  <a:pt x="1755913" y="1146313"/>
                  <a:pt x="1635318" y="1315941"/>
                </a:cubicBezTo>
                <a:cubicBezTo>
                  <a:pt x="1514723" y="1485569"/>
                  <a:pt x="1182094" y="1583635"/>
                  <a:pt x="1007165" y="1641944"/>
                </a:cubicBezTo>
                <a:cubicBezTo>
                  <a:pt x="832236" y="1700253"/>
                  <a:pt x="712967" y="1705554"/>
                  <a:pt x="585746" y="1665798"/>
                </a:cubicBezTo>
                <a:cubicBezTo>
                  <a:pt x="458525" y="1626042"/>
                  <a:pt x="331304" y="1526650"/>
                  <a:pt x="243840" y="1403405"/>
                </a:cubicBezTo>
                <a:cubicBezTo>
                  <a:pt x="156376" y="1280160"/>
                  <a:pt x="88790" y="1105231"/>
                  <a:pt x="60960" y="926327"/>
                </a:cubicBezTo>
                <a:cubicBezTo>
                  <a:pt x="33130" y="747423"/>
                  <a:pt x="0" y="477078"/>
                  <a:pt x="76862" y="329979"/>
                </a:cubicBezTo>
                <a:cubicBezTo>
                  <a:pt x="153724" y="182880"/>
                  <a:pt x="369735" y="87464"/>
                  <a:pt x="522135" y="43732"/>
                </a:cubicBezTo>
                <a:cubicBezTo>
                  <a:pt x="674535" y="0"/>
                  <a:pt x="811033" y="47708"/>
                  <a:pt x="959457" y="67586"/>
                </a:cubicBezTo>
                <a:close/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538520" y="3051000"/>
            <a:ext cx="1733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MYELINATED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 flipH="1" flipV="1">
            <a:off x="6875640" y="4500720"/>
            <a:ext cx="69840" cy="35712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3409920" y="5540400"/>
            <a:ext cx="539640" cy="595440"/>
          </a:xfrm>
          <a:custGeom>
            <a:avLst/>
            <a:gdLst>
              <a:gd name="GluePoint1X" fmla="*/ 189887 w 1049571"/>
              <a:gd name="GluePoint1Y" fmla="*/ 168132 h 1028368"/>
              <a:gd name="GluePoint2X" fmla="*/ 280375 w 1049571"/>
              <a:gd name="GluePoint2Y" fmla="*/ 121857 h 1028368"/>
              <a:gd name="GluePoint3X" fmla="*/ 383202 w 1049571"/>
              <a:gd name="GluePoint3Y" fmla="*/ 168132 h 1028368"/>
              <a:gd name="GluePoint4X" fmla="*/ 428445 w 1049571"/>
              <a:gd name="GluePoint4Y" fmla="*/ 274564 h 1028368"/>
              <a:gd name="GluePoint5X" fmla="*/ 407880 w 1049571"/>
              <a:gd name="GluePoint5Y" fmla="*/ 376369 h 1028368"/>
              <a:gd name="GluePoint6X" fmla="*/ 321505 w 1049571"/>
              <a:gd name="GluePoint6Y" fmla="*/ 445781 h 1028368"/>
              <a:gd name="GluePoint7X" fmla="*/ 222792 w 1049571"/>
              <a:gd name="GluePoint7Y" fmla="*/ 450408 h 1028368"/>
              <a:gd name="GluePoint8X" fmla="*/ 136417 w 1049571"/>
              <a:gd name="GluePoint8Y" fmla="*/ 348604 h 1028368"/>
              <a:gd name="GluePoint9X" fmla="*/ 140530 w 1049571"/>
              <a:gd name="GluePoint9Y" fmla="*/ 214407 h 1028368"/>
              <a:gd name="GluePoint10X" fmla="*/ 161095 w 1049571"/>
              <a:gd name="GluePoint10Y" fmla="*/ 126484 h 1028368"/>
              <a:gd name="GluePoint11X" fmla="*/ 235131 w 1049571"/>
              <a:gd name="GluePoint11Y" fmla="*/ 84837 h 1028368"/>
              <a:gd name="GluePoint12X" fmla="*/ 300940 w 1049571"/>
              <a:gd name="GluePoint12Y" fmla="*/ 89465 h 1028368"/>
              <a:gd name="GluePoint13X" fmla="*/ 407880 w 1049571"/>
              <a:gd name="GluePoint13Y" fmla="*/ 126484 h 1028368"/>
              <a:gd name="GluePoint14X" fmla="*/ 440784 w 1049571"/>
              <a:gd name="GluePoint14Y" fmla="*/ 195897 h 1028368"/>
              <a:gd name="GluePoint15X" fmla="*/ 461350 w 1049571"/>
              <a:gd name="GluePoint15Y" fmla="*/ 279191 h 1028368"/>
              <a:gd name="GluePoint16X" fmla="*/ 444897 w 1049571"/>
              <a:gd name="GluePoint16Y" fmla="*/ 385624 h 1028368"/>
              <a:gd name="GluePoint17X" fmla="*/ 399654 w 1049571"/>
              <a:gd name="GluePoint17Y" fmla="*/ 459663 h 1028368"/>
              <a:gd name="GluePoint18X" fmla="*/ 288601 w 1049571"/>
              <a:gd name="GluePoint18Y" fmla="*/ 510566 h 1028368"/>
              <a:gd name="GluePoint19X" fmla="*/ 169322 w 1049571"/>
              <a:gd name="GluePoint19Y" fmla="*/ 478173 h 1028368"/>
              <a:gd name="GluePoint20X" fmla="*/ 103512 w 1049571"/>
              <a:gd name="GluePoint20Y" fmla="*/ 385624 h 1028368"/>
              <a:gd name="GluePoint21X" fmla="*/ 99400 w 1049571"/>
              <a:gd name="GluePoint21Y" fmla="*/ 232916 h 1028368"/>
              <a:gd name="GluePoint22X" fmla="*/ 119965 w 1049571"/>
              <a:gd name="GluePoint22Y" fmla="*/ 98719 h 1028368"/>
              <a:gd name="GluePoint23X" fmla="*/ 189887 w 1049571"/>
              <a:gd name="GluePoint23Y" fmla="*/ 52444 h 1028368"/>
              <a:gd name="GluePoint24X" fmla="*/ 313279 w 1049571"/>
              <a:gd name="GluePoint24Y" fmla="*/ 52444 h 1028368"/>
              <a:gd name="GluePoint25X" fmla="*/ 444897 w 1049571"/>
              <a:gd name="GluePoint25Y" fmla="*/ 94092 h 1028368"/>
              <a:gd name="GluePoint26X" fmla="*/ 469576 w 1049571"/>
              <a:gd name="GluePoint26Y" fmla="*/ 158877 h 1028368"/>
              <a:gd name="GluePoint27X" fmla="*/ 490141 w 1049571"/>
              <a:gd name="GluePoint27Y" fmla="*/ 302329 h 1028368"/>
              <a:gd name="GluePoint28X" fmla="*/ 481915 w 1049571"/>
              <a:gd name="GluePoint28Y" fmla="*/ 431898 h 1028368"/>
              <a:gd name="GluePoint29X" fmla="*/ 395541 w 1049571"/>
              <a:gd name="GluePoint29Y" fmla="*/ 505938 h 1028368"/>
              <a:gd name="GluePoint30X" fmla="*/ 296827 w 1049571"/>
              <a:gd name="GluePoint30Y" fmla="*/ 561468 h 1028368"/>
              <a:gd name="GluePoint31X" fmla="*/ 165209 w 1049571"/>
              <a:gd name="GluePoint31Y" fmla="*/ 529076 h 1028368"/>
              <a:gd name="GluePoint32X" fmla="*/ 82947 w 1049571"/>
              <a:gd name="GluePoint32Y" fmla="*/ 450408 h 1028368"/>
              <a:gd name="GluePoint33X" fmla="*/ 62382 w 1049571"/>
              <a:gd name="GluePoint33Y" fmla="*/ 283819 h 1028368"/>
              <a:gd name="GluePoint34X" fmla="*/ 70608 w 1049571"/>
              <a:gd name="GluePoint34Y" fmla="*/ 126484 h 1028368"/>
              <a:gd name="GluePoint35X" fmla="*/ 115852 w 1049571"/>
              <a:gd name="GluePoint35Y" fmla="*/ 43190 h 1028368"/>
              <a:gd name="GluePoint36X" fmla="*/ 235131 w 1049571"/>
              <a:gd name="GluePoint36Y" fmla="*/ 1542 h 1028368"/>
              <a:gd name="GluePoint37X" fmla="*/ 387314 w 1049571"/>
              <a:gd name="GluePoint37Y" fmla="*/ 33935 h 1028368"/>
              <a:gd name="GluePoint38X" fmla="*/ 502481 w 1049571"/>
              <a:gd name="GluePoint38Y" fmla="*/ 98719 h 1028368"/>
              <a:gd name="GluePoint39X" fmla="*/ 518933 w 1049571"/>
              <a:gd name="GluePoint39Y" fmla="*/ 260682 h 1028368"/>
              <a:gd name="GluePoint40X" fmla="*/ 523046 w 1049571"/>
              <a:gd name="GluePoint40Y" fmla="*/ 450408 h 1028368"/>
              <a:gd name="GluePoint41X" fmla="*/ 399654 w 1049571"/>
              <a:gd name="GluePoint41Y" fmla="*/ 561468 h 1028368"/>
              <a:gd name="GluePoint42X" fmla="*/ 255696 w 1049571"/>
              <a:gd name="GluePoint42Y" fmla="*/ 593861 h 1028368"/>
              <a:gd name="GluePoint43X" fmla="*/ 107625 w 1049571"/>
              <a:gd name="GluePoint43Y" fmla="*/ 533703 h 1028368"/>
              <a:gd name="GluePoint44X" fmla="*/ 13025 w 1049571"/>
              <a:gd name="GluePoint44Y" fmla="*/ 371741 h 1028368"/>
              <a:gd name="GluePoint45X" fmla="*/ 29477 w 1049571"/>
              <a:gd name="GluePoint45Y" fmla="*/ 126484 h 10283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</a:cxnLst>
            <a:rect l="l" t="t" r="r" b="b"/>
            <a:pathLst>
              <a:path w="1049571" h="1028368">
                <a:moveTo>
                  <a:pt x="367085" y="288897"/>
                </a:moveTo>
                <a:cubicBezTo>
                  <a:pt x="423407" y="249140"/>
                  <a:pt x="479729" y="209384"/>
                  <a:pt x="542014" y="209384"/>
                </a:cubicBezTo>
                <a:cubicBezTo>
                  <a:pt x="604299" y="209384"/>
                  <a:pt x="693089" y="245165"/>
                  <a:pt x="740797" y="288897"/>
                </a:cubicBezTo>
                <a:cubicBezTo>
                  <a:pt x="788505" y="332629"/>
                  <a:pt x="820310" y="412142"/>
                  <a:pt x="828261" y="471777"/>
                </a:cubicBezTo>
                <a:cubicBezTo>
                  <a:pt x="836212" y="531412"/>
                  <a:pt x="822961" y="597673"/>
                  <a:pt x="788505" y="646706"/>
                </a:cubicBezTo>
                <a:cubicBezTo>
                  <a:pt x="754049" y="695739"/>
                  <a:pt x="681162" y="744772"/>
                  <a:pt x="621527" y="765975"/>
                </a:cubicBezTo>
                <a:cubicBezTo>
                  <a:pt x="561892" y="787178"/>
                  <a:pt x="490331" y="801755"/>
                  <a:pt x="430696" y="773926"/>
                </a:cubicBezTo>
                <a:cubicBezTo>
                  <a:pt x="371061" y="746097"/>
                  <a:pt x="290222" y="666584"/>
                  <a:pt x="263718" y="598998"/>
                </a:cubicBezTo>
                <a:cubicBezTo>
                  <a:pt x="237214" y="531412"/>
                  <a:pt x="263719" y="432020"/>
                  <a:pt x="271670" y="368410"/>
                </a:cubicBezTo>
                <a:cubicBezTo>
                  <a:pt x="279621" y="304800"/>
                  <a:pt x="280946" y="254441"/>
                  <a:pt x="311426" y="217335"/>
                </a:cubicBezTo>
                <a:cubicBezTo>
                  <a:pt x="341906" y="180229"/>
                  <a:pt x="409493" y="156375"/>
                  <a:pt x="454550" y="145773"/>
                </a:cubicBezTo>
                <a:cubicBezTo>
                  <a:pt x="499607" y="135171"/>
                  <a:pt x="526112" y="141798"/>
                  <a:pt x="581771" y="153725"/>
                </a:cubicBezTo>
                <a:cubicBezTo>
                  <a:pt x="637430" y="165652"/>
                  <a:pt x="743448" y="186855"/>
                  <a:pt x="788505" y="217335"/>
                </a:cubicBezTo>
                <a:cubicBezTo>
                  <a:pt x="833562" y="247815"/>
                  <a:pt x="834887" y="292873"/>
                  <a:pt x="852115" y="336605"/>
                </a:cubicBezTo>
                <a:cubicBezTo>
                  <a:pt x="869343" y="380337"/>
                  <a:pt x="890547" y="425394"/>
                  <a:pt x="891872" y="479728"/>
                </a:cubicBezTo>
                <a:cubicBezTo>
                  <a:pt x="893197" y="534062"/>
                  <a:pt x="879944" y="610925"/>
                  <a:pt x="860066" y="662608"/>
                </a:cubicBezTo>
                <a:cubicBezTo>
                  <a:pt x="840188" y="714291"/>
                  <a:pt x="822960" y="754048"/>
                  <a:pt x="772602" y="789829"/>
                </a:cubicBezTo>
                <a:cubicBezTo>
                  <a:pt x="722244" y="825610"/>
                  <a:pt x="632129" y="871992"/>
                  <a:pt x="557917" y="877293"/>
                </a:cubicBezTo>
                <a:cubicBezTo>
                  <a:pt x="483705" y="882594"/>
                  <a:pt x="386964" y="857415"/>
                  <a:pt x="327329" y="821634"/>
                </a:cubicBezTo>
                <a:cubicBezTo>
                  <a:pt x="267694" y="785853"/>
                  <a:pt x="222637" y="732845"/>
                  <a:pt x="200108" y="662608"/>
                </a:cubicBezTo>
                <a:cubicBezTo>
                  <a:pt x="177579" y="592372"/>
                  <a:pt x="186856" y="482379"/>
                  <a:pt x="192157" y="400215"/>
                </a:cubicBezTo>
                <a:cubicBezTo>
                  <a:pt x="197458" y="318051"/>
                  <a:pt x="202758" y="221311"/>
                  <a:pt x="231913" y="169627"/>
                </a:cubicBezTo>
                <a:cubicBezTo>
                  <a:pt x="261068" y="117944"/>
                  <a:pt x="304800" y="103366"/>
                  <a:pt x="367085" y="90114"/>
                </a:cubicBezTo>
                <a:cubicBezTo>
                  <a:pt x="429370" y="76862"/>
                  <a:pt x="523462" y="78187"/>
                  <a:pt x="605625" y="90114"/>
                </a:cubicBezTo>
                <a:cubicBezTo>
                  <a:pt x="687789" y="102041"/>
                  <a:pt x="809708" y="131196"/>
                  <a:pt x="860066" y="161676"/>
                </a:cubicBezTo>
                <a:cubicBezTo>
                  <a:pt x="910424" y="192156"/>
                  <a:pt x="893197" y="213359"/>
                  <a:pt x="907774" y="272994"/>
                </a:cubicBezTo>
                <a:cubicBezTo>
                  <a:pt x="922352" y="332629"/>
                  <a:pt x="943555" y="441297"/>
                  <a:pt x="947531" y="519485"/>
                </a:cubicBezTo>
                <a:cubicBezTo>
                  <a:pt x="951507" y="597673"/>
                  <a:pt x="962108" y="683812"/>
                  <a:pt x="931628" y="742121"/>
                </a:cubicBezTo>
                <a:cubicBezTo>
                  <a:pt x="901148" y="800430"/>
                  <a:pt x="824286" y="832236"/>
                  <a:pt x="764651" y="869342"/>
                </a:cubicBezTo>
                <a:cubicBezTo>
                  <a:pt x="705016" y="906448"/>
                  <a:pt x="648031" y="958132"/>
                  <a:pt x="573819" y="964758"/>
                </a:cubicBezTo>
                <a:cubicBezTo>
                  <a:pt x="499607" y="971384"/>
                  <a:pt x="388289" y="940904"/>
                  <a:pt x="319378" y="909099"/>
                </a:cubicBezTo>
                <a:cubicBezTo>
                  <a:pt x="250467" y="877294"/>
                  <a:pt x="193482" y="844162"/>
                  <a:pt x="160352" y="773926"/>
                </a:cubicBezTo>
                <a:cubicBezTo>
                  <a:pt x="127222" y="703690"/>
                  <a:pt x="124571" y="580445"/>
                  <a:pt x="120595" y="487680"/>
                </a:cubicBezTo>
                <a:cubicBezTo>
                  <a:pt x="116619" y="394915"/>
                  <a:pt x="119270" y="286246"/>
                  <a:pt x="136498" y="217335"/>
                </a:cubicBezTo>
                <a:cubicBezTo>
                  <a:pt x="153726" y="148424"/>
                  <a:pt x="170953" y="109993"/>
                  <a:pt x="223962" y="74212"/>
                </a:cubicBezTo>
                <a:cubicBezTo>
                  <a:pt x="276971" y="38431"/>
                  <a:pt x="367086" y="5300"/>
                  <a:pt x="454550" y="2650"/>
                </a:cubicBezTo>
                <a:cubicBezTo>
                  <a:pt x="542014" y="0"/>
                  <a:pt x="662609" y="30480"/>
                  <a:pt x="748748" y="58309"/>
                </a:cubicBezTo>
                <a:cubicBezTo>
                  <a:pt x="834887" y="86138"/>
                  <a:pt x="928978" y="104691"/>
                  <a:pt x="971385" y="169627"/>
                </a:cubicBezTo>
                <a:cubicBezTo>
                  <a:pt x="1013792" y="234563"/>
                  <a:pt x="996564" y="347207"/>
                  <a:pt x="1003190" y="447923"/>
                </a:cubicBezTo>
                <a:cubicBezTo>
                  <a:pt x="1009816" y="548640"/>
                  <a:pt x="1049572" y="687787"/>
                  <a:pt x="1011141" y="773926"/>
                </a:cubicBezTo>
                <a:cubicBezTo>
                  <a:pt x="972710" y="860065"/>
                  <a:pt x="858741" y="923676"/>
                  <a:pt x="772602" y="964758"/>
                </a:cubicBezTo>
                <a:cubicBezTo>
                  <a:pt x="686463" y="1005840"/>
                  <a:pt x="588396" y="1028368"/>
                  <a:pt x="494306" y="1020417"/>
                </a:cubicBezTo>
                <a:cubicBezTo>
                  <a:pt x="400216" y="1012466"/>
                  <a:pt x="286247" y="980660"/>
                  <a:pt x="208059" y="917050"/>
                </a:cubicBezTo>
                <a:cubicBezTo>
                  <a:pt x="129871" y="853440"/>
                  <a:pt x="50358" y="755373"/>
                  <a:pt x="25179" y="638754"/>
                </a:cubicBezTo>
                <a:cubicBezTo>
                  <a:pt x="0" y="522135"/>
                  <a:pt x="38432" y="319377"/>
                  <a:pt x="56985" y="217335"/>
                </a:cubicBezTo>
              </a:path>
            </a:pathLst>
          </a:custGeom>
          <a:noFill/>
          <a:ln w="28440">
            <a:solidFill>
              <a:srgbClr val="92D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 flipH="1" flipV="1">
            <a:off x="5875200" y="4653000"/>
            <a:ext cx="68400" cy="54432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485040" y="3032280"/>
            <a:ext cx="1666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Myelin sheath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"/>
          <p:cNvGrpSpPr/>
          <p:nvPr/>
        </p:nvGrpSpPr>
        <p:grpSpPr>
          <a:xfrm>
            <a:off x="4002120" y="3244680"/>
            <a:ext cx="3541680" cy="1400040"/>
            <a:chOff x="4002120" y="3244680"/>
            <a:chExt cx="3541680" cy="1400040"/>
          </a:xfrm>
        </p:grpSpPr>
        <p:sp>
          <p:nvSpPr>
            <p:cNvPr id="137" name=""/>
            <p:cNvSpPr/>
            <p:nvPr/>
          </p:nvSpPr>
          <p:spPr>
            <a:xfrm rot="16200000">
              <a:off x="5569560" y="2352240"/>
              <a:ext cx="495720" cy="3376440"/>
            </a:xfrm>
            <a:prstGeom prst="can">
              <a:avLst>
                <a:gd name="adj" fmla="val 3717"/>
              </a:avLst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6375960" y="3829680"/>
              <a:ext cx="9612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2000" b="1" u="none" strike="noStrike">
                  <a:solidFill>
                    <a:srgbClr val="FFFFFF"/>
                  </a:solidFill>
                  <a:effectLst/>
                  <a:uFillTx/>
                  <a:latin typeface="Comic Sans MS"/>
                </a:rPr>
                <a:t>AXON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"/>
            <p:cNvSpPr/>
            <p:nvPr/>
          </p:nvSpPr>
          <p:spPr>
            <a:xfrm flipH="1">
              <a:off x="6448320" y="3244680"/>
              <a:ext cx="77760" cy="392760"/>
            </a:xfrm>
            <a:prstGeom prst="line">
              <a:avLst/>
            </a:prstGeom>
            <a:ln w="12600">
              <a:solidFill>
                <a:srgbClr val="92D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4002120" y="3475080"/>
              <a:ext cx="249120" cy="1144440"/>
            </a:xfrm>
            <a:custGeom>
              <a:avLst/>
              <a:gdLst>
                <a:gd name="GluePoint1X" fmla="*/ 233353 w 257092"/>
                <a:gd name="GluePoint1Y" fmla="*/ 0 h 1144988"/>
                <a:gd name="GluePoint2X" fmla="*/ 129935 w 257092"/>
                <a:gd name="GluePoint2Y" fmla="*/ 111333 h 1144988"/>
                <a:gd name="GluePoint3X" fmla="*/ 34473 w 257092"/>
                <a:gd name="GluePoint3Y" fmla="*/ 349905 h 1144988"/>
                <a:gd name="GluePoint4X" fmla="*/ 10607 w 257092"/>
                <a:gd name="GluePoint4Y" fmla="*/ 580525 h 1144988"/>
                <a:gd name="GluePoint5X" fmla="*/ 10607 w 257092"/>
                <a:gd name="GluePoint5Y" fmla="*/ 795240 h 1144988"/>
                <a:gd name="GluePoint6X" fmla="*/ 74249 w 257092"/>
                <a:gd name="GluePoint6Y" fmla="*/ 986098 h 1144988"/>
                <a:gd name="GluePoint7X" fmla="*/ 257219 w 257092"/>
                <a:gd name="GluePoint7Y" fmla="*/ 1145146 h 11449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257092" h="1144988">
                  <a:moveTo>
                    <a:pt x="233238" y="0"/>
                  </a:moveTo>
                  <a:cubicBezTo>
                    <a:pt x="198119" y="26504"/>
                    <a:pt x="163001" y="53009"/>
                    <a:pt x="129871" y="111318"/>
                  </a:cubicBezTo>
                  <a:cubicBezTo>
                    <a:pt x="96741" y="169627"/>
                    <a:pt x="54334" y="271669"/>
                    <a:pt x="34456" y="349857"/>
                  </a:cubicBezTo>
                  <a:cubicBezTo>
                    <a:pt x="14578" y="428045"/>
                    <a:pt x="14578" y="506233"/>
                    <a:pt x="10602" y="580445"/>
                  </a:cubicBezTo>
                  <a:cubicBezTo>
                    <a:pt x="6626" y="654657"/>
                    <a:pt x="0" y="727544"/>
                    <a:pt x="10602" y="795130"/>
                  </a:cubicBezTo>
                  <a:cubicBezTo>
                    <a:pt x="21204" y="862716"/>
                    <a:pt x="33130" y="927652"/>
                    <a:pt x="74212" y="985962"/>
                  </a:cubicBezTo>
                  <a:cubicBezTo>
                    <a:pt x="115294" y="1044272"/>
                    <a:pt x="186193" y="1094630"/>
                    <a:pt x="257092" y="1144988"/>
                  </a:cubicBezTo>
                </a:path>
              </a:pathLst>
            </a:custGeom>
            <a:noFill/>
            <a:ln w="1260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4048200" y="3554640"/>
              <a:ext cx="171360" cy="968040"/>
            </a:xfrm>
            <a:custGeom>
              <a:avLst/>
              <a:gdLst>
                <a:gd name="GluePoint1X" fmla="*/ 179419 w 178905"/>
                <a:gd name="GluePoint1Y" fmla="*/ 0 h 970059"/>
                <a:gd name="GluePoint2X" fmla="*/ 75755 w 178905"/>
                <a:gd name="GluePoint2Y" fmla="*/ 159088 h 970059"/>
                <a:gd name="GluePoint3X" fmla="*/ 27910 w 178905"/>
                <a:gd name="GluePoint3Y" fmla="*/ 373856 h 970059"/>
                <a:gd name="GluePoint4X" fmla="*/ 3987 w 178905"/>
                <a:gd name="GluePoint4Y" fmla="*/ 636351 h 970059"/>
                <a:gd name="GluePoint5X" fmla="*/ 51832 w 178905"/>
                <a:gd name="GluePoint5Y" fmla="*/ 827257 h 970059"/>
                <a:gd name="GluePoint6X" fmla="*/ 179419 w 178905"/>
                <a:gd name="GluePoint6Y" fmla="*/ 970436 h 9700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78905" h="970059">
                  <a:moveTo>
                    <a:pt x="178905" y="0"/>
                  </a:moveTo>
                  <a:cubicBezTo>
                    <a:pt x="139811" y="48370"/>
                    <a:pt x="100717" y="96741"/>
                    <a:pt x="75538" y="159026"/>
                  </a:cubicBezTo>
                  <a:cubicBezTo>
                    <a:pt x="50359" y="221311"/>
                    <a:pt x="39757" y="294198"/>
                    <a:pt x="27830" y="373711"/>
                  </a:cubicBezTo>
                  <a:cubicBezTo>
                    <a:pt x="15903" y="453224"/>
                    <a:pt x="0" y="560566"/>
                    <a:pt x="3976" y="636104"/>
                  </a:cubicBezTo>
                  <a:cubicBezTo>
                    <a:pt x="7952" y="711642"/>
                    <a:pt x="22529" y="771277"/>
                    <a:pt x="51684" y="826936"/>
                  </a:cubicBezTo>
                  <a:cubicBezTo>
                    <a:pt x="80839" y="882595"/>
                    <a:pt x="129872" y="926327"/>
                    <a:pt x="178905" y="970059"/>
                  </a:cubicBezTo>
                </a:path>
              </a:pathLst>
            </a:custGeom>
            <a:noFill/>
            <a:ln w="1260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4083120" y="3689640"/>
              <a:ext cx="176040" cy="762840"/>
            </a:xfrm>
            <a:custGeom>
              <a:avLst/>
              <a:gdLst>
                <a:gd name="GluePoint1X" fmla="*/ 128530 w 184205"/>
                <a:gd name="GluePoint1Y" fmla="*/ 0 h 763325"/>
                <a:gd name="GluePoint2X" fmla="*/ 80828 w 184205"/>
                <a:gd name="GluePoint2Y" fmla="*/ 71622 h 763325"/>
                <a:gd name="GluePoint3X" fmla="*/ 33127 w 184205"/>
                <a:gd name="GluePoint3Y" fmla="*/ 175075 h 763325"/>
                <a:gd name="GluePoint4X" fmla="*/ 1325 w 184205"/>
                <a:gd name="GluePoint4Y" fmla="*/ 453603 h 763325"/>
                <a:gd name="GluePoint5X" fmla="*/ 41077 w 184205"/>
                <a:gd name="GluePoint5Y" fmla="*/ 596845 h 763325"/>
                <a:gd name="GluePoint6X" fmla="*/ 120580 w 184205"/>
                <a:gd name="GluePoint6Y" fmla="*/ 732130 h 763325"/>
                <a:gd name="GluePoint7X" fmla="*/ 184182 w 184205"/>
                <a:gd name="GluePoint7Y" fmla="*/ 763961 h 763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184205" h="763325">
                  <a:moveTo>
                    <a:pt x="128546" y="0"/>
                  </a:moveTo>
                  <a:cubicBezTo>
                    <a:pt x="112643" y="21203"/>
                    <a:pt x="96740" y="42407"/>
                    <a:pt x="80838" y="71562"/>
                  </a:cubicBezTo>
                  <a:cubicBezTo>
                    <a:pt x="64936" y="100717"/>
                    <a:pt x="46383" y="111319"/>
                    <a:pt x="33131" y="174929"/>
                  </a:cubicBezTo>
                  <a:cubicBezTo>
                    <a:pt x="19879" y="238540"/>
                    <a:pt x="0" y="382989"/>
                    <a:pt x="1325" y="453225"/>
                  </a:cubicBezTo>
                  <a:cubicBezTo>
                    <a:pt x="2650" y="523461"/>
                    <a:pt x="21204" y="549966"/>
                    <a:pt x="41082" y="596348"/>
                  </a:cubicBezTo>
                  <a:cubicBezTo>
                    <a:pt x="60960" y="642731"/>
                    <a:pt x="96741" y="703691"/>
                    <a:pt x="120595" y="731520"/>
                  </a:cubicBezTo>
                  <a:cubicBezTo>
                    <a:pt x="144449" y="759349"/>
                    <a:pt x="164327" y="761337"/>
                    <a:pt x="184205" y="763325"/>
                  </a:cubicBezTo>
                </a:path>
              </a:pathLst>
            </a:custGeom>
            <a:noFill/>
            <a:ln w="1260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4110120" y="3753360"/>
              <a:ext cx="149040" cy="613440"/>
            </a:xfrm>
            <a:custGeom>
              <a:avLst/>
              <a:gdLst>
                <a:gd name="GluePoint1X" fmla="*/ 125487 w 157700"/>
                <a:gd name="GluePoint1Y" fmla="*/ 0 h 620201"/>
                <a:gd name="GluePoint2X" fmla="*/ 62083 w 157700"/>
                <a:gd name="GluePoint2Y" fmla="*/ 63694 h 620201"/>
                <a:gd name="GluePoint3X" fmla="*/ 6605 w 157700"/>
                <a:gd name="GluePoint3Y" fmla="*/ 254775 h 620201"/>
                <a:gd name="GluePoint4X" fmla="*/ 22455 w 157700"/>
                <a:gd name="GluePoint4Y" fmla="*/ 461781 h 620201"/>
                <a:gd name="GluePoint5X" fmla="*/ 85860 w 157700"/>
                <a:gd name="GluePoint5Y" fmla="*/ 581208 h 620201"/>
                <a:gd name="GluePoint6X" fmla="*/ 157189 w 157700"/>
                <a:gd name="GluePoint6Y" fmla="*/ 621016 h 6202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57700" h="620201">
                  <a:moveTo>
                    <a:pt x="125895" y="0"/>
                  </a:moveTo>
                  <a:cubicBezTo>
                    <a:pt x="104029" y="10601"/>
                    <a:pt x="82163" y="21203"/>
                    <a:pt x="62285" y="63610"/>
                  </a:cubicBezTo>
                  <a:cubicBezTo>
                    <a:pt x="42407" y="106017"/>
                    <a:pt x="13252" y="188180"/>
                    <a:pt x="6626" y="254441"/>
                  </a:cubicBezTo>
                  <a:cubicBezTo>
                    <a:pt x="0" y="320702"/>
                    <a:pt x="9276" y="406841"/>
                    <a:pt x="22528" y="461175"/>
                  </a:cubicBezTo>
                  <a:cubicBezTo>
                    <a:pt x="35780" y="515509"/>
                    <a:pt x="63610" y="553941"/>
                    <a:pt x="86139" y="580445"/>
                  </a:cubicBezTo>
                  <a:cubicBezTo>
                    <a:pt x="108668" y="606949"/>
                    <a:pt x="133184" y="613575"/>
                    <a:pt x="157700" y="620201"/>
                  </a:cubicBezTo>
                </a:path>
              </a:pathLst>
            </a:custGeom>
            <a:noFill/>
            <a:ln w="1260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 rot="16440000">
              <a:off x="4439520" y="3474360"/>
              <a:ext cx="149040" cy="306360"/>
            </a:xfrm>
            <a:prstGeom prst="ellipse">
              <a:avLst/>
            </a:prstGeom>
            <a:solidFill>
              <a:srgbClr val="000000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 flipV="1">
              <a:off x="4238640" y="4266720"/>
              <a:ext cx="3305160" cy="378000"/>
            </a:xfrm>
            <a:custGeom>
              <a:avLst/>
              <a:gdLst>
                <a:gd name="GluePoint1X" fmla="*/ 3226240 w 3314369"/>
                <a:gd name="GluePoint1Y" fmla="*/ 342184 h 385638"/>
                <a:gd name="GluePoint2X" fmla="*/ 3162643 w 3314369"/>
                <a:gd name="GluePoint2Y" fmla="*/ 143240 h 385638"/>
                <a:gd name="GluePoint3X" fmla="*/ 3059297 w 3314369"/>
                <a:gd name="GluePoint3Y" fmla="*/ 127324 h 385638"/>
                <a:gd name="GluePoint4X" fmla="*/ 2757210 w 3314369"/>
                <a:gd name="GluePoint4Y" fmla="*/ 135282 h 385638"/>
                <a:gd name="GluePoint5X" fmla="*/ 2653864 w 3314369"/>
                <a:gd name="GluePoint5Y" fmla="*/ 334226 h 385638"/>
                <a:gd name="GluePoint6X" fmla="*/ 2566418 w 3314369"/>
                <a:gd name="GluePoint6Y" fmla="*/ 342184 h 385638"/>
                <a:gd name="GluePoint7X" fmla="*/ 2502820 w 3314369"/>
                <a:gd name="GluePoint7Y" fmla="*/ 135282 h 385638"/>
                <a:gd name="GluePoint8X" fmla="*/ 2431274 w 3314369"/>
                <a:gd name="GluePoint8Y" fmla="*/ 127324 h 385638"/>
                <a:gd name="GluePoint9X" fmla="*/ 2097388 w 3314369"/>
                <a:gd name="GluePoint9Y" fmla="*/ 119367 h 385638"/>
                <a:gd name="GluePoint10X" fmla="*/ 2025840 w 3314369"/>
                <a:gd name="GluePoint10Y" fmla="*/ 238733 h 385638"/>
                <a:gd name="GluePoint11X" fmla="*/ 2017891 w 3314369"/>
                <a:gd name="GluePoint11Y" fmla="*/ 318310 h 385638"/>
                <a:gd name="GluePoint12X" fmla="*/ 1922495 w 3314369"/>
                <a:gd name="GluePoint12Y" fmla="*/ 334226 h 385638"/>
                <a:gd name="GluePoint13X" fmla="*/ 1866847 w 3314369"/>
                <a:gd name="GluePoint13Y" fmla="*/ 127324 h 385638"/>
                <a:gd name="GluePoint14X" fmla="*/ 1715803 w 3314369"/>
                <a:gd name="GluePoint14Y" fmla="*/ 103451 h 385638"/>
                <a:gd name="GluePoint15X" fmla="*/ 1389868 w 3314369"/>
                <a:gd name="GluePoint15Y" fmla="*/ 103451 h 385638"/>
                <a:gd name="GluePoint16X" fmla="*/ 1302421 w 3314369"/>
                <a:gd name="GluePoint16Y" fmla="*/ 278522 h 385638"/>
                <a:gd name="GluePoint17X" fmla="*/ 1294471 w 3314369"/>
                <a:gd name="GluePoint17Y" fmla="*/ 318310 h 385638"/>
                <a:gd name="GluePoint18X" fmla="*/ 1238824 w 3314369"/>
                <a:gd name="GluePoint18Y" fmla="*/ 326269 h 385638"/>
                <a:gd name="GluePoint19X" fmla="*/ 1183176 w 3314369"/>
                <a:gd name="GluePoint19Y" fmla="*/ 103451 h 385638"/>
                <a:gd name="GluePoint20X" fmla="*/ 1127529 w 3314369"/>
                <a:gd name="GluePoint20Y" fmla="*/ 79578 h 385638"/>
                <a:gd name="GluePoint21X" fmla="*/ 865190 w 3314369"/>
                <a:gd name="GluePoint21Y" fmla="*/ 71620 h 385638"/>
                <a:gd name="GluePoint22X" fmla="*/ 745944 w 3314369"/>
                <a:gd name="GluePoint22Y" fmla="*/ 63663 h 385638"/>
                <a:gd name="GluePoint23X" fmla="*/ 714146 w 3314369"/>
                <a:gd name="GluePoint23Y" fmla="*/ 87535 h 385638"/>
                <a:gd name="GluePoint24X" fmla="*/ 682347 w 3314369"/>
                <a:gd name="GluePoint24Y" fmla="*/ 230775 h 385638"/>
                <a:gd name="GluePoint25X" fmla="*/ 682347 w 3314369"/>
                <a:gd name="GluePoint25Y" fmla="*/ 294437 h 385638"/>
                <a:gd name="GluePoint26X" fmla="*/ 650548 w 3314369"/>
                <a:gd name="GluePoint26Y" fmla="*/ 310353 h 385638"/>
                <a:gd name="GluePoint27X" fmla="*/ 602851 w 3314369"/>
                <a:gd name="GluePoint27Y" fmla="*/ 214859 h 385638"/>
                <a:gd name="GluePoint28X" fmla="*/ 563102 w 3314369"/>
                <a:gd name="GluePoint28Y" fmla="*/ 87535 h 385638"/>
                <a:gd name="GluePoint29X" fmla="*/ 515404 w 3314369"/>
                <a:gd name="GluePoint29Y" fmla="*/ 55704 h 385638"/>
                <a:gd name="GluePoint30X" fmla="*/ 404109 w 3314369"/>
                <a:gd name="GluePoint30Y" fmla="*/ 47747 h 385638"/>
                <a:gd name="GluePoint31X" fmla="*/ 237166 w 3314369"/>
                <a:gd name="GluePoint31Y" fmla="*/ 47747 h 385638"/>
                <a:gd name="GluePoint32X" fmla="*/ 94072 w 3314369"/>
                <a:gd name="GluePoint32Y" fmla="*/ 47747 h 385638"/>
                <a:gd name="GluePoint33X" fmla="*/ 22524 w 3314369"/>
                <a:gd name="GluePoint33Y" fmla="*/ 47747 h 385638"/>
                <a:gd name="GluePoint34X" fmla="*/ 30475 w 3314369"/>
                <a:gd name="GluePoint34Y" fmla="*/ 334226 h 385638"/>
                <a:gd name="GluePoint35X" fmla="*/ 102021 w 3314369"/>
                <a:gd name="GluePoint35Y" fmla="*/ 358099 h 385638"/>
                <a:gd name="GluePoint36X" fmla="*/ 642599 w 3314369"/>
                <a:gd name="GluePoint36Y" fmla="*/ 334226 h 385638"/>
                <a:gd name="GluePoint37X" fmla="*/ 1262673 w 3314369"/>
                <a:gd name="GluePoint37Y" fmla="*/ 358099 h 385638"/>
                <a:gd name="GluePoint38X" fmla="*/ 1970193 w 3314369"/>
                <a:gd name="GluePoint38Y" fmla="*/ 350141 h 385638"/>
                <a:gd name="GluePoint39X" fmla="*/ 2637964 w 3314369"/>
                <a:gd name="GluePoint39Y" fmla="*/ 374014 h 385638"/>
                <a:gd name="GluePoint40X" fmla="*/ 3226240 w 3314369"/>
                <a:gd name="GluePoint40Y" fmla="*/ 342184 h 3856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l" t="t" r="r" b="b"/>
              <a:pathLst>
                <a:path w="3314369" h="385638">
                  <a:moveTo>
                    <a:pt x="3226905" y="341906"/>
                  </a:moveTo>
                  <a:cubicBezTo>
                    <a:pt x="3314369" y="303475"/>
                    <a:pt x="3191125" y="178905"/>
                    <a:pt x="3163295" y="143124"/>
                  </a:cubicBezTo>
                  <a:cubicBezTo>
                    <a:pt x="3135466" y="107343"/>
                    <a:pt x="3059928" y="127221"/>
                    <a:pt x="3059928" y="127221"/>
                  </a:cubicBezTo>
                  <a:cubicBezTo>
                    <a:pt x="2992342" y="125896"/>
                    <a:pt x="2825364" y="100716"/>
                    <a:pt x="2757778" y="135172"/>
                  </a:cubicBezTo>
                  <a:cubicBezTo>
                    <a:pt x="2690192" y="169628"/>
                    <a:pt x="2686216" y="299499"/>
                    <a:pt x="2654411" y="333955"/>
                  </a:cubicBezTo>
                  <a:cubicBezTo>
                    <a:pt x="2622606" y="368411"/>
                    <a:pt x="2592126" y="375037"/>
                    <a:pt x="2566947" y="341906"/>
                  </a:cubicBezTo>
                  <a:cubicBezTo>
                    <a:pt x="2541768" y="308776"/>
                    <a:pt x="2525865" y="170953"/>
                    <a:pt x="2503336" y="135172"/>
                  </a:cubicBezTo>
                  <a:cubicBezTo>
                    <a:pt x="2480807" y="99391"/>
                    <a:pt x="2499361" y="129871"/>
                    <a:pt x="2431775" y="127221"/>
                  </a:cubicBezTo>
                  <a:cubicBezTo>
                    <a:pt x="2364189" y="124571"/>
                    <a:pt x="2165406" y="100717"/>
                    <a:pt x="2097820" y="119270"/>
                  </a:cubicBezTo>
                  <a:cubicBezTo>
                    <a:pt x="2030234" y="137823"/>
                    <a:pt x="2039510" y="205409"/>
                    <a:pt x="2026258" y="238539"/>
                  </a:cubicBezTo>
                  <a:cubicBezTo>
                    <a:pt x="2013006" y="271669"/>
                    <a:pt x="2035535" y="302149"/>
                    <a:pt x="2018307" y="318052"/>
                  </a:cubicBezTo>
                  <a:cubicBezTo>
                    <a:pt x="2001079" y="333955"/>
                    <a:pt x="1948070" y="365760"/>
                    <a:pt x="1922891" y="333955"/>
                  </a:cubicBezTo>
                  <a:cubicBezTo>
                    <a:pt x="1897712" y="302150"/>
                    <a:pt x="1901688" y="165652"/>
                    <a:pt x="1867232" y="127221"/>
                  </a:cubicBezTo>
                  <a:cubicBezTo>
                    <a:pt x="1832776" y="88790"/>
                    <a:pt x="1795670" y="107343"/>
                    <a:pt x="1716157" y="103367"/>
                  </a:cubicBezTo>
                  <a:cubicBezTo>
                    <a:pt x="1636644" y="99391"/>
                    <a:pt x="1459065" y="74212"/>
                    <a:pt x="1390154" y="103367"/>
                  </a:cubicBezTo>
                  <a:cubicBezTo>
                    <a:pt x="1321243" y="132522"/>
                    <a:pt x="1318592" y="242515"/>
                    <a:pt x="1302689" y="278296"/>
                  </a:cubicBezTo>
                  <a:cubicBezTo>
                    <a:pt x="1286786" y="314077"/>
                    <a:pt x="1305340" y="310101"/>
                    <a:pt x="1294738" y="318052"/>
                  </a:cubicBezTo>
                  <a:cubicBezTo>
                    <a:pt x="1284136" y="326003"/>
                    <a:pt x="1257632" y="361785"/>
                    <a:pt x="1239079" y="326004"/>
                  </a:cubicBezTo>
                  <a:cubicBezTo>
                    <a:pt x="1220526" y="290223"/>
                    <a:pt x="1201973" y="144449"/>
                    <a:pt x="1183420" y="103367"/>
                  </a:cubicBezTo>
                  <a:cubicBezTo>
                    <a:pt x="1164867" y="62285"/>
                    <a:pt x="1180770" y="84814"/>
                    <a:pt x="1127761" y="79513"/>
                  </a:cubicBezTo>
                  <a:cubicBezTo>
                    <a:pt x="1074752" y="74212"/>
                    <a:pt x="928978" y="74212"/>
                    <a:pt x="865368" y="71562"/>
                  </a:cubicBezTo>
                  <a:cubicBezTo>
                    <a:pt x="801758" y="68912"/>
                    <a:pt x="771277" y="60961"/>
                    <a:pt x="746098" y="63611"/>
                  </a:cubicBezTo>
                  <a:cubicBezTo>
                    <a:pt x="720919" y="66261"/>
                    <a:pt x="724895" y="59635"/>
                    <a:pt x="714293" y="87464"/>
                  </a:cubicBezTo>
                  <a:cubicBezTo>
                    <a:pt x="703691" y="115294"/>
                    <a:pt x="687789" y="196132"/>
                    <a:pt x="682488" y="230588"/>
                  </a:cubicBezTo>
                  <a:cubicBezTo>
                    <a:pt x="677187" y="265044"/>
                    <a:pt x="687789" y="280946"/>
                    <a:pt x="682488" y="294198"/>
                  </a:cubicBezTo>
                  <a:cubicBezTo>
                    <a:pt x="677187" y="307450"/>
                    <a:pt x="663934" y="323353"/>
                    <a:pt x="650682" y="310101"/>
                  </a:cubicBezTo>
                  <a:cubicBezTo>
                    <a:pt x="637430" y="296849"/>
                    <a:pt x="617552" y="251791"/>
                    <a:pt x="602975" y="214685"/>
                  </a:cubicBezTo>
                  <a:cubicBezTo>
                    <a:pt x="588398" y="177579"/>
                    <a:pt x="577795" y="113968"/>
                    <a:pt x="563218" y="87464"/>
                  </a:cubicBezTo>
                  <a:cubicBezTo>
                    <a:pt x="548641" y="60960"/>
                    <a:pt x="542014" y="62285"/>
                    <a:pt x="515510" y="55659"/>
                  </a:cubicBezTo>
                  <a:cubicBezTo>
                    <a:pt x="489006" y="49033"/>
                    <a:pt x="450574" y="49033"/>
                    <a:pt x="404192" y="47708"/>
                  </a:cubicBezTo>
                  <a:cubicBezTo>
                    <a:pt x="357810" y="46383"/>
                    <a:pt x="237215" y="47708"/>
                    <a:pt x="237215" y="47708"/>
                  </a:cubicBezTo>
                  <a:lnTo>
                    <a:pt x="94091" y="47708"/>
                  </a:lnTo>
                  <a:cubicBezTo>
                    <a:pt x="58310" y="47708"/>
                    <a:pt x="33131" y="0"/>
                    <a:pt x="22529" y="47708"/>
                  </a:cubicBezTo>
                  <a:cubicBezTo>
                    <a:pt x="11927" y="95416"/>
                    <a:pt x="17229" y="282272"/>
                    <a:pt x="30481" y="333955"/>
                  </a:cubicBezTo>
                  <a:cubicBezTo>
                    <a:pt x="43733" y="385638"/>
                    <a:pt x="0" y="357809"/>
                    <a:pt x="102042" y="357809"/>
                  </a:cubicBezTo>
                  <a:cubicBezTo>
                    <a:pt x="204084" y="357809"/>
                    <a:pt x="449249" y="333955"/>
                    <a:pt x="642731" y="333955"/>
                  </a:cubicBezTo>
                  <a:cubicBezTo>
                    <a:pt x="836213" y="333955"/>
                    <a:pt x="1262933" y="357809"/>
                    <a:pt x="1262933" y="357809"/>
                  </a:cubicBezTo>
                  <a:cubicBezTo>
                    <a:pt x="1484244" y="360459"/>
                    <a:pt x="1741337" y="347207"/>
                    <a:pt x="1970599" y="349857"/>
                  </a:cubicBezTo>
                  <a:cubicBezTo>
                    <a:pt x="2199861" y="352507"/>
                    <a:pt x="2431774" y="375036"/>
                    <a:pt x="2638508" y="373711"/>
                  </a:cubicBezTo>
                  <a:cubicBezTo>
                    <a:pt x="2845242" y="372386"/>
                    <a:pt x="3139441" y="380337"/>
                    <a:pt x="3226905" y="341906"/>
                  </a:cubicBezTo>
                  <a:close/>
                </a:path>
              </a:pathLst>
            </a:custGeom>
            <a:solidFill>
              <a:srgbClr val="92D050"/>
            </a:solidFill>
            <a:ln w="2556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4221000" y="3427560"/>
              <a:ext cx="3305160" cy="378000"/>
            </a:xfrm>
            <a:custGeom>
              <a:avLst/>
              <a:gdLst>
                <a:gd name="GluePoint1X" fmla="*/ 3226239 w 3314369"/>
                <a:gd name="GluePoint1Y" fmla="*/ 342183 h 385638"/>
                <a:gd name="GluePoint2X" fmla="*/ 3162642 w 3314369"/>
                <a:gd name="GluePoint2Y" fmla="*/ 143240 h 385638"/>
                <a:gd name="GluePoint3X" fmla="*/ 3059297 w 3314369"/>
                <a:gd name="GluePoint3Y" fmla="*/ 127324 h 385638"/>
                <a:gd name="GluePoint4X" fmla="*/ 2757209 w 3314369"/>
                <a:gd name="GluePoint4Y" fmla="*/ 135281 h 385638"/>
                <a:gd name="GluePoint5X" fmla="*/ 2653863 w 3314369"/>
                <a:gd name="GluePoint5Y" fmla="*/ 334225 h 385638"/>
                <a:gd name="GluePoint6X" fmla="*/ 2566417 w 3314369"/>
                <a:gd name="GluePoint6Y" fmla="*/ 342183 h 385638"/>
                <a:gd name="GluePoint7X" fmla="*/ 2502819 w 3314369"/>
                <a:gd name="GluePoint7Y" fmla="*/ 135281 h 385638"/>
                <a:gd name="GluePoint8X" fmla="*/ 2431273 w 3314369"/>
                <a:gd name="GluePoint8Y" fmla="*/ 127324 h 385638"/>
                <a:gd name="GluePoint9X" fmla="*/ 2097387 w 3314369"/>
                <a:gd name="GluePoint9Y" fmla="*/ 119366 h 385638"/>
                <a:gd name="GluePoint10X" fmla="*/ 2025840 w 3314369"/>
                <a:gd name="GluePoint10Y" fmla="*/ 238732 h 385638"/>
                <a:gd name="GluePoint11X" fmla="*/ 2017890 w 3314369"/>
                <a:gd name="GluePoint11Y" fmla="*/ 318309 h 385638"/>
                <a:gd name="GluePoint12X" fmla="*/ 1922494 w 3314369"/>
                <a:gd name="GluePoint12Y" fmla="*/ 334225 h 385638"/>
                <a:gd name="GluePoint13X" fmla="*/ 1866847 w 3314369"/>
                <a:gd name="GluePoint13Y" fmla="*/ 127324 h 385638"/>
                <a:gd name="GluePoint14X" fmla="*/ 1715803 w 3314369"/>
                <a:gd name="GluePoint14Y" fmla="*/ 103451 h 385638"/>
                <a:gd name="GluePoint15X" fmla="*/ 1389867 w 3314369"/>
                <a:gd name="GluePoint15Y" fmla="*/ 103451 h 385638"/>
                <a:gd name="GluePoint16X" fmla="*/ 1302420 w 3314369"/>
                <a:gd name="GluePoint16Y" fmla="*/ 278521 h 385638"/>
                <a:gd name="GluePoint17X" fmla="*/ 1294471 w 3314369"/>
                <a:gd name="GluePoint17Y" fmla="*/ 318309 h 385638"/>
                <a:gd name="GluePoint18X" fmla="*/ 1238823 w 3314369"/>
                <a:gd name="GluePoint18Y" fmla="*/ 326268 h 385638"/>
                <a:gd name="GluePoint19X" fmla="*/ 1183176 w 3314369"/>
                <a:gd name="GluePoint19Y" fmla="*/ 103451 h 385638"/>
                <a:gd name="GluePoint20X" fmla="*/ 1127528 w 3314369"/>
                <a:gd name="GluePoint20Y" fmla="*/ 79577 h 385638"/>
                <a:gd name="GluePoint21X" fmla="*/ 865189 w 3314369"/>
                <a:gd name="GluePoint21Y" fmla="*/ 71620 h 385638"/>
                <a:gd name="GluePoint22X" fmla="*/ 745944 w 3314369"/>
                <a:gd name="GluePoint22Y" fmla="*/ 63662 h 385638"/>
                <a:gd name="GluePoint23X" fmla="*/ 714146 w 3314369"/>
                <a:gd name="GluePoint23Y" fmla="*/ 87535 h 385638"/>
                <a:gd name="GluePoint24X" fmla="*/ 682347 w 3314369"/>
                <a:gd name="GluePoint24Y" fmla="*/ 230775 h 385638"/>
                <a:gd name="GluePoint25X" fmla="*/ 682347 w 3314369"/>
                <a:gd name="GluePoint25Y" fmla="*/ 294436 h 385638"/>
                <a:gd name="GluePoint26X" fmla="*/ 650548 w 3314369"/>
                <a:gd name="GluePoint26Y" fmla="*/ 310352 h 385638"/>
                <a:gd name="GluePoint27X" fmla="*/ 602851 w 3314369"/>
                <a:gd name="GluePoint27Y" fmla="*/ 214859 h 385638"/>
                <a:gd name="GluePoint28X" fmla="*/ 563102 w 3314369"/>
                <a:gd name="GluePoint28Y" fmla="*/ 87535 h 385638"/>
                <a:gd name="GluePoint29X" fmla="*/ 515404 w 3314369"/>
                <a:gd name="GluePoint29Y" fmla="*/ 55704 h 385638"/>
                <a:gd name="GluePoint30X" fmla="*/ 404109 w 3314369"/>
                <a:gd name="GluePoint30Y" fmla="*/ 47747 h 385638"/>
                <a:gd name="GluePoint31X" fmla="*/ 237166 w 3314369"/>
                <a:gd name="GluePoint31Y" fmla="*/ 47747 h 385638"/>
                <a:gd name="GluePoint32X" fmla="*/ 94072 w 3314369"/>
                <a:gd name="GluePoint32Y" fmla="*/ 47747 h 385638"/>
                <a:gd name="GluePoint33X" fmla="*/ 22524 w 3314369"/>
                <a:gd name="GluePoint33Y" fmla="*/ 47747 h 385638"/>
                <a:gd name="GluePoint34X" fmla="*/ 30475 w 3314369"/>
                <a:gd name="GluePoint34Y" fmla="*/ 334225 h 385638"/>
                <a:gd name="GluePoint35X" fmla="*/ 102021 w 3314369"/>
                <a:gd name="GluePoint35Y" fmla="*/ 358098 h 385638"/>
                <a:gd name="GluePoint36X" fmla="*/ 642598 w 3314369"/>
                <a:gd name="GluePoint36Y" fmla="*/ 334225 h 385638"/>
                <a:gd name="GluePoint37X" fmla="*/ 1262672 w 3314369"/>
                <a:gd name="GluePoint37Y" fmla="*/ 358098 h 385638"/>
                <a:gd name="GluePoint38X" fmla="*/ 1970192 w 3314369"/>
                <a:gd name="GluePoint38Y" fmla="*/ 350140 h 385638"/>
                <a:gd name="GluePoint39X" fmla="*/ 2637963 w 3314369"/>
                <a:gd name="GluePoint39Y" fmla="*/ 374013 h 385638"/>
                <a:gd name="GluePoint40X" fmla="*/ 3226239 w 3314369"/>
                <a:gd name="GluePoint40Y" fmla="*/ 342183 h 3856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l" t="t" r="r" b="b"/>
              <a:pathLst>
                <a:path w="3314369" h="385638">
                  <a:moveTo>
                    <a:pt x="3226905" y="341906"/>
                  </a:moveTo>
                  <a:cubicBezTo>
                    <a:pt x="3314369" y="303475"/>
                    <a:pt x="3191125" y="178905"/>
                    <a:pt x="3163295" y="143124"/>
                  </a:cubicBezTo>
                  <a:cubicBezTo>
                    <a:pt x="3135466" y="107343"/>
                    <a:pt x="3059928" y="127221"/>
                    <a:pt x="3059928" y="127221"/>
                  </a:cubicBezTo>
                  <a:cubicBezTo>
                    <a:pt x="2992342" y="125896"/>
                    <a:pt x="2825364" y="100716"/>
                    <a:pt x="2757778" y="135172"/>
                  </a:cubicBezTo>
                  <a:cubicBezTo>
                    <a:pt x="2690192" y="169628"/>
                    <a:pt x="2686216" y="299499"/>
                    <a:pt x="2654411" y="333955"/>
                  </a:cubicBezTo>
                  <a:cubicBezTo>
                    <a:pt x="2622606" y="368411"/>
                    <a:pt x="2592126" y="375037"/>
                    <a:pt x="2566947" y="341906"/>
                  </a:cubicBezTo>
                  <a:cubicBezTo>
                    <a:pt x="2541768" y="308776"/>
                    <a:pt x="2525865" y="170953"/>
                    <a:pt x="2503336" y="135172"/>
                  </a:cubicBezTo>
                  <a:cubicBezTo>
                    <a:pt x="2480807" y="99391"/>
                    <a:pt x="2499361" y="129871"/>
                    <a:pt x="2431775" y="127221"/>
                  </a:cubicBezTo>
                  <a:cubicBezTo>
                    <a:pt x="2364189" y="124571"/>
                    <a:pt x="2165406" y="100717"/>
                    <a:pt x="2097820" y="119270"/>
                  </a:cubicBezTo>
                  <a:cubicBezTo>
                    <a:pt x="2030234" y="137823"/>
                    <a:pt x="2039510" y="205409"/>
                    <a:pt x="2026258" y="238539"/>
                  </a:cubicBezTo>
                  <a:cubicBezTo>
                    <a:pt x="2013006" y="271669"/>
                    <a:pt x="2035535" y="302149"/>
                    <a:pt x="2018307" y="318052"/>
                  </a:cubicBezTo>
                  <a:cubicBezTo>
                    <a:pt x="2001079" y="333955"/>
                    <a:pt x="1948070" y="365760"/>
                    <a:pt x="1922891" y="333955"/>
                  </a:cubicBezTo>
                  <a:cubicBezTo>
                    <a:pt x="1897712" y="302150"/>
                    <a:pt x="1901688" y="165652"/>
                    <a:pt x="1867232" y="127221"/>
                  </a:cubicBezTo>
                  <a:cubicBezTo>
                    <a:pt x="1832776" y="88790"/>
                    <a:pt x="1795670" y="107343"/>
                    <a:pt x="1716157" y="103367"/>
                  </a:cubicBezTo>
                  <a:cubicBezTo>
                    <a:pt x="1636644" y="99391"/>
                    <a:pt x="1459065" y="74212"/>
                    <a:pt x="1390154" y="103367"/>
                  </a:cubicBezTo>
                  <a:cubicBezTo>
                    <a:pt x="1321243" y="132522"/>
                    <a:pt x="1318592" y="242515"/>
                    <a:pt x="1302689" y="278296"/>
                  </a:cubicBezTo>
                  <a:cubicBezTo>
                    <a:pt x="1286786" y="314077"/>
                    <a:pt x="1305340" y="310101"/>
                    <a:pt x="1294738" y="318052"/>
                  </a:cubicBezTo>
                  <a:cubicBezTo>
                    <a:pt x="1284136" y="326003"/>
                    <a:pt x="1257632" y="361785"/>
                    <a:pt x="1239079" y="326004"/>
                  </a:cubicBezTo>
                  <a:cubicBezTo>
                    <a:pt x="1220526" y="290223"/>
                    <a:pt x="1201973" y="144449"/>
                    <a:pt x="1183420" y="103367"/>
                  </a:cubicBezTo>
                  <a:cubicBezTo>
                    <a:pt x="1164867" y="62285"/>
                    <a:pt x="1180770" y="84814"/>
                    <a:pt x="1127761" y="79513"/>
                  </a:cubicBezTo>
                  <a:cubicBezTo>
                    <a:pt x="1074752" y="74212"/>
                    <a:pt x="928978" y="74212"/>
                    <a:pt x="865368" y="71562"/>
                  </a:cubicBezTo>
                  <a:cubicBezTo>
                    <a:pt x="801758" y="68912"/>
                    <a:pt x="771277" y="60961"/>
                    <a:pt x="746098" y="63611"/>
                  </a:cubicBezTo>
                  <a:cubicBezTo>
                    <a:pt x="720919" y="66261"/>
                    <a:pt x="724895" y="59635"/>
                    <a:pt x="714293" y="87464"/>
                  </a:cubicBezTo>
                  <a:cubicBezTo>
                    <a:pt x="703691" y="115294"/>
                    <a:pt x="687789" y="196132"/>
                    <a:pt x="682488" y="230588"/>
                  </a:cubicBezTo>
                  <a:cubicBezTo>
                    <a:pt x="677187" y="265044"/>
                    <a:pt x="687789" y="280946"/>
                    <a:pt x="682488" y="294198"/>
                  </a:cubicBezTo>
                  <a:cubicBezTo>
                    <a:pt x="677187" y="307450"/>
                    <a:pt x="663934" y="323353"/>
                    <a:pt x="650682" y="310101"/>
                  </a:cubicBezTo>
                  <a:cubicBezTo>
                    <a:pt x="637430" y="296849"/>
                    <a:pt x="617552" y="251791"/>
                    <a:pt x="602975" y="214685"/>
                  </a:cubicBezTo>
                  <a:cubicBezTo>
                    <a:pt x="588398" y="177579"/>
                    <a:pt x="577795" y="113968"/>
                    <a:pt x="563218" y="87464"/>
                  </a:cubicBezTo>
                  <a:cubicBezTo>
                    <a:pt x="548641" y="60960"/>
                    <a:pt x="542014" y="62285"/>
                    <a:pt x="515510" y="55659"/>
                  </a:cubicBezTo>
                  <a:cubicBezTo>
                    <a:pt x="489006" y="49033"/>
                    <a:pt x="450574" y="49033"/>
                    <a:pt x="404192" y="47708"/>
                  </a:cubicBezTo>
                  <a:cubicBezTo>
                    <a:pt x="357810" y="46383"/>
                    <a:pt x="237215" y="47708"/>
                    <a:pt x="237215" y="47708"/>
                  </a:cubicBezTo>
                  <a:lnTo>
                    <a:pt x="94091" y="47708"/>
                  </a:lnTo>
                  <a:cubicBezTo>
                    <a:pt x="58310" y="47708"/>
                    <a:pt x="33131" y="0"/>
                    <a:pt x="22529" y="47708"/>
                  </a:cubicBezTo>
                  <a:cubicBezTo>
                    <a:pt x="11927" y="95416"/>
                    <a:pt x="17229" y="282272"/>
                    <a:pt x="30481" y="333955"/>
                  </a:cubicBezTo>
                  <a:cubicBezTo>
                    <a:pt x="43733" y="385638"/>
                    <a:pt x="0" y="357809"/>
                    <a:pt x="102042" y="357809"/>
                  </a:cubicBezTo>
                  <a:cubicBezTo>
                    <a:pt x="204084" y="357809"/>
                    <a:pt x="449249" y="333955"/>
                    <a:pt x="642731" y="333955"/>
                  </a:cubicBezTo>
                  <a:cubicBezTo>
                    <a:pt x="836213" y="333955"/>
                    <a:pt x="1262933" y="357809"/>
                    <a:pt x="1262933" y="357809"/>
                  </a:cubicBezTo>
                  <a:cubicBezTo>
                    <a:pt x="1484244" y="360459"/>
                    <a:pt x="1741337" y="347207"/>
                    <a:pt x="1970599" y="349857"/>
                  </a:cubicBezTo>
                  <a:cubicBezTo>
                    <a:pt x="2199861" y="352507"/>
                    <a:pt x="2431774" y="375036"/>
                    <a:pt x="2638508" y="373711"/>
                  </a:cubicBezTo>
                  <a:cubicBezTo>
                    <a:pt x="2845242" y="372386"/>
                    <a:pt x="3139441" y="380337"/>
                    <a:pt x="3226905" y="341906"/>
                  </a:cubicBezTo>
                  <a:close/>
                </a:path>
              </a:pathLst>
            </a:custGeom>
            <a:solidFill>
              <a:srgbClr val="92D050"/>
            </a:solidFill>
            <a:ln w="2556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" name=""/>
          <p:cNvSpPr/>
          <p:nvPr/>
        </p:nvSpPr>
        <p:spPr>
          <a:xfrm>
            <a:off x="150840" y="3479760"/>
            <a:ext cx="7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2320" y="5029200"/>
            <a:ext cx="166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Myelin sheath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629400" y="5029200"/>
            <a:ext cx="1906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Node of Ranvier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5246640" y="5257800"/>
            <a:ext cx="1266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Internode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4343400" y="6172200"/>
            <a:ext cx="2035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Connective tissue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23480" y="0"/>
            <a:ext cx="2365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Nerve Fibres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 rot="16200000">
            <a:off x="5574600" y="52920"/>
            <a:ext cx="501480" cy="3382920"/>
          </a:xfrm>
          <a:prstGeom prst="can">
            <a:avLst>
              <a:gd name="adj" fmla="val 3726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112760" y="1268280"/>
            <a:ext cx="357120" cy="357480"/>
          </a:xfrm>
          <a:prstGeom prst="ellipse">
            <a:avLst/>
          </a:prstGeom>
          <a:solidFill>
            <a:srgbClr val="0070C0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976400" y="1557360"/>
            <a:ext cx="357120" cy="355680"/>
          </a:xfrm>
          <a:prstGeom prst="ellipse">
            <a:avLst/>
          </a:prstGeom>
          <a:solidFill>
            <a:srgbClr val="0070C0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255680" y="2060640"/>
            <a:ext cx="357120" cy="357120"/>
          </a:xfrm>
          <a:prstGeom prst="ellipse">
            <a:avLst/>
          </a:prstGeom>
          <a:solidFill>
            <a:srgbClr val="0070C0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 flipH="1">
            <a:off x="2215800" y="1701720"/>
            <a:ext cx="428760" cy="18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205160" y="1335240"/>
            <a:ext cx="1800" cy="220680"/>
          </a:xfrm>
          <a:prstGeom prst="line">
            <a:avLst/>
          </a:prstGeom>
          <a:ln w="1260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4205160" y="1963800"/>
            <a:ext cx="1800" cy="158760"/>
          </a:xfrm>
          <a:prstGeom prst="line">
            <a:avLst/>
          </a:prstGeom>
          <a:ln w="1260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 flipH="1">
            <a:off x="3570120" y="1963800"/>
            <a:ext cx="471600" cy="3826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 flipH="1" flipV="1">
            <a:off x="2128320" y="2212560"/>
            <a:ext cx="428760" cy="1414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227240" y="3860640"/>
            <a:ext cx="428400" cy="428760"/>
          </a:xfrm>
          <a:prstGeom prst="ellipse">
            <a:avLst/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2697120" y="5402160"/>
            <a:ext cx="254160" cy="255600"/>
          </a:xfrm>
          <a:prstGeom prst="ellipse">
            <a:avLst/>
          </a:prstGeom>
          <a:solidFill>
            <a:srgbClr val="0070C0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560760" y="5689440"/>
            <a:ext cx="254160" cy="257400"/>
          </a:xfrm>
          <a:prstGeom prst="ellipse">
            <a:avLst/>
          </a:prstGeom>
          <a:solidFill>
            <a:srgbClr val="0070C0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2840040" y="6194520"/>
            <a:ext cx="255600" cy="255600"/>
          </a:xfrm>
          <a:prstGeom prst="ellipse">
            <a:avLst/>
          </a:prstGeom>
          <a:solidFill>
            <a:srgbClr val="0070C0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2560680" y="5253120"/>
            <a:ext cx="539640" cy="595080"/>
          </a:xfrm>
          <a:custGeom>
            <a:avLst/>
            <a:gdLst>
              <a:gd name="GluePoint1X" fmla="*/ 189887 w 1049571"/>
              <a:gd name="GluePoint1Y" fmla="*/ 168132 h 1028368"/>
              <a:gd name="GluePoint2X" fmla="*/ 280375 w 1049571"/>
              <a:gd name="GluePoint2Y" fmla="*/ 121857 h 1028368"/>
              <a:gd name="GluePoint3X" fmla="*/ 383202 w 1049571"/>
              <a:gd name="GluePoint3Y" fmla="*/ 168132 h 1028368"/>
              <a:gd name="GluePoint4X" fmla="*/ 428445 w 1049571"/>
              <a:gd name="GluePoint4Y" fmla="*/ 274564 h 1028368"/>
              <a:gd name="GluePoint5X" fmla="*/ 407880 w 1049571"/>
              <a:gd name="GluePoint5Y" fmla="*/ 376368 h 1028368"/>
              <a:gd name="GluePoint6X" fmla="*/ 321505 w 1049571"/>
              <a:gd name="GluePoint6Y" fmla="*/ 445780 h 1028368"/>
              <a:gd name="GluePoint7X" fmla="*/ 222792 w 1049571"/>
              <a:gd name="GluePoint7Y" fmla="*/ 450407 h 1028368"/>
              <a:gd name="GluePoint8X" fmla="*/ 136417 w 1049571"/>
              <a:gd name="GluePoint8Y" fmla="*/ 348603 h 1028368"/>
              <a:gd name="GluePoint9X" fmla="*/ 140530 w 1049571"/>
              <a:gd name="GluePoint9Y" fmla="*/ 214406 h 1028368"/>
              <a:gd name="GluePoint10X" fmla="*/ 161095 w 1049571"/>
              <a:gd name="GluePoint10Y" fmla="*/ 126484 h 1028368"/>
              <a:gd name="GluePoint11X" fmla="*/ 235131 w 1049571"/>
              <a:gd name="GluePoint11Y" fmla="*/ 84837 h 1028368"/>
              <a:gd name="GluePoint12X" fmla="*/ 300940 w 1049571"/>
              <a:gd name="GluePoint12Y" fmla="*/ 89464 h 1028368"/>
              <a:gd name="GluePoint13X" fmla="*/ 407880 w 1049571"/>
              <a:gd name="GluePoint13Y" fmla="*/ 126484 h 1028368"/>
              <a:gd name="GluePoint14X" fmla="*/ 440784 w 1049571"/>
              <a:gd name="GluePoint14Y" fmla="*/ 195897 h 1028368"/>
              <a:gd name="GluePoint15X" fmla="*/ 461350 w 1049571"/>
              <a:gd name="GluePoint15Y" fmla="*/ 279191 h 1028368"/>
              <a:gd name="GluePoint16X" fmla="*/ 444897 w 1049571"/>
              <a:gd name="GluePoint16Y" fmla="*/ 385623 h 1028368"/>
              <a:gd name="GluePoint17X" fmla="*/ 399654 w 1049571"/>
              <a:gd name="GluePoint17Y" fmla="*/ 459663 h 1028368"/>
              <a:gd name="GluePoint18X" fmla="*/ 288601 w 1049571"/>
              <a:gd name="GluePoint18Y" fmla="*/ 510565 h 1028368"/>
              <a:gd name="GluePoint19X" fmla="*/ 169322 w 1049571"/>
              <a:gd name="GluePoint19Y" fmla="*/ 478172 h 1028368"/>
              <a:gd name="GluePoint20X" fmla="*/ 103512 w 1049571"/>
              <a:gd name="GluePoint20Y" fmla="*/ 385623 h 1028368"/>
              <a:gd name="GluePoint21X" fmla="*/ 99400 w 1049571"/>
              <a:gd name="GluePoint21Y" fmla="*/ 232916 h 1028368"/>
              <a:gd name="GluePoint22X" fmla="*/ 119965 w 1049571"/>
              <a:gd name="GluePoint22Y" fmla="*/ 98719 h 1028368"/>
              <a:gd name="GluePoint23X" fmla="*/ 189887 w 1049571"/>
              <a:gd name="GluePoint23Y" fmla="*/ 52444 h 1028368"/>
              <a:gd name="GluePoint24X" fmla="*/ 313279 w 1049571"/>
              <a:gd name="GluePoint24Y" fmla="*/ 52444 h 1028368"/>
              <a:gd name="GluePoint25X" fmla="*/ 444897 w 1049571"/>
              <a:gd name="GluePoint25Y" fmla="*/ 94092 h 1028368"/>
              <a:gd name="GluePoint26X" fmla="*/ 469576 w 1049571"/>
              <a:gd name="GluePoint26Y" fmla="*/ 158876 h 1028368"/>
              <a:gd name="GluePoint27X" fmla="*/ 490141 w 1049571"/>
              <a:gd name="GluePoint27Y" fmla="*/ 302329 h 1028368"/>
              <a:gd name="GluePoint28X" fmla="*/ 481915 w 1049571"/>
              <a:gd name="GluePoint28Y" fmla="*/ 431898 h 1028368"/>
              <a:gd name="GluePoint29X" fmla="*/ 395541 w 1049571"/>
              <a:gd name="GluePoint29Y" fmla="*/ 505937 h 1028368"/>
              <a:gd name="GluePoint30X" fmla="*/ 296827 w 1049571"/>
              <a:gd name="GluePoint30Y" fmla="*/ 561467 h 1028368"/>
              <a:gd name="GluePoint31X" fmla="*/ 165209 w 1049571"/>
              <a:gd name="GluePoint31Y" fmla="*/ 529075 h 1028368"/>
              <a:gd name="GluePoint32X" fmla="*/ 82947 w 1049571"/>
              <a:gd name="GluePoint32Y" fmla="*/ 450407 h 1028368"/>
              <a:gd name="GluePoint33X" fmla="*/ 62382 w 1049571"/>
              <a:gd name="GluePoint33Y" fmla="*/ 283819 h 1028368"/>
              <a:gd name="GluePoint34X" fmla="*/ 70608 w 1049571"/>
              <a:gd name="GluePoint34Y" fmla="*/ 126484 h 1028368"/>
              <a:gd name="GluePoint35X" fmla="*/ 115852 w 1049571"/>
              <a:gd name="GluePoint35Y" fmla="*/ 43190 h 1028368"/>
              <a:gd name="GluePoint36X" fmla="*/ 235131 w 1049571"/>
              <a:gd name="GluePoint36Y" fmla="*/ 1542 h 1028368"/>
              <a:gd name="GluePoint37X" fmla="*/ 387314 w 1049571"/>
              <a:gd name="GluePoint37Y" fmla="*/ 33935 h 1028368"/>
              <a:gd name="GluePoint38X" fmla="*/ 502481 w 1049571"/>
              <a:gd name="GluePoint38Y" fmla="*/ 98719 h 1028368"/>
              <a:gd name="GluePoint39X" fmla="*/ 518933 w 1049571"/>
              <a:gd name="GluePoint39Y" fmla="*/ 260681 h 1028368"/>
              <a:gd name="GluePoint40X" fmla="*/ 523046 w 1049571"/>
              <a:gd name="GluePoint40Y" fmla="*/ 450407 h 1028368"/>
              <a:gd name="GluePoint41X" fmla="*/ 399654 w 1049571"/>
              <a:gd name="GluePoint41Y" fmla="*/ 561467 h 1028368"/>
              <a:gd name="GluePoint42X" fmla="*/ 255696 w 1049571"/>
              <a:gd name="GluePoint42Y" fmla="*/ 593860 h 1028368"/>
              <a:gd name="GluePoint43X" fmla="*/ 107625 w 1049571"/>
              <a:gd name="GluePoint43Y" fmla="*/ 533702 h 1028368"/>
              <a:gd name="GluePoint44X" fmla="*/ 13025 w 1049571"/>
              <a:gd name="GluePoint44Y" fmla="*/ 371740 h 1028368"/>
              <a:gd name="GluePoint45X" fmla="*/ 29477 w 1049571"/>
              <a:gd name="GluePoint45Y" fmla="*/ 126484 h 10283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</a:cxnLst>
            <a:rect l="l" t="t" r="r" b="b"/>
            <a:pathLst>
              <a:path w="1049571" h="1028368">
                <a:moveTo>
                  <a:pt x="367085" y="288897"/>
                </a:moveTo>
                <a:cubicBezTo>
                  <a:pt x="423407" y="249140"/>
                  <a:pt x="479729" y="209384"/>
                  <a:pt x="542014" y="209384"/>
                </a:cubicBezTo>
                <a:cubicBezTo>
                  <a:pt x="604299" y="209384"/>
                  <a:pt x="693089" y="245165"/>
                  <a:pt x="740797" y="288897"/>
                </a:cubicBezTo>
                <a:cubicBezTo>
                  <a:pt x="788505" y="332629"/>
                  <a:pt x="820310" y="412142"/>
                  <a:pt x="828261" y="471777"/>
                </a:cubicBezTo>
                <a:cubicBezTo>
                  <a:pt x="836212" y="531412"/>
                  <a:pt x="822961" y="597673"/>
                  <a:pt x="788505" y="646706"/>
                </a:cubicBezTo>
                <a:cubicBezTo>
                  <a:pt x="754049" y="695739"/>
                  <a:pt x="681162" y="744772"/>
                  <a:pt x="621527" y="765975"/>
                </a:cubicBezTo>
                <a:cubicBezTo>
                  <a:pt x="561892" y="787178"/>
                  <a:pt x="490331" y="801755"/>
                  <a:pt x="430696" y="773926"/>
                </a:cubicBezTo>
                <a:cubicBezTo>
                  <a:pt x="371061" y="746097"/>
                  <a:pt x="290222" y="666584"/>
                  <a:pt x="263718" y="598998"/>
                </a:cubicBezTo>
                <a:cubicBezTo>
                  <a:pt x="237214" y="531412"/>
                  <a:pt x="263719" y="432020"/>
                  <a:pt x="271670" y="368410"/>
                </a:cubicBezTo>
                <a:cubicBezTo>
                  <a:pt x="279621" y="304800"/>
                  <a:pt x="280946" y="254441"/>
                  <a:pt x="311426" y="217335"/>
                </a:cubicBezTo>
                <a:cubicBezTo>
                  <a:pt x="341906" y="180229"/>
                  <a:pt x="409493" y="156375"/>
                  <a:pt x="454550" y="145773"/>
                </a:cubicBezTo>
                <a:cubicBezTo>
                  <a:pt x="499607" y="135171"/>
                  <a:pt x="526112" y="141798"/>
                  <a:pt x="581771" y="153725"/>
                </a:cubicBezTo>
                <a:cubicBezTo>
                  <a:pt x="637430" y="165652"/>
                  <a:pt x="743448" y="186855"/>
                  <a:pt x="788505" y="217335"/>
                </a:cubicBezTo>
                <a:cubicBezTo>
                  <a:pt x="833562" y="247815"/>
                  <a:pt x="834887" y="292873"/>
                  <a:pt x="852115" y="336605"/>
                </a:cubicBezTo>
                <a:cubicBezTo>
                  <a:pt x="869343" y="380337"/>
                  <a:pt x="890547" y="425394"/>
                  <a:pt x="891872" y="479728"/>
                </a:cubicBezTo>
                <a:cubicBezTo>
                  <a:pt x="893197" y="534062"/>
                  <a:pt x="879944" y="610925"/>
                  <a:pt x="860066" y="662608"/>
                </a:cubicBezTo>
                <a:cubicBezTo>
                  <a:pt x="840188" y="714291"/>
                  <a:pt x="822960" y="754048"/>
                  <a:pt x="772602" y="789829"/>
                </a:cubicBezTo>
                <a:cubicBezTo>
                  <a:pt x="722244" y="825610"/>
                  <a:pt x="632129" y="871992"/>
                  <a:pt x="557917" y="877293"/>
                </a:cubicBezTo>
                <a:cubicBezTo>
                  <a:pt x="483705" y="882594"/>
                  <a:pt x="386964" y="857415"/>
                  <a:pt x="327329" y="821634"/>
                </a:cubicBezTo>
                <a:cubicBezTo>
                  <a:pt x="267694" y="785853"/>
                  <a:pt x="222637" y="732845"/>
                  <a:pt x="200108" y="662608"/>
                </a:cubicBezTo>
                <a:cubicBezTo>
                  <a:pt x="177579" y="592372"/>
                  <a:pt x="186856" y="482379"/>
                  <a:pt x="192157" y="400215"/>
                </a:cubicBezTo>
                <a:cubicBezTo>
                  <a:pt x="197458" y="318051"/>
                  <a:pt x="202758" y="221311"/>
                  <a:pt x="231913" y="169627"/>
                </a:cubicBezTo>
                <a:cubicBezTo>
                  <a:pt x="261068" y="117944"/>
                  <a:pt x="304800" y="103366"/>
                  <a:pt x="367085" y="90114"/>
                </a:cubicBezTo>
                <a:cubicBezTo>
                  <a:pt x="429370" y="76862"/>
                  <a:pt x="523462" y="78187"/>
                  <a:pt x="605625" y="90114"/>
                </a:cubicBezTo>
                <a:cubicBezTo>
                  <a:pt x="687789" y="102041"/>
                  <a:pt x="809708" y="131196"/>
                  <a:pt x="860066" y="161676"/>
                </a:cubicBezTo>
                <a:cubicBezTo>
                  <a:pt x="910424" y="192156"/>
                  <a:pt x="893197" y="213359"/>
                  <a:pt x="907774" y="272994"/>
                </a:cubicBezTo>
                <a:cubicBezTo>
                  <a:pt x="922352" y="332629"/>
                  <a:pt x="943555" y="441297"/>
                  <a:pt x="947531" y="519485"/>
                </a:cubicBezTo>
                <a:cubicBezTo>
                  <a:pt x="951507" y="597673"/>
                  <a:pt x="962108" y="683812"/>
                  <a:pt x="931628" y="742121"/>
                </a:cubicBezTo>
                <a:cubicBezTo>
                  <a:pt x="901148" y="800430"/>
                  <a:pt x="824286" y="832236"/>
                  <a:pt x="764651" y="869342"/>
                </a:cubicBezTo>
                <a:cubicBezTo>
                  <a:pt x="705016" y="906448"/>
                  <a:pt x="648031" y="958132"/>
                  <a:pt x="573819" y="964758"/>
                </a:cubicBezTo>
                <a:cubicBezTo>
                  <a:pt x="499607" y="971384"/>
                  <a:pt x="388289" y="940904"/>
                  <a:pt x="319378" y="909099"/>
                </a:cubicBezTo>
                <a:cubicBezTo>
                  <a:pt x="250467" y="877294"/>
                  <a:pt x="193482" y="844162"/>
                  <a:pt x="160352" y="773926"/>
                </a:cubicBezTo>
                <a:cubicBezTo>
                  <a:pt x="127222" y="703690"/>
                  <a:pt x="124571" y="580445"/>
                  <a:pt x="120595" y="487680"/>
                </a:cubicBezTo>
                <a:cubicBezTo>
                  <a:pt x="116619" y="394915"/>
                  <a:pt x="119270" y="286246"/>
                  <a:pt x="136498" y="217335"/>
                </a:cubicBezTo>
                <a:cubicBezTo>
                  <a:pt x="153726" y="148424"/>
                  <a:pt x="170953" y="109993"/>
                  <a:pt x="223962" y="74212"/>
                </a:cubicBezTo>
                <a:cubicBezTo>
                  <a:pt x="276971" y="38431"/>
                  <a:pt x="367086" y="5300"/>
                  <a:pt x="454550" y="2650"/>
                </a:cubicBezTo>
                <a:cubicBezTo>
                  <a:pt x="542014" y="0"/>
                  <a:pt x="662609" y="30480"/>
                  <a:pt x="748748" y="58309"/>
                </a:cubicBezTo>
                <a:cubicBezTo>
                  <a:pt x="834887" y="86138"/>
                  <a:pt x="928978" y="104691"/>
                  <a:pt x="971385" y="169627"/>
                </a:cubicBezTo>
                <a:cubicBezTo>
                  <a:pt x="1013792" y="234563"/>
                  <a:pt x="996564" y="347207"/>
                  <a:pt x="1003190" y="447923"/>
                </a:cubicBezTo>
                <a:cubicBezTo>
                  <a:pt x="1009816" y="548640"/>
                  <a:pt x="1049572" y="687787"/>
                  <a:pt x="1011141" y="773926"/>
                </a:cubicBezTo>
                <a:cubicBezTo>
                  <a:pt x="972710" y="860065"/>
                  <a:pt x="858741" y="923676"/>
                  <a:pt x="772602" y="964758"/>
                </a:cubicBezTo>
                <a:cubicBezTo>
                  <a:pt x="686463" y="1005840"/>
                  <a:pt x="588396" y="1028368"/>
                  <a:pt x="494306" y="1020417"/>
                </a:cubicBezTo>
                <a:cubicBezTo>
                  <a:pt x="400216" y="1012466"/>
                  <a:pt x="286247" y="980660"/>
                  <a:pt x="208059" y="917050"/>
                </a:cubicBezTo>
                <a:cubicBezTo>
                  <a:pt x="129871" y="853440"/>
                  <a:pt x="50358" y="755373"/>
                  <a:pt x="25179" y="638754"/>
                </a:cubicBezTo>
                <a:cubicBezTo>
                  <a:pt x="0" y="522135"/>
                  <a:pt x="38432" y="319377"/>
                  <a:pt x="56985" y="217335"/>
                </a:cubicBezTo>
              </a:path>
            </a:pathLst>
          </a:custGeom>
          <a:noFill/>
          <a:ln w="28440">
            <a:solidFill>
              <a:srgbClr val="92D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2697120" y="6039000"/>
            <a:ext cx="539640" cy="595080"/>
          </a:xfrm>
          <a:custGeom>
            <a:avLst/>
            <a:gdLst>
              <a:gd name="GluePoint1X" fmla="*/ 189887 w 1049571"/>
              <a:gd name="GluePoint1Y" fmla="*/ 168132 h 1028368"/>
              <a:gd name="GluePoint2X" fmla="*/ 280375 w 1049571"/>
              <a:gd name="GluePoint2Y" fmla="*/ 121857 h 1028368"/>
              <a:gd name="GluePoint3X" fmla="*/ 383202 w 1049571"/>
              <a:gd name="GluePoint3Y" fmla="*/ 168132 h 1028368"/>
              <a:gd name="GluePoint4X" fmla="*/ 428445 w 1049571"/>
              <a:gd name="GluePoint4Y" fmla="*/ 274564 h 1028368"/>
              <a:gd name="GluePoint5X" fmla="*/ 407880 w 1049571"/>
              <a:gd name="GluePoint5Y" fmla="*/ 376369 h 1028368"/>
              <a:gd name="GluePoint6X" fmla="*/ 321505 w 1049571"/>
              <a:gd name="GluePoint6Y" fmla="*/ 445781 h 1028368"/>
              <a:gd name="GluePoint7X" fmla="*/ 222792 w 1049571"/>
              <a:gd name="GluePoint7Y" fmla="*/ 450408 h 1028368"/>
              <a:gd name="GluePoint8X" fmla="*/ 136417 w 1049571"/>
              <a:gd name="GluePoint8Y" fmla="*/ 348604 h 1028368"/>
              <a:gd name="GluePoint9X" fmla="*/ 140530 w 1049571"/>
              <a:gd name="GluePoint9Y" fmla="*/ 214407 h 1028368"/>
              <a:gd name="GluePoint10X" fmla="*/ 161095 w 1049571"/>
              <a:gd name="GluePoint10Y" fmla="*/ 126484 h 1028368"/>
              <a:gd name="GluePoint11X" fmla="*/ 235131 w 1049571"/>
              <a:gd name="GluePoint11Y" fmla="*/ 84837 h 1028368"/>
              <a:gd name="GluePoint12X" fmla="*/ 300940 w 1049571"/>
              <a:gd name="GluePoint12Y" fmla="*/ 89465 h 1028368"/>
              <a:gd name="GluePoint13X" fmla="*/ 407880 w 1049571"/>
              <a:gd name="GluePoint13Y" fmla="*/ 126484 h 1028368"/>
              <a:gd name="GluePoint14X" fmla="*/ 440784 w 1049571"/>
              <a:gd name="GluePoint14Y" fmla="*/ 195897 h 1028368"/>
              <a:gd name="GluePoint15X" fmla="*/ 461350 w 1049571"/>
              <a:gd name="GluePoint15Y" fmla="*/ 279191 h 1028368"/>
              <a:gd name="GluePoint16X" fmla="*/ 444897 w 1049571"/>
              <a:gd name="GluePoint16Y" fmla="*/ 385624 h 1028368"/>
              <a:gd name="GluePoint17X" fmla="*/ 399654 w 1049571"/>
              <a:gd name="GluePoint17Y" fmla="*/ 459663 h 1028368"/>
              <a:gd name="GluePoint18X" fmla="*/ 288601 w 1049571"/>
              <a:gd name="GluePoint18Y" fmla="*/ 510566 h 1028368"/>
              <a:gd name="GluePoint19X" fmla="*/ 169322 w 1049571"/>
              <a:gd name="GluePoint19Y" fmla="*/ 478173 h 1028368"/>
              <a:gd name="GluePoint20X" fmla="*/ 103512 w 1049571"/>
              <a:gd name="GluePoint20Y" fmla="*/ 385624 h 1028368"/>
              <a:gd name="GluePoint21X" fmla="*/ 99400 w 1049571"/>
              <a:gd name="GluePoint21Y" fmla="*/ 232916 h 1028368"/>
              <a:gd name="GluePoint22X" fmla="*/ 119965 w 1049571"/>
              <a:gd name="GluePoint22Y" fmla="*/ 98719 h 1028368"/>
              <a:gd name="GluePoint23X" fmla="*/ 189887 w 1049571"/>
              <a:gd name="GluePoint23Y" fmla="*/ 52444 h 1028368"/>
              <a:gd name="GluePoint24X" fmla="*/ 313279 w 1049571"/>
              <a:gd name="GluePoint24Y" fmla="*/ 52444 h 1028368"/>
              <a:gd name="GluePoint25X" fmla="*/ 444897 w 1049571"/>
              <a:gd name="GluePoint25Y" fmla="*/ 94092 h 1028368"/>
              <a:gd name="GluePoint26X" fmla="*/ 469576 w 1049571"/>
              <a:gd name="GluePoint26Y" fmla="*/ 158877 h 1028368"/>
              <a:gd name="GluePoint27X" fmla="*/ 490141 w 1049571"/>
              <a:gd name="GluePoint27Y" fmla="*/ 302329 h 1028368"/>
              <a:gd name="GluePoint28X" fmla="*/ 481915 w 1049571"/>
              <a:gd name="GluePoint28Y" fmla="*/ 431898 h 1028368"/>
              <a:gd name="GluePoint29X" fmla="*/ 395541 w 1049571"/>
              <a:gd name="GluePoint29Y" fmla="*/ 505938 h 1028368"/>
              <a:gd name="GluePoint30X" fmla="*/ 296827 w 1049571"/>
              <a:gd name="GluePoint30Y" fmla="*/ 561468 h 1028368"/>
              <a:gd name="GluePoint31X" fmla="*/ 165209 w 1049571"/>
              <a:gd name="GluePoint31Y" fmla="*/ 529076 h 1028368"/>
              <a:gd name="GluePoint32X" fmla="*/ 82947 w 1049571"/>
              <a:gd name="GluePoint32Y" fmla="*/ 450408 h 1028368"/>
              <a:gd name="GluePoint33X" fmla="*/ 62382 w 1049571"/>
              <a:gd name="GluePoint33Y" fmla="*/ 283819 h 1028368"/>
              <a:gd name="GluePoint34X" fmla="*/ 70608 w 1049571"/>
              <a:gd name="GluePoint34Y" fmla="*/ 126484 h 1028368"/>
              <a:gd name="GluePoint35X" fmla="*/ 115852 w 1049571"/>
              <a:gd name="GluePoint35Y" fmla="*/ 43190 h 1028368"/>
              <a:gd name="GluePoint36X" fmla="*/ 235131 w 1049571"/>
              <a:gd name="GluePoint36Y" fmla="*/ 1542 h 1028368"/>
              <a:gd name="GluePoint37X" fmla="*/ 387314 w 1049571"/>
              <a:gd name="GluePoint37Y" fmla="*/ 33935 h 1028368"/>
              <a:gd name="GluePoint38X" fmla="*/ 502481 w 1049571"/>
              <a:gd name="GluePoint38Y" fmla="*/ 98719 h 1028368"/>
              <a:gd name="GluePoint39X" fmla="*/ 518933 w 1049571"/>
              <a:gd name="GluePoint39Y" fmla="*/ 260682 h 1028368"/>
              <a:gd name="GluePoint40X" fmla="*/ 523046 w 1049571"/>
              <a:gd name="GluePoint40Y" fmla="*/ 450408 h 1028368"/>
              <a:gd name="GluePoint41X" fmla="*/ 399654 w 1049571"/>
              <a:gd name="GluePoint41Y" fmla="*/ 561468 h 1028368"/>
              <a:gd name="GluePoint42X" fmla="*/ 255696 w 1049571"/>
              <a:gd name="GluePoint42Y" fmla="*/ 593861 h 1028368"/>
              <a:gd name="GluePoint43X" fmla="*/ 107625 w 1049571"/>
              <a:gd name="GluePoint43Y" fmla="*/ 533703 h 1028368"/>
              <a:gd name="GluePoint44X" fmla="*/ 13025 w 1049571"/>
              <a:gd name="GluePoint44Y" fmla="*/ 371741 h 1028368"/>
              <a:gd name="GluePoint45X" fmla="*/ 29477 w 1049571"/>
              <a:gd name="GluePoint45Y" fmla="*/ 126484 h 10283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</a:cxnLst>
            <a:rect l="l" t="t" r="r" b="b"/>
            <a:pathLst>
              <a:path w="1049571" h="1028368">
                <a:moveTo>
                  <a:pt x="367085" y="288897"/>
                </a:moveTo>
                <a:cubicBezTo>
                  <a:pt x="423407" y="249140"/>
                  <a:pt x="479729" y="209384"/>
                  <a:pt x="542014" y="209384"/>
                </a:cubicBezTo>
                <a:cubicBezTo>
                  <a:pt x="604299" y="209384"/>
                  <a:pt x="693089" y="245165"/>
                  <a:pt x="740797" y="288897"/>
                </a:cubicBezTo>
                <a:cubicBezTo>
                  <a:pt x="788505" y="332629"/>
                  <a:pt x="820310" y="412142"/>
                  <a:pt x="828261" y="471777"/>
                </a:cubicBezTo>
                <a:cubicBezTo>
                  <a:pt x="836212" y="531412"/>
                  <a:pt x="822961" y="597673"/>
                  <a:pt x="788505" y="646706"/>
                </a:cubicBezTo>
                <a:cubicBezTo>
                  <a:pt x="754049" y="695739"/>
                  <a:pt x="681162" y="744772"/>
                  <a:pt x="621527" y="765975"/>
                </a:cubicBezTo>
                <a:cubicBezTo>
                  <a:pt x="561892" y="787178"/>
                  <a:pt x="490331" y="801755"/>
                  <a:pt x="430696" y="773926"/>
                </a:cubicBezTo>
                <a:cubicBezTo>
                  <a:pt x="371061" y="746097"/>
                  <a:pt x="290222" y="666584"/>
                  <a:pt x="263718" y="598998"/>
                </a:cubicBezTo>
                <a:cubicBezTo>
                  <a:pt x="237214" y="531412"/>
                  <a:pt x="263719" y="432020"/>
                  <a:pt x="271670" y="368410"/>
                </a:cubicBezTo>
                <a:cubicBezTo>
                  <a:pt x="279621" y="304800"/>
                  <a:pt x="280946" y="254441"/>
                  <a:pt x="311426" y="217335"/>
                </a:cubicBezTo>
                <a:cubicBezTo>
                  <a:pt x="341906" y="180229"/>
                  <a:pt x="409493" y="156375"/>
                  <a:pt x="454550" y="145773"/>
                </a:cubicBezTo>
                <a:cubicBezTo>
                  <a:pt x="499607" y="135171"/>
                  <a:pt x="526112" y="141798"/>
                  <a:pt x="581771" y="153725"/>
                </a:cubicBezTo>
                <a:cubicBezTo>
                  <a:pt x="637430" y="165652"/>
                  <a:pt x="743448" y="186855"/>
                  <a:pt x="788505" y="217335"/>
                </a:cubicBezTo>
                <a:cubicBezTo>
                  <a:pt x="833562" y="247815"/>
                  <a:pt x="834887" y="292873"/>
                  <a:pt x="852115" y="336605"/>
                </a:cubicBezTo>
                <a:cubicBezTo>
                  <a:pt x="869343" y="380337"/>
                  <a:pt x="890547" y="425394"/>
                  <a:pt x="891872" y="479728"/>
                </a:cubicBezTo>
                <a:cubicBezTo>
                  <a:pt x="893197" y="534062"/>
                  <a:pt x="879944" y="610925"/>
                  <a:pt x="860066" y="662608"/>
                </a:cubicBezTo>
                <a:cubicBezTo>
                  <a:pt x="840188" y="714291"/>
                  <a:pt x="822960" y="754048"/>
                  <a:pt x="772602" y="789829"/>
                </a:cubicBezTo>
                <a:cubicBezTo>
                  <a:pt x="722244" y="825610"/>
                  <a:pt x="632129" y="871992"/>
                  <a:pt x="557917" y="877293"/>
                </a:cubicBezTo>
                <a:cubicBezTo>
                  <a:pt x="483705" y="882594"/>
                  <a:pt x="386964" y="857415"/>
                  <a:pt x="327329" y="821634"/>
                </a:cubicBezTo>
                <a:cubicBezTo>
                  <a:pt x="267694" y="785853"/>
                  <a:pt x="222637" y="732845"/>
                  <a:pt x="200108" y="662608"/>
                </a:cubicBezTo>
                <a:cubicBezTo>
                  <a:pt x="177579" y="592372"/>
                  <a:pt x="186856" y="482379"/>
                  <a:pt x="192157" y="400215"/>
                </a:cubicBezTo>
                <a:cubicBezTo>
                  <a:pt x="197458" y="318051"/>
                  <a:pt x="202758" y="221311"/>
                  <a:pt x="231913" y="169627"/>
                </a:cubicBezTo>
                <a:cubicBezTo>
                  <a:pt x="261068" y="117944"/>
                  <a:pt x="304800" y="103366"/>
                  <a:pt x="367085" y="90114"/>
                </a:cubicBezTo>
                <a:cubicBezTo>
                  <a:pt x="429370" y="76862"/>
                  <a:pt x="523462" y="78187"/>
                  <a:pt x="605625" y="90114"/>
                </a:cubicBezTo>
                <a:cubicBezTo>
                  <a:pt x="687789" y="102041"/>
                  <a:pt x="809708" y="131196"/>
                  <a:pt x="860066" y="161676"/>
                </a:cubicBezTo>
                <a:cubicBezTo>
                  <a:pt x="910424" y="192156"/>
                  <a:pt x="893197" y="213359"/>
                  <a:pt x="907774" y="272994"/>
                </a:cubicBezTo>
                <a:cubicBezTo>
                  <a:pt x="922352" y="332629"/>
                  <a:pt x="943555" y="441297"/>
                  <a:pt x="947531" y="519485"/>
                </a:cubicBezTo>
                <a:cubicBezTo>
                  <a:pt x="951507" y="597673"/>
                  <a:pt x="962108" y="683812"/>
                  <a:pt x="931628" y="742121"/>
                </a:cubicBezTo>
                <a:cubicBezTo>
                  <a:pt x="901148" y="800430"/>
                  <a:pt x="824286" y="832236"/>
                  <a:pt x="764651" y="869342"/>
                </a:cubicBezTo>
                <a:cubicBezTo>
                  <a:pt x="705016" y="906448"/>
                  <a:pt x="648031" y="958132"/>
                  <a:pt x="573819" y="964758"/>
                </a:cubicBezTo>
                <a:cubicBezTo>
                  <a:pt x="499607" y="971384"/>
                  <a:pt x="388289" y="940904"/>
                  <a:pt x="319378" y="909099"/>
                </a:cubicBezTo>
                <a:cubicBezTo>
                  <a:pt x="250467" y="877294"/>
                  <a:pt x="193482" y="844162"/>
                  <a:pt x="160352" y="773926"/>
                </a:cubicBezTo>
                <a:cubicBezTo>
                  <a:pt x="127222" y="703690"/>
                  <a:pt x="124571" y="580445"/>
                  <a:pt x="120595" y="487680"/>
                </a:cubicBezTo>
                <a:cubicBezTo>
                  <a:pt x="116619" y="394915"/>
                  <a:pt x="119270" y="286246"/>
                  <a:pt x="136498" y="217335"/>
                </a:cubicBezTo>
                <a:cubicBezTo>
                  <a:pt x="153726" y="148424"/>
                  <a:pt x="170953" y="109993"/>
                  <a:pt x="223962" y="74212"/>
                </a:cubicBezTo>
                <a:cubicBezTo>
                  <a:pt x="276971" y="38431"/>
                  <a:pt x="367086" y="5300"/>
                  <a:pt x="454550" y="2650"/>
                </a:cubicBezTo>
                <a:cubicBezTo>
                  <a:pt x="542014" y="0"/>
                  <a:pt x="662609" y="30480"/>
                  <a:pt x="748748" y="58309"/>
                </a:cubicBezTo>
                <a:cubicBezTo>
                  <a:pt x="834887" y="86138"/>
                  <a:pt x="928978" y="104691"/>
                  <a:pt x="971385" y="169627"/>
                </a:cubicBezTo>
                <a:cubicBezTo>
                  <a:pt x="1013792" y="234563"/>
                  <a:pt x="996564" y="347207"/>
                  <a:pt x="1003190" y="447923"/>
                </a:cubicBezTo>
                <a:cubicBezTo>
                  <a:pt x="1009816" y="548640"/>
                  <a:pt x="1049572" y="687787"/>
                  <a:pt x="1011141" y="773926"/>
                </a:cubicBezTo>
                <a:cubicBezTo>
                  <a:pt x="972710" y="860065"/>
                  <a:pt x="858741" y="923676"/>
                  <a:pt x="772602" y="964758"/>
                </a:cubicBezTo>
                <a:cubicBezTo>
                  <a:pt x="686463" y="1005840"/>
                  <a:pt x="588396" y="1028368"/>
                  <a:pt x="494306" y="1020417"/>
                </a:cubicBezTo>
                <a:cubicBezTo>
                  <a:pt x="400216" y="1012466"/>
                  <a:pt x="286247" y="980660"/>
                  <a:pt x="208059" y="917050"/>
                </a:cubicBezTo>
                <a:cubicBezTo>
                  <a:pt x="129871" y="853440"/>
                  <a:pt x="50358" y="755373"/>
                  <a:pt x="25179" y="638754"/>
                </a:cubicBezTo>
                <a:cubicBezTo>
                  <a:pt x="0" y="522135"/>
                  <a:pt x="38432" y="319377"/>
                  <a:pt x="56985" y="217335"/>
                </a:cubicBezTo>
              </a:path>
            </a:pathLst>
          </a:custGeom>
          <a:noFill/>
          <a:ln w="28440">
            <a:solidFill>
              <a:srgbClr val="92D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 flipH="1" flipV="1">
            <a:off x="831960" y="3724200"/>
            <a:ext cx="573120" cy="35712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 flipH="1">
            <a:off x="689040" y="4570560"/>
            <a:ext cx="434880" cy="368280"/>
          </a:xfrm>
          <a:prstGeom prst="line">
            <a:avLst/>
          </a:prstGeom>
          <a:ln w="12600">
            <a:solidFill>
              <a:srgbClr val="92D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689120" y="5229360"/>
            <a:ext cx="931680" cy="304560"/>
          </a:xfrm>
          <a:prstGeom prst="line">
            <a:avLst/>
          </a:prstGeom>
          <a:ln w="12600">
            <a:solidFill>
              <a:srgbClr val="92D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760920" y="2684520"/>
            <a:ext cx="534960" cy="7794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 rot="16200000">
            <a:off x="5108400" y="4351320"/>
            <a:ext cx="108000" cy="15228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 rot="16200000">
            <a:off x="5802120" y="3576600"/>
            <a:ext cx="108000" cy="15228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 rot="16200000">
            <a:off x="6449760" y="4343400"/>
            <a:ext cx="108000" cy="15228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 rot="16200000">
            <a:off x="7143480" y="3622680"/>
            <a:ext cx="108000" cy="15228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" name=""/>
          <p:cNvGrpSpPr/>
          <p:nvPr/>
        </p:nvGrpSpPr>
        <p:grpSpPr>
          <a:xfrm>
            <a:off x="228600" y="549360"/>
            <a:ext cx="7305840" cy="2554200"/>
            <a:chOff x="228600" y="549360"/>
            <a:chExt cx="7305840" cy="2554200"/>
          </a:xfrm>
        </p:grpSpPr>
        <p:sp>
          <p:nvSpPr>
            <p:cNvPr id="177" name=""/>
            <p:cNvSpPr/>
            <p:nvPr/>
          </p:nvSpPr>
          <p:spPr>
            <a:xfrm>
              <a:off x="4558680" y="971640"/>
              <a:ext cx="2084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Comic Sans MS"/>
                </a:rPr>
                <a:t>UNMYELINATED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6337800" y="1519200"/>
              <a:ext cx="9612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2000" b="1" u="none" strike="noStrike">
                  <a:solidFill>
                    <a:srgbClr val="FFFFFF"/>
                  </a:solidFill>
                  <a:effectLst/>
                  <a:uFillTx/>
                  <a:latin typeface="Comic Sans MS"/>
                </a:rPr>
                <a:t>AXON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898560" y="1108080"/>
              <a:ext cx="1563480" cy="1484280"/>
            </a:xfrm>
            <a:custGeom>
              <a:avLst/>
              <a:gdLst>
                <a:gd name="GluePoint1X" fmla="*/ 1515717 w 1570382"/>
                <a:gd name="GluePoint1Y" fmla="*/ 461192 h 1492195"/>
                <a:gd name="GluePoint2X" fmla="*/ 1348775 w 1570382"/>
                <a:gd name="GluePoint2Y" fmla="*/ 238548 h 1492195"/>
                <a:gd name="GluePoint3X" fmla="*/ 1046693 w 1570382"/>
                <a:gd name="GluePoint3Y" fmla="*/ 71564 h 1492195"/>
                <a:gd name="GluePoint4X" fmla="*/ 696911 w 1570382"/>
                <a:gd name="GluePoint4Y" fmla="*/ 7951 h 1492195"/>
                <a:gd name="GluePoint5X" fmla="*/ 370980 w 1570382"/>
                <a:gd name="GluePoint5Y" fmla="*/ 23855 h 1492195"/>
                <a:gd name="GluePoint6X" fmla="*/ 164291 w 1570382"/>
                <a:gd name="GluePoint6Y" fmla="*/ 103371 h 1492195"/>
                <a:gd name="GluePoint7X" fmla="*/ 227887 w 1570382"/>
                <a:gd name="GluePoint7Y" fmla="*/ 143128 h 1492195"/>
                <a:gd name="GluePoint8X" fmla="*/ 347131 w 1570382"/>
                <a:gd name="GluePoint8Y" fmla="*/ 95419 h 1492195"/>
                <a:gd name="GluePoint9X" fmla="*/ 482273 w 1570382"/>
                <a:gd name="GluePoint9Y" fmla="*/ 111322 h 1492195"/>
                <a:gd name="GluePoint10X" fmla="*/ 625365 w 1570382"/>
                <a:gd name="GluePoint10Y" fmla="*/ 246499 h 1492195"/>
                <a:gd name="GluePoint11X" fmla="*/ 641264 w 1570382"/>
                <a:gd name="GluePoint11Y" fmla="*/ 445289 h 1492195"/>
                <a:gd name="GluePoint12X" fmla="*/ 585618 w 1570382"/>
                <a:gd name="GluePoint12Y" fmla="*/ 556612 h 1492195"/>
                <a:gd name="GluePoint13X" fmla="*/ 331231 w 1570382"/>
                <a:gd name="GluePoint13Y" fmla="*/ 620224 h 1492195"/>
                <a:gd name="GluePoint14X" fmla="*/ 196089 w 1570382"/>
                <a:gd name="GluePoint14Y" fmla="*/ 532757 h 1492195"/>
                <a:gd name="GluePoint15X" fmla="*/ 156341 w 1570382"/>
                <a:gd name="GluePoint15Y" fmla="*/ 349870 h 1492195"/>
                <a:gd name="GluePoint16X" fmla="*/ 132493 w 1570382"/>
                <a:gd name="GluePoint16Y" fmla="*/ 262403 h 1492195"/>
                <a:gd name="GluePoint17X" fmla="*/ 84795 w 1570382"/>
                <a:gd name="GluePoint17Y" fmla="*/ 246499 h 1492195"/>
                <a:gd name="GluePoint18X" fmla="*/ 29149 w 1570382"/>
                <a:gd name="GluePoint18Y" fmla="*/ 365773 h 1492195"/>
                <a:gd name="GluePoint19X" fmla="*/ 5300 w 1570382"/>
                <a:gd name="GluePoint19Y" fmla="*/ 596369 h 1492195"/>
                <a:gd name="GluePoint20X" fmla="*/ 60947 w 1570382"/>
                <a:gd name="GluePoint20Y" fmla="*/ 954191 h 1492195"/>
                <a:gd name="GluePoint21X" fmla="*/ 172240 w 1570382"/>
                <a:gd name="GluePoint21Y" fmla="*/ 1224545 h 1492195"/>
                <a:gd name="GluePoint22X" fmla="*/ 394828 w 1570382"/>
                <a:gd name="GluePoint22Y" fmla="*/ 1431287 h 1492195"/>
                <a:gd name="GluePoint23X" fmla="*/ 585618 w 1570382"/>
                <a:gd name="GluePoint23Y" fmla="*/ 1486949 h 1492195"/>
                <a:gd name="GluePoint24X" fmla="*/ 577668 w 1570382"/>
                <a:gd name="GluePoint24Y" fmla="*/ 1399481 h 1492195"/>
                <a:gd name="GluePoint25X" fmla="*/ 458425 w 1570382"/>
                <a:gd name="GluePoint25Y" fmla="*/ 1367674 h 1492195"/>
                <a:gd name="GluePoint26X" fmla="*/ 307383 w 1570382"/>
                <a:gd name="GluePoint26Y" fmla="*/ 1192739 h 1492195"/>
                <a:gd name="GluePoint27X" fmla="*/ 339181 w 1570382"/>
                <a:gd name="GluePoint27Y" fmla="*/ 946240 h 1492195"/>
                <a:gd name="GluePoint28X" fmla="*/ 506122 w 1570382"/>
                <a:gd name="GluePoint28Y" fmla="*/ 882627 h 1492195"/>
                <a:gd name="GluePoint29X" fmla="*/ 744609 w 1570382"/>
                <a:gd name="GluePoint29Y" fmla="*/ 922385 h 1492195"/>
                <a:gd name="GluePoint30X" fmla="*/ 816155 w 1570382"/>
                <a:gd name="GluePoint30Y" fmla="*/ 1105272 h 1492195"/>
                <a:gd name="GluePoint31X" fmla="*/ 776407 w 1570382"/>
                <a:gd name="GluePoint31Y" fmla="*/ 1288158 h 1492195"/>
                <a:gd name="GluePoint32X" fmla="*/ 712811 w 1570382"/>
                <a:gd name="GluePoint32Y" fmla="*/ 1351771 h 1492195"/>
                <a:gd name="GluePoint33X" fmla="*/ 712811 w 1570382"/>
                <a:gd name="GluePoint33Y" fmla="*/ 1463094 h 1492195"/>
                <a:gd name="GluePoint34X" fmla="*/ 895651 w 1570382"/>
                <a:gd name="GluePoint34Y" fmla="*/ 1455142 h 1492195"/>
                <a:gd name="GluePoint35X" fmla="*/ 1102339 w 1570382"/>
                <a:gd name="GluePoint35Y" fmla="*/ 1423335 h 1492195"/>
                <a:gd name="GluePoint36X" fmla="*/ 1348775 w 1570382"/>
                <a:gd name="GluePoint36Y" fmla="*/ 1327916 h 1492195"/>
                <a:gd name="GluePoint37X" fmla="*/ 1475969 w 1570382"/>
                <a:gd name="GluePoint37Y" fmla="*/ 1168884 h 1492195"/>
                <a:gd name="GluePoint38X" fmla="*/ 1547515 w 1570382"/>
                <a:gd name="GluePoint38Y" fmla="*/ 866724 h 1492195"/>
                <a:gd name="GluePoint39X" fmla="*/ 1563413 w 1570382"/>
                <a:gd name="GluePoint39Y" fmla="*/ 739498 h 1492195"/>
                <a:gd name="GluePoint40X" fmla="*/ 1507767 w 1570382"/>
                <a:gd name="GluePoint40Y" fmla="*/ 723595 h 1492195"/>
                <a:gd name="GluePoint41X" fmla="*/ 1436220 w 1570382"/>
                <a:gd name="GluePoint41Y" fmla="*/ 834918 h 1492195"/>
                <a:gd name="GluePoint42X" fmla="*/ 1293129 w 1570382"/>
                <a:gd name="GluePoint42Y" fmla="*/ 906481 h 1492195"/>
                <a:gd name="GluePoint43X" fmla="*/ 1062591 w 1570382"/>
                <a:gd name="GluePoint43Y" fmla="*/ 819014 h 1492195"/>
                <a:gd name="GluePoint44X" fmla="*/ 998995 w 1570382"/>
                <a:gd name="GluePoint44Y" fmla="*/ 652031 h 1492195"/>
                <a:gd name="GluePoint45X" fmla="*/ 1030793 w 1570382"/>
                <a:gd name="GluePoint45Y" fmla="*/ 469144 h 1492195"/>
                <a:gd name="GluePoint46X" fmla="*/ 1150037 w 1570382"/>
                <a:gd name="GluePoint46Y" fmla="*/ 389628 h 1492195"/>
                <a:gd name="GluePoint47X" fmla="*/ 1324927 w 1570382"/>
                <a:gd name="GluePoint47Y" fmla="*/ 381676 h 1492195"/>
                <a:gd name="GluePoint48X" fmla="*/ 1428271 w 1570382"/>
                <a:gd name="GluePoint48Y" fmla="*/ 485047 h 1492195"/>
                <a:gd name="GluePoint49X" fmla="*/ 1515717 w 1570382"/>
                <a:gd name="GluePoint49Y" fmla="*/ 461192 h 14921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</a:cxnLst>
              <a:rect l="l" t="t" r="r" b="b"/>
              <a:pathLst>
                <a:path w="1570382" h="1492195">
                  <a:moveTo>
                    <a:pt x="1516049" y="461175"/>
                  </a:moveTo>
                  <a:cubicBezTo>
                    <a:pt x="1502797" y="420093"/>
                    <a:pt x="1427259" y="303475"/>
                    <a:pt x="1349071" y="238539"/>
                  </a:cubicBezTo>
                  <a:cubicBezTo>
                    <a:pt x="1270883" y="173603"/>
                    <a:pt x="1155590" y="109992"/>
                    <a:pt x="1046922" y="71561"/>
                  </a:cubicBezTo>
                  <a:cubicBezTo>
                    <a:pt x="938254" y="33130"/>
                    <a:pt x="809707" y="15902"/>
                    <a:pt x="697064" y="7951"/>
                  </a:cubicBezTo>
                  <a:cubicBezTo>
                    <a:pt x="584421" y="0"/>
                    <a:pt x="459851" y="7951"/>
                    <a:pt x="371061" y="23854"/>
                  </a:cubicBezTo>
                  <a:cubicBezTo>
                    <a:pt x="282271" y="39757"/>
                    <a:pt x="188181" y="83489"/>
                    <a:pt x="164327" y="103367"/>
                  </a:cubicBezTo>
                  <a:cubicBezTo>
                    <a:pt x="140473" y="123245"/>
                    <a:pt x="197457" y="144448"/>
                    <a:pt x="227937" y="143123"/>
                  </a:cubicBezTo>
                  <a:cubicBezTo>
                    <a:pt x="258417" y="141798"/>
                    <a:pt x="304800" y="100716"/>
                    <a:pt x="347207" y="95415"/>
                  </a:cubicBezTo>
                  <a:cubicBezTo>
                    <a:pt x="389614" y="90114"/>
                    <a:pt x="435997" y="86139"/>
                    <a:pt x="482379" y="111318"/>
                  </a:cubicBezTo>
                  <a:cubicBezTo>
                    <a:pt x="528762" y="136497"/>
                    <a:pt x="598998" y="190831"/>
                    <a:pt x="625502" y="246490"/>
                  </a:cubicBezTo>
                  <a:cubicBezTo>
                    <a:pt x="652006" y="302149"/>
                    <a:pt x="648031" y="393590"/>
                    <a:pt x="641405" y="445273"/>
                  </a:cubicBezTo>
                  <a:cubicBezTo>
                    <a:pt x="634779" y="496956"/>
                    <a:pt x="637430" y="527436"/>
                    <a:pt x="585746" y="556591"/>
                  </a:cubicBezTo>
                  <a:cubicBezTo>
                    <a:pt x="534063" y="585746"/>
                    <a:pt x="396240" y="624177"/>
                    <a:pt x="331304" y="620201"/>
                  </a:cubicBezTo>
                  <a:cubicBezTo>
                    <a:pt x="266368" y="616225"/>
                    <a:pt x="225287" y="577794"/>
                    <a:pt x="196132" y="532737"/>
                  </a:cubicBezTo>
                  <a:cubicBezTo>
                    <a:pt x="166977" y="487680"/>
                    <a:pt x="166977" y="394914"/>
                    <a:pt x="156375" y="349857"/>
                  </a:cubicBezTo>
                  <a:cubicBezTo>
                    <a:pt x="145773" y="304800"/>
                    <a:pt x="144449" y="279621"/>
                    <a:pt x="132522" y="262393"/>
                  </a:cubicBezTo>
                  <a:cubicBezTo>
                    <a:pt x="120595" y="245165"/>
                    <a:pt x="102042" y="229262"/>
                    <a:pt x="84814" y="246490"/>
                  </a:cubicBezTo>
                  <a:cubicBezTo>
                    <a:pt x="67586" y="263718"/>
                    <a:pt x="42407" y="307451"/>
                    <a:pt x="29155" y="365760"/>
                  </a:cubicBezTo>
                  <a:cubicBezTo>
                    <a:pt x="15903" y="424069"/>
                    <a:pt x="0" y="498281"/>
                    <a:pt x="5301" y="596347"/>
                  </a:cubicBezTo>
                  <a:cubicBezTo>
                    <a:pt x="10602" y="694413"/>
                    <a:pt x="33131" y="849464"/>
                    <a:pt x="60960" y="954156"/>
                  </a:cubicBezTo>
                  <a:cubicBezTo>
                    <a:pt x="88790" y="1058848"/>
                    <a:pt x="116619" y="1144987"/>
                    <a:pt x="172278" y="1224500"/>
                  </a:cubicBezTo>
                  <a:cubicBezTo>
                    <a:pt x="227937" y="1304013"/>
                    <a:pt x="326004" y="1387502"/>
                    <a:pt x="394915" y="1431234"/>
                  </a:cubicBezTo>
                  <a:cubicBezTo>
                    <a:pt x="463826" y="1474966"/>
                    <a:pt x="555266" y="1492195"/>
                    <a:pt x="585746" y="1486894"/>
                  </a:cubicBezTo>
                  <a:cubicBezTo>
                    <a:pt x="616226" y="1481593"/>
                    <a:pt x="598999" y="1419307"/>
                    <a:pt x="577795" y="1399429"/>
                  </a:cubicBezTo>
                  <a:cubicBezTo>
                    <a:pt x="556591" y="1379551"/>
                    <a:pt x="503582" y="1402080"/>
                    <a:pt x="458525" y="1367624"/>
                  </a:cubicBezTo>
                  <a:cubicBezTo>
                    <a:pt x="413468" y="1333168"/>
                    <a:pt x="327328" y="1262932"/>
                    <a:pt x="307450" y="1192695"/>
                  </a:cubicBezTo>
                  <a:cubicBezTo>
                    <a:pt x="287572" y="1122459"/>
                    <a:pt x="306125" y="997888"/>
                    <a:pt x="339255" y="946205"/>
                  </a:cubicBezTo>
                  <a:cubicBezTo>
                    <a:pt x="372385" y="894522"/>
                    <a:pt x="438647" y="886570"/>
                    <a:pt x="506233" y="882594"/>
                  </a:cubicBezTo>
                  <a:cubicBezTo>
                    <a:pt x="573819" y="878618"/>
                    <a:pt x="693089" y="885245"/>
                    <a:pt x="744772" y="922351"/>
                  </a:cubicBezTo>
                  <a:cubicBezTo>
                    <a:pt x="796455" y="959457"/>
                    <a:pt x="811033" y="1044271"/>
                    <a:pt x="816334" y="1105231"/>
                  </a:cubicBezTo>
                  <a:cubicBezTo>
                    <a:pt x="821635" y="1166191"/>
                    <a:pt x="793805" y="1247029"/>
                    <a:pt x="776577" y="1288111"/>
                  </a:cubicBezTo>
                  <a:cubicBezTo>
                    <a:pt x="759349" y="1329193"/>
                    <a:pt x="723569" y="1322566"/>
                    <a:pt x="712967" y="1351721"/>
                  </a:cubicBezTo>
                  <a:cubicBezTo>
                    <a:pt x="702365" y="1380876"/>
                    <a:pt x="682487" y="1445812"/>
                    <a:pt x="712967" y="1463040"/>
                  </a:cubicBezTo>
                  <a:cubicBezTo>
                    <a:pt x="743447" y="1480268"/>
                    <a:pt x="830911" y="1461714"/>
                    <a:pt x="895847" y="1455088"/>
                  </a:cubicBezTo>
                  <a:cubicBezTo>
                    <a:pt x="960783" y="1448462"/>
                    <a:pt x="1027044" y="1444487"/>
                    <a:pt x="1102581" y="1423283"/>
                  </a:cubicBezTo>
                  <a:cubicBezTo>
                    <a:pt x="1178118" y="1402079"/>
                    <a:pt x="1286786" y="1370274"/>
                    <a:pt x="1349071" y="1327867"/>
                  </a:cubicBezTo>
                  <a:cubicBezTo>
                    <a:pt x="1411356" y="1285460"/>
                    <a:pt x="1443162" y="1245704"/>
                    <a:pt x="1476292" y="1168841"/>
                  </a:cubicBezTo>
                  <a:cubicBezTo>
                    <a:pt x="1509423" y="1091979"/>
                    <a:pt x="1533277" y="938254"/>
                    <a:pt x="1547854" y="866692"/>
                  </a:cubicBezTo>
                  <a:cubicBezTo>
                    <a:pt x="1562431" y="795130"/>
                    <a:pt x="1570382" y="763325"/>
                    <a:pt x="1563756" y="739471"/>
                  </a:cubicBezTo>
                  <a:cubicBezTo>
                    <a:pt x="1557130" y="715617"/>
                    <a:pt x="1529300" y="707665"/>
                    <a:pt x="1508097" y="723568"/>
                  </a:cubicBezTo>
                  <a:cubicBezTo>
                    <a:pt x="1486894" y="739471"/>
                    <a:pt x="1472316" y="804407"/>
                    <a:pt x="1436535" y="834887"/>
                  </a:cubicBezTo>
                  <a:cubicBezTo>
                    <a:pt x="1400754" y="865367"/>
                    <a:pt x="1355697" y="909098"/>
                    <a:pt x="1293412" y="906448"/>
                  </a:cubicBezTo>
                  <a:cubicBezTo>
                    <a:pt x="1231127" y="903798"/>
                    <a:pt x="1111857" y="861391"/>
                    <a:pt x="1062824" y="818984"/>
                  </a:cubicBezTo>
                  <a:cubicBezTo>
                    <a:pt x="1013791" y="776577"/>
                    <a:pt x="1004515" y="710316"/>
                    <a:pt x="999214" y="652007"/>
                  </a:cubicBezTo>
                  <a:cubicBezTo>
                    <a:pt x="993913" y="593698"/>
                    <a:pt x="1005840" y="512859"/>
                    <a:pt x="1031019" y="469127"/>
                  </a:cubicBezTo>
                  <a:cubicBezTo>
                    <a:pt x="1056198" y="425395"/>
                    <a:pt x="1101256" y="404191"/>
                    <a:pt x="1150289" y="389614"/>
                  </a:cubicBezTo>
                  <a:cubicBezTo>
                    <a:pt x="1199322" y="375037"/>
                    <a:pt x="1278835" y="365760"/>
                    <a:pt x="1325217" y="381662"/>
                  </a:cubicBezTo>
                  <a:cubicBezTo>
                    <a:pt x="1371600" y="397565"/>
                    <a:pt x="1395454" y="473102"/>
                    <a:pt x="1428584" y="485029"/>
                  </a:cubicBezTo>
                  <a:cubicBezTo>
                    <a:pt x="1461714" y="496956"/>
                    <a:pt x="1529301" y="502257"/>
                    <a:pt x="1516049" y="461175"/>
                  </a:cubicBezTo>
                  <a:close/>
                </a:path>
              </a:pathLst>
            </a:custGeom>
            <a:solidFill>
              <a:srgbClr val="FFFFFF"/>
            </a:solidFill>
            <a:ln w="2844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"/>
            <p:cNvSpPr/>
            <p:nvPr/>
          </p:nvSpPr>
          <p:spPr>
            <a:xfrm flipH="1">
              <a:off x="679320" y="1976400"/>
              <a:ext cx="424080" cy="60336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898200" y="549360"/>
              <a:ext cx="1679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Cross-section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5074920" y="549360"/>
              <a:ext cx="15314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Longitudinal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4002120" y="1312920"/>
              <a:ext cx="3532320" cy="825480"/>
            </a:xfrm>
            <a:custGeom>
              <a:avLst/>
              <a:gdLst>
                <a:gd name="GluePoint1X" fmla="*/ 3494599 w 3538331"/>
                <a:gd name="GluePoint1Y" fmla="*/ 157701 h 832237"/>
                <a:gd name="GluePoint2X" fmla="*/ 3375329 w 3538331"/>
                <a:gd name="GluePoint2Y" fmla="*/ 30480 h 832237"/>
                <a:gd name="GluePoint3X" fmla="*/ 2906202 w 3538331"/>
                <a:gd name="GluePoint3Y" fmla="*/ 14578 h 832237"/>
                <a:gd name="GluePoint4X" fmla="*/ 1928192 w 3538331"/>
                <a:gd name="GluePoint4Y" fmla="*/ 22529 h 832237"/>
                <a:gd name="GluePoint5X" fmla="*/ 910425 w 3538331"/>
                <a:gd name="GluePoint5Y" fmla="*/ 30480 h 832237"/>
                <a:gd name="GluePoint6X" fmla="*/ 369736 w 3538331"/>
                <a:gd name="GluePoint6Y" fmla="*/ 14578 h 832237"/>
                <a:gd name="GluePoint7X" fmla="*/ 234564 w 3538331"/>
                <a:gd name="GluePoint7Y" fmla="*/ 14578 h 832237"/>
                <a:gd name="GluePoint8X" fmla="*/ 170954 w 3538331"/>
                <a:gd name="GluePoint8Y" fmla="*/ 22529 h 832237"/>
                <a:gd name="GluePoint9X" fmla="*/ 51684 w 3538331"/>
                <a:gd name="GluePoint9Y" fmla="*/ 149750 h 832237"/>
                <a:gd name="GluePoint10X" fmla="*/ 11928 w 3538331"/>
                <a:gd name="GluePoint10Y" fmla="*/ 332630 h 832237"/>
                <a:gd name="GluePoint11X" fmla="*/ 3976 w 3538331"/>
                <a:gd name="GluePoint11Y" fmla="*/ 491656 h 832237"/>
                <a:gd name="GluePoint12X" fmla="*/ 35782 w 3538331"/>
                <a:gd name="GluePoint12Y" fmla="*/ 650682 h 832237"/>
                <a:gd name="GluePoint13X" fmla="*/ 131197 w 3538331"/>
                <a:gd name="GluePoint13Y" fmla="*/ 769952 h 832237"/>
                <a:gd name="GluePoint14X" fmla="*/ 234564 w 3538331"/>
                <a:gd name="GluePoint14Y" fmla="*/ 801757 h 832237"/>
                <a:gd name="GluePoint15X" fmla="*/ 322029 w 3538331"/>
                <a:gd name="GluePoint15Y" fmla="*/ 801757 h 832237"/>
                <a:gd name="GluePoint16X" fmla="*/ 775253 w 3538331"/>
                <a:gd name="GluePoint16Y" fmla="*/ 801757 h 832237"/>
                <a:gd name="GluePoint17X" fmla="*/ 1411357 w 3538331"/>
                <a:gd name="GluePoint17Y" fmla="*/ 817660 h 832237"/>
                <a:gd name="GluePoint18X" fmla="*/ 2357562 w 3538331"/>
                <a:gd name="GluePoint18Y" fmla="*/ 809708 h 832237"/>
                <a:gd name="GluePoint19X" fmla="*/ 2906202 w 3538331"/>
                <a:gd name="GluePoint19Y" fmla="*/ 825611 h 832237"/>
                <a:gd name="GluePoint20X" fmla="*/ 3343524 w 3538331"/>
                <a:gd name="GluePoint20Y" fmla="*/ 825611 h 832237"/>
                <a:gd name="GluePoint21X" fmla="*/ 3494599 w 3538331"/>
                <a:gd name="GluePoint21Y" fmla="*/ 809708 h 832237"/>
                <a:gd name="GluePoint22X" fmla="*/ 3526404 w 3538331"/>
                <a:gd name="GluePoint22Y" fmla="*/ 690439 h 832237"/>
                <a:gd name="GluePoint23X" fmla="*/ 3423037 w 3538331"/>
                <a:gd name="GluePoint23Y" fmla="*/ 626828 h 832237"/>
                <a:gd name="GluePoint24X" fmla="*/ 3136790 w 3538331"/>
                <a:gd name="GluePoint24Y" fmla="*/ 595023 h 832237"/>
                <a:gd name="GluePoint25X" fmla="*/ 2540442 w 3538331"/>
                <a:gd name="GluePoint25Y" fmla="*/ 610926 h 832237"/>
                <a:gd name="GluePoint26X" fmla="*/ 2134926 w 3538331"/>
                <a:gd name="GluePoint26Y" fmla="*/ 602974 h 832237"/>
                <a:gd name="GluePoint27X" fmla="*/ 1570383 w 3538331"/>
                <a:gd name="GluePoint27Y" fmla="*/ 547315 h 832237"/>
                <a:gd name="GluePoint28X" fmla="*/ 1188721 w 3538331"/>
                <a:gd name="GluePoint28Y" fmla="*/ 547315 h 832237"/>
                <a:gd name="GluePoint29X" fmla="*/ 894522 w 3538331"/>
                <a:gd name="GluePoint29Y" fmla="*/ 563218 h 832237"/>
                <a:gd name="GluePoint30X" fmla="*/ 371075 w 3538331"/>
                <a:gd name="GluePoint30Y" fmla="*/ 578999 h 832237"/>
                <a:gd name="GluePoint31X" fmla="*/ 170954 w 3538331"/>
                <a:gd name="GluePoint31Y" fmla="*/ 602974 h 832237"/>
                <a:gd name="GluePoint32X" fmla="*/ 208479 w 3538331"/>
                <a:gd name="GluePoint32Y" fmla="*/ 251899 h 832237"/>
                <a:gd name="GluePoint33X" fmla="*/ 807058 w 3538331"/>
                <a:gd name="GluePoint33Y" fmla="*/ 292873 h 832237"/>
                <a:gd name="GluePoint34X" fmla="*/ 1546529 w 3538331"/>
                <a:gd name="GluePoint34Y" fmla="*/ 284922 h 832237"/>
                <a:gd name="GluePoint35X" fmla="*/ 1999754 w 3538331"/>
                <a:gd name="GluePoint35Y" fmla="*/ 292873 h 832237"/>
                <a:gd name="GluePoint36X" fmla="*/ 2333709 w 3538331"/>
                <a:gd name="GluePoint36Y" fmla="*/ 269020 h 832237"/>
                <a:gd name="GluePoint37X" fmla="*/ 2667663 w 3538331"/>
                <a:gd name="GluePoint37Y" fmla="*/ 253117 h 832237"/>
                <a:gd name="GluePoint38X" fmla="*/ 3025472 w 3538331"/>
                <a:gd name="GluePoint38Y" fmla="*/ 245166 h 832237"/>
                <a:gd name="GluePoint39X" fmla="*/ 3407135 w 3538331"/>
                <a:gd name="GluePoint39Y" fmla="*/ 269020 h 832237"/>
                <a:gd name="GluePoint40X" fmla="*/ 3510502 w 3538331"/>
                <a:gd name="GluePoint40Y" fmla="*/ 261068 h 832237"/>
                <a:gd name="GluePoint41X" fmla="*/ 3494599 w 3538331"/>
                <a:gd name="GluePoint41Y" fmla="*/ 157701 h 8322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l" t="t" r="r" b="b"/>
              <a:pathLst>
                <a:path w="3538331" h="832237">
                  <a:moveTo>
                    <a:pt x="3494599" y="157701"/>
                  </a:moveTo>
                  <a:cubicBezTo>
                    <a:pt x="3472070" y="119270"/>
                    <a:pt x="3473395" y="54334"/>
                    <a:pt x="3375329" y="30480"/>
                  </a:cubicBezTo>
                  <a:cubicBezTo>
                    <a:pt x="3277263" y="6626"/>
                    <a:pt x="2906202" y="14578"/>
                    <a:pt x="2906202" y="14578"/>
                  </a:cubicBezTo>
                  <a:lnTo>
                    <a:pt x="1928192" y="22529"/>
                  </a:lnTo>
                  <a:lnTo>
                    <a:pt x="910425" y="30480"/>
                  </a:lnTo>
                  <a:cubicBezTo>
                    <a:pt x="650682" y="29155"/>
                    <a:pt x="482379" y="17228"/>
                    <a:pt x="369736" y="14578"/>
                  </a:cubicBezTo>
                  <a:cubicBezTo>
                    <a:pt x="257093" y="11928"/>
                    <a:pt x="267694" y="13253"/>
                    <a:pt x="234564" y="14578"/>
                  </a:cubicBezTo>
                  <a:cubicBezTo>
                    <a:pt x="201434" y="15903"/>
                    <a:pt x="201434" y="0"/>
                    <a:pt x="170954" y="22529"/>
                  </a:cubicBezTo>
                  <a:cubicBezTo>
                    <a:pt x="140474" y="45058"/>
                    <a:pt x="78188" y="98067"/>
                    <a:pt x="51684" y="149750"/>
                  </a:cubicBezTo>
                  <a:cubicBezTo>
                    <a:pt x="25180" y="201434"/>
                    <a:pt x="19879" y="275646"/>
                    <a:pt x="11928" y="332630"/>
                  </a:cubicBezTo>
                  <a:cubicBezTo>
                    <a:pt x="3977" y="389614"/>
                    <a:pt x="0" y="438647"/>
                    <a:pt x="3976" y="491656"/>
                  </a:cubicBezTo>
                  <a:cubicBezTo>
                    <a:pt x="7952" y="544665"/>
                    <a:pt x="14579" y="604299"/>
                    <a:pt x="35782" y="650682"/>
                  </a:cubicBezTo>
                  <a:cubicBezTo>
                    <a:pt x="56985" y="697065"/>
                    <a:pt x="98067" y="744773"/>
                    <a:pt x="131197" y="769952"/>
                  </a:cubicBezTo>
                  <a:cubicBezTo>
                    <a:pt x="164327" y="795131"/>
                    <a:pt x="202759" y="796456"/>
                    <a:pt x="234564" y="801757"/>
                  </a:cubicBezTo>
                  <a:cubicBezTo>
                    <a:pt x="266369" y="807058"/>
                    <a:pt x="322029" y="801757"/>
                    <a:pt x="322029" y="801757"/>
                  </a:cubicBezTo>
                  <a:lnTo>
                    <a:pt x="775253" y="801757"/>
                  </a:lnTo>
                  <a:cubicBezTo>
                    <a:pt x="956808" y="804408"/>
                    <a:pt x="1411357" y="817660"/>
                    <a:pt x="1411357" y="817660"/>
                  </a:cubicBezTo>
                  <a:lnTo>
                    <a:pt x="2357562" y="809708"/>
                  </a:lnTo>
                  <a:cubicBezTo>
                    <a:pt x="2606703" y="811033"/>
                    <a:pt x="2741875" y="822961"/>
                    <a:pt x="2906202" y="825611"/>
                  </a:cubicBezTo>
                  <a:cubicBezTo>
                    <a:pt x="3070529" y="828262"/>
                    <a:pt x="3245458" y="828261"/>
                    <a:pt x="3343524" y="825611"/>
                  </a:cubicBezTo>
                  <a:cubicBezTo>
                    <a:pt x="3441590" y="822961"/>
                    <a:pt x="3464119" y="832237"/>
                    <a:pt x="3494599" y="809708"/>
                  </a:cubicBezTo>
                  <a:cubicBezTo>
                    <a:pt x="3525079" y="787179"/>
                    <a:pt x="3538331" y="720919"/>
                    <a:pt x="3526404" y="690439"/>
                  </a:cubicBezTo>
                  <a:cubicBezTo>
                    <a:pt x="3514477" y="659959"/>
                    <a:pt x="3487973" y="642731"/>
                    <a:pt x="3423037" y="626828"/>
                  </a:cubicBezTo>
                  <a:cubicBezTo>
                    <a:pt x="3358101" y="610925"/>
                    <a:pt x="3136790" y="595023"/>
                    <a:pt x="3136790" y="595023"/>
                  </a:cubicBezTo>
                  <a:lnTo>
                    <a:pt x="2540442" y="610926"/>
                  </a:lnTo>
                  <a:cubicBezTo>
                    <a:pt x="2373465" y="612251"/>
                    <a:pt x="2296602" y="613576"/>
                    <a:pt x="2134926" y="602974"/>
                  </a:cubicBezTo>
                  <a:cubicBezTo>
                    <a:pt x="1973250" y="592372"/>
                    <a:pt x="1728084" y="556591"/>
                    <a:pt x="1570383" y="547315"/>
                  </a:cubicBezTo>
                  <a:cubicBezTo>
                    <a:pt x="1412682" y="538039"/>
                    <a:pt x="1301364" y="544665"/>
                    <a:pt x="1188721" y="547315"/>
                  </a:cubicBezTo>
                  <a:cubicBezTo>
                    <a:pt x="1076078" y="549965"/>
                    <a:pt x="1030796" y="557937"/>
                    <a:pt x="894522" y="563218"/>
                  </a:cubicBezTo>
                  <a:lnTo>
                    <a:pt x="371075" y="578999"/>
                  </a:lnTo>
                  <a:cubicBezTo>
                    <a:pt x="250480" y="585625"/>
                    <a:pt x="198053" y="657491"/>
                    <a:pt x="170954" y="602974"/>
                  </a:cubicBezTo>
                  <a:cubicBezTo>
                    <a:pt x="143855" y="548457"/>
                    <a:pt x="102462" y="303582"/>
                    <a:pt x="208479" y="251899"/>
                  </a:cubicBezTo>
                  <a:cubicBezTo>
                    <a:pt x="314496" y="200216"/>
                    <a:pt x="807058" y="292873"/>
                    <a:pt x="807058" y="292873"/>
                  </a:cubicBezTo>
                  <a:lnTo>
                    <a:pt x="1546529" y="284922"/>
                  </a:lnTo>
                  <a:cubicBezTo>
                    <a:pt x="1745312" y="284922"/>
                    <a:pt x="1868557" y="295523"/>
                    <a:pt x="1999754" y="292873"/>
                  </a:cubicBezTo>
                  <a:cubicBezTo>
                    <a:pt x="2130951" y="290223"/>
                    <a:pt x="2222391" y="275646"/>
                    <a:pt x="2333709" y="269020"/>
                  </a:cubicBezTo>
                  <a:cubicBezTo>
                    <a:pt x="2445027" y="262394"/>
                    <a:pt x="2552369" y="257093"/>
                    <a:pt x="2667663" y="253117"/>
                  </a:cubicBezTo>
                  <a:cubicBezTo>
                    <a:pt x="2782957" y="249141"/>
                    <a:pt x="2902227" y="242516"/>
                    <a:pt x="3025472" y="245166"/>
                  </a:cubicBezTo>
                  <a:cubicBezTo>
                    <a:pt x="3148717" y="247816"/>
                    <a:pt x="3326297" y="266370"/>
                    <a:pt x="3407135" y="269020"/>
                  </a:cubicBezTo>
                  <a:cubicBezTo>
                    <a:pt x="3487973" y="271670"/>
                    <a:pt x="3497250" y="283597"/>
                    <a:pt x="3510502" y="261068"/>
                  </a:cubicBezTo>
                  <a:cubicBezTo>
                    <a:pt x="3523754" y="238539"/>
                    <a:pt x="3517128" y="196132"/>
                    <a:pt x="3494599" y="157701"/>
                  </a:cubicBezTo>
                  <a:close/>
                </a:path>
              </a:pathLst>
            </a:custGeom>
            <a:solidFill>
              <a:srgbClr val="92D050"/>
            </a:solidFill>
            <a:ln w="25560">
              <a:solidFill>
                <a:srgbClr val="385D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4435560" y="1054080"/>
              <a:ext cx="0" cy="1362240"/>
            </a:xfrm>
            <a:prstGeom prst="line">
              <a:avLst/>
            </a:prstGeom>
            <a:ln w="12600">
              <a:solidFill>
                <a:srgbClr val="FF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228600" y="2743200"/>
              <a:ext cx="10126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Nucleus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2743200" y="2286000"/>
              <a:ext cx="15526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Schwann Cell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2743200" y="1463760"/>
              <a:ext cx="7174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Axon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8" name=""/>
          <p:cNvSpPr/>
          <p:nvPr/>
        </p:nvSpPr>
        <p:spPr>
          <a:xfrm>
            <a:off x="1039680" y="1773360"/>
            <a:ext cx="141480" cy="35712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5160960" y="3363840"/>
            <a:ext cx="6480" cy="1501920"/>
          </a:xfrm>
          <a:prstGeom prst="line">
            <a:avLst/>
          </a:prstGeom>
          <a:ln w="12600">
            <a:solidFill>
              <a:srgbClr val="FF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 rot="16200000">
            <a:off x="4541760" y="4351320"/>
            <a:ext cx="108000" cy="152640"/>
          </a:xfrm>
          <a:prstGeom prst="ellipse">
            <a:avLst/>
          </a:prstGeom>
          <a:solidFill>
            <a:srgbClr val="000000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"/>
          <p:cNvGrpSpPr/>
          <p:nvPr/>
        </p:nvGrpSpPr>
        <p:grpSpPr>
          <a:xfrm>
            <a:off x="5361840" y="2565360"/>
            <a:ext cx="2872080" cy="1294560"/>
            <a:chOff x="5361840" y="2565360"/>
            <a:chExt cx="2872080" cy="1294560"/>
          </a:xfrm>
        </p:grpSpPr>
        <p:grpSp>
          <p:nvGrpSpPr>
            <p:cNvPr id="192" name=""/>
            <p:cNvGrpSpPr/>
            <p:nvPr/>
          </p:nvGrpSpPr>
          <p:grpSpPr>
            <a:xfrm>
              <a:off x="5361840" y="2565360"/>
              <a:ext cx="1540080" cy="1294560"/>
              <a:chOff x="5361840" y="2565360"/>
              <a:chExt cx="1540080" cy="1294560"/>
            </a:xfrm>
          </p:grpSpPr>
          <p:sp>
            <p:nvSpPr>
              <p:cNvPr id="193" name=""/>
              <p:cNvSpPr/>
              <p:nvPr/>
            </p:nvSpPr>
            <p:spPr>
              <a:xfrm rot="2040000">
                <a:off x="5932440" y="2918160"/>
                <a:ext cx="208080" cy="966240"/>
              </a:xfrm>
              <a:prstGeom prst="can">
                <a:avLst>
                  <a:gd name="adj" fmla="val 4995"/>
                </a:avLst>
              </a:prstGeom>
              <a:solidFill>
                <a:srgbClr val="92D050"/>
              </a:solidFill>
              <a:ln w="25560">
                <a:solidFill>
                  <a:srgbClr val="92D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>
                <a:off x="5361840" y="2565360"/>
                <a:ext cx="154008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62"/>
                  </a:spcBef>
                  <a:spcAft>
                    <a:spcPts val="62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Transmission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5" name=""/>
            <p:cNvSpPr/>
            <p:nvPr/>
          </p:nvSpPr>
          <p:spPr>
            <a:xfrm>
              <a:off x="6300000" y="3348000"/>
              <a:ext cx="19339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Voluntary muscle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6" name=""/>
          <p:cNvSpPr/>
          <p:nvPr/>
        </p:nvSpPr>
        <p:spPr>
          <a:xfrm>
            <a:off x="3743280" y="457200"/>
            <a:ext cx="11084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PLAN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7" name=""/>
          <p:cNvGrpSpPr/>
          <p:nvPr/>
        </p:nvGrpSpPr>
        <p:grpSpPr>
          <a:xfrm>
            <a:off x="699840" y="1630440"/>
            <a:ext cx="4991400" cy="3014640"/>
            <a:chOff x="699840" y="1630440"/>
            <a:chExt cx="4991400" cy="3014640"/>
          </a:xfrm>
        </p:grpSpPr>
        <p:grpSp>
          <p:nvGrpSpPr>
            <p:cNvPr id="198" name=""/>
            <p:cNvGrpSpPr/>
            <p:nvPr/>
          </p:nvGrpSpPr>
          <p:grpSpPr>
            <a:xfrm>
              <a:off x="1260360" y="2608200"/>
              <a:ext cx="4430880" cy="2036880"/>
              <a:chOff x="1260360" y="2608200"/>
              <a:chExt cx="4430880" cy="2036880"/>
            </a:xfrm>
          </p:grpSpPr>
          <p:sp>
            <p:nvSpPr>
              <p:cNvPr id="199" name=""/>
              <p:cNvSpPr/>
              <p:nvPr/>
            </p:nvSpPr>
            <p:spPr>
              <a:xfrm rot="5400000">
                <a:off x="2025720" y="3259800"/>
                <a:ext cx="424080" cy="352440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>
                <a:off x="1260360" y="2608200"/>
                <a:ext cx="803520" cy="652680"/>
              </a:xfrm>
              <a:custGeom>
                <a:avLst/>
                <a:gdLst>
                  <a:gd name="GluePoint1X" fmla="*/ 0 w 811033"/>
                  <a:gd name="GluePoint1Y" fmla="*/ 0 h 659958"/>
                  <a:gd name="GluePoint2X" fmla="*/ 636359 w 811033"/>
                  <a:gd name="GluePoint2Y" fmla="*/ 246707 h 659958"/>
                  <a:gd name="GluePoint3X" fmla="*/ 811358 w 811033"/>
                  <a:gd name="GluePoint3Y" fmla="*/ 660540 h 659958"/>
                  <a:gd name="GluePoint4X" fmla="*/ 811358 w 811033"/>
                  <a:gd name="GluePoint4Y" fmla="*/ 660540 h 65995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811033" h="659958">
                    <a:moveTo>
                      <a:pt x="0" y="0"/>
                    </a:moveTo>
                    <a:cubicBezTo>
                      <a:pt x="250466" y="68248"/>
                      <a:pt x="500932" y="136497"/>
                      <a:pt x="636104" y="246490"/>
                    </a:cubicBezTo>
                    <a:cubicBezTo>
                      <a:pt x="771276" y="356483"/>
                      <a:pt x="811033" y="659958"/>
                      <a:pt x="811033" y="659958"/>
                    </a:cubicBezTo>
                    <a:lnTo>
                      <a:pt x="811033" y="659958"/>
                    </a:lnTo>
                  </a:path>
                </a:pathLst>
              </a:custGeom>
              <a:noFill/>
              <a:ln w="1908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"/>
              <p:cNvSpPr/>
              <p:nvPr/>
            </p:nvSpPr>
            <p:spPr>
              <a:xfrm>
                <a:off x="1260360" y="3673440"/>
                <a:ext cx="833400" cy="971640"/>
              </a:xfrm>
              <a:custGeom>
                <a:avLst/>
                <a:gdLst>
                  <a:gd name="GluePoint1X" fmla="*/ 802582 w 658633"/>
                  <a:gd name="GluePoint1Y" fmla="*/ 0 h 834887"/>
                  <a:gd name="GluePoint2X" fmla="*/ 802582 w 658633"/>
                  <a:gd name="GluePoint2Y" fmla="*/ 410540 h 834887"/>
                  <a:gd name="GluePoint3X" fmla="*/ 568919 w 658633"/>
                  <a:gd name="GluePoint3Y" fmla="*/ 681122 h 834887"/>
                  <a:gd name="GluePoint4X" fmla="*/ 0 w 658633"/>
                  <a:gd name="GluePoint4Y" fmla="*/ 979695 h 834887"/>
                  <a:gd name="GluePoint5X" fmla="*/ 0 w 658633"/>
                  <a:gd name="GluePoint5Y" fmla="*/ 979695 h 83488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l" t="t" r="r" b="b"/>
                <a:pathLst>
                  <a:path w="658633" h="834887">
                    <a:moveTo>
                      <a:pt x="628153" y="0"/>
                    </a:moveTo>
                    <a:cubicBezTo>
                      <a:pt x="643393" y="126558"/>
                      <a:pt x="658633" y="253117"/>
                      <a:pt x="628153" y="349858"/>
                    </a:cubicBezTo>
                    <a:cubicBezTo>
                      <a:pt x="597673" y="446599"/>
                      <a:pt x="549965" y="499608"/>
                      <a:pt x="445273" y="580446"/>
                    </a:cubicBezTo>
                    <a:cubicBezTo>
                      <a:pt x="340581" y="661284"/>
                      <a:pt x="0" y="834887"/>
                      <a:pt x="0" y="834887"/>
                    </a:cubicBezTo>
                    <a:lnTo>
                      <a:pt x="0" y="834887"/>
                    </a:lnTo>
                  </a:path>
                </a:pathLst>
              </a:custGeom>
              <a:noFill/>
              <a:ln w="1908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"/>
              <p:cNvSpPr/>
              <p:nvPr/>
            </p:nvSpPr>
            <p:spPr>
              <a:xfrm>
                <a:off x="2422440" y="3448080"/>
                <a:ext cx="3122640" cy="0"/>
              </a:xfrm>
              <a:prstGeom prst="line">
                <a:avLst/>
              </a:prstGeom>
              <a:ln w="1908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 rot="16200000">
                <a:off x="5518800" y="3377160"/>
                <a:ext cx="208080" cy="136440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440" rIns="90000" bIns="-1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4" name=""/>
            <p:cNvSpPr/>
            <p:nvPr/>
          </p:nvSpPr>
          <p:spPr>
            <a:xfrm>
              <a:off x="699840" y="1630440"/>
              <a:ext cx="3204720" cy="65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A933"/>
                  </a:solidFill>
                  <a:effectLst/>
                  <a:uFillTx/>
                  <a:latin typeface="Arial"/>
                </a:rPr>
                <a:t>Anatomy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A933"/>
                  </a:solidFill>
                  <a:effectLst/>
                  <a:uFillTx/>
                  <a:latin typeface="Arial"/>
                </a:rPr>
                <a:t>Physiology of nervous system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5" name=""/>
          <p:cNvSpPr/>
          <p:nvPr/>
        </p:nvSpPr>
        <p:spPr>
          <a:xfrm>
            <a:off x="3061800" y="2924280"/>
            <a:ext cx="1337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6" name=""/>
          <p:cNvGrpSpPr/>
          <p:nvPr/>
        </p:nvGrpSpPr>
        <p:grpSpPr>
          <a:xfrm>
            <a:off x="3353760" y="3645000"/>
            <a:ext cx="1121040" cy="1304640"/>
            <a:chOff x="3353760" y="3645000"/>
            <a:chExt cx="1121040" cy="1304640"/>
          </a:xfrm>
        </p:grpSpPr>
        <p:sp>
          <p:nvSpPr>
            <p:cNvPr id="207" name=""/>
            <p:cNvSpPr/>
            <p:nvPr/>
          </p:nvSpPr>
          <p:spPr>
            <a:xfrm>
              <a:off x="3486960" y="4140360"/>
              <a:ext cx="790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Drugs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"/>
            <p:cNvSpPr/>
            <p:nvPr/>
          </p:nvSpPr>
          <p:spPr>
            <a:xfrm flipH="1" rot="10800000">
              <a:off x="3774960" y="3645000"/>
              <a:ext cx="136800" cy="495360"/>
            </a:xfrm>
            <a:prstGeom prst="downArrow">
              <a:avLst>
                <a:gd name="adj1" fmla="val 50000"/>
                <a:gd name="adj2" fmla="val 51969"/>
              </a:avLst>
            </a:prstGeom>
            <a:solidFill>
              <a:srgbClr val="FFC000"/>
            </a:solidFill>
            <a:ln w="2556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3353760" y="4581360"/>
              <a:ext cx="1121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Diseases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0" name=""/>
          <p:cNvGrpSpPr/>
          <p:nvPr/>
        </p:nvGrpSpPr>
        <p:grpSpPr>
          <a:xfrm>
            <a:off x="5315760" y="3645000"/>
            <a:ext cx="1121040" cy="1304640"/>
            <a:chOff x="5315760" y="3645000"/>
            <a:chExt cx="1121040" cy="1304640"/>
          </a:xfrm>
        </p:grpSpPr>
        <p:sp>
          <p:nvSpPr>
            <p:cNvPr id="211" name=""/>
            <p:cNvSpPr/>
            <p:nvPr/>
          </p:nvSpPr>
          <p:spPr>
            <a:xfrm>
              <a:off x="5439600" y="4140360"/>
              <a:ext cx="790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Drugs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"/>
            <p:cNvSpPr/>
            <p:nvPr/>
          </p:nvSpPr>
          <p:spPr>
            <a:xfrm flipH="1" rot="10800000">
              <a:off x="5728320" y="3645000"/>
              <a:ext cx="135000" cy="495360"/>
            </a:xfrm>
            <a:prstGeom prst="downArrow">
              <a:avLst>
                <a:gd name="adj1" fmla="val 50000"/>
                <a:gd name="adj2" fmla="val 52067"/>
              </a:avLst>
            </a:prstGeom>
            <a:solidFill>
              <a:srgbClr val="FFC000"/>
            </a:solidFill>
            <a:ln w="2556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5315760" y="4581360"/>
              <a:ext cx="1121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Diseases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"/>
          <p:cNvSpPr/>
          <p:nvPr/>
        </p:nvSpPr>
        <p:spPr>
          <a:xfrm>
            <a:off x="763560" y="3143160"/>
            <a:ext cx="119700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Neuron/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Nerve cell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95280" y="1757520"/>
            <a:ext cx="2376360" cy="3168360"/>
          </a:xfrm>
          <a:prstGeom prst="ellipse">
            <a:avLst/>
          </a:prstGeom>
          <a:noFill/>
          <a:ln w="9360">
            <a:solidFill>
              <a:srgbClr val="0000FF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914400" y="5257800"/>
            <a:ext cx="283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MEMBRANE POTENTIAL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>
            <a:off x="1371600" y="1692360"/>
            <a:ext cx="564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nervous system is a complex network of neurons.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371600" y="914400"/>
            <a:ext cx="3529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What we know so far…..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371600" y="2286000"/>
            <a:ext cx="6629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Communication between neurons requires electrical signals.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1371600" y="3200400"/>
            <a:ext cx="6316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Next question- How are these signals generated?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371600" y="3886200"/>
            <a:ext cx="4157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Ionic permeability of the cell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371600" y="4572000"/>
            <a:ext cx="166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Ionic gradients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1371600" y="5257800"/>
            <a:ext cx="2200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Membrane potential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5" dur="indefinite" restart="never" nodeType="tmRoot">
          <p:childTnLst>
            <p:seq>
              <p:cTn id="56" dur="indefinite" nodeType="mainSeq">
                <p:childTnLst>
                  <p:par>
                    <p:cTn id="57" dur="indefinite" fill="hold">
                      <p:stCondLst>
                        <p:cond delay="indefinite"/>
                      </p:stCondLst>
                      <p:childTnLst>
                        <p:par>
                          <p:cTn id="5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dur="indefinite" fill="hold">
                      <p:stCondLst>
                        <p:cond delay="indefinite"/>
                      </p:stCondLst>
                      <p:childTnLst>
                        <p:par>
                          <p:cTn id="6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6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dur="indefinite" fill="hold">
                      <p:stCondLst>
                        <p:cond delay="indefinite"/>
                      </p:stCondLst>
                      <p:childTnLst>
                        <p:par>
                          <p:cTn id="6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6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"/>
          <p:cNvGrpSpPr/>
          <p:nvPr/>
        </p:nvGrpSpPr>
        <p:grpSpPr>
          <a:xfrm>
            <a:off x="3035160" y="1784520"/>
            <a:ext cx="4691880" cy="1060200"/>
            <a:chOff x="3035160" y="1784520"/>
            <a:chExt cx="4691880" cy="1060200"/>
          </a:xfrm>
        </p:grpSpPr>
        <p:grpSp>
          <p:nvGrpSpPr>
            <p:cNvPr id="225" name=""/>
            <p:cNvGrpSpPr/>
            <p:nvPr/>
          </p:nvGrpSpPr>
          <p:grpSpPr>
            <a:xfrm>
              <a:off x="3035160" y="1789200"/>
              <a:ext cx="1552680" cy="1055520"/>
              <a:chOff x="3035160" y="1789200"/>
              <a:chExt cx="1552680" cy="1055520"/>
            </a:xfrm>
          </p:grpSpPr>
          <p:grpSp>
            <p:nvGrpSpPr>
              <p:cNvPr id="226" name=""/>
              <p:cNvGrpSpPr/>
              <p:nvPr/>
            </p:nvGrpSpPr>
            <p:grpSpPr>
              <a:xfrm>
                <a:off x="3035160" y="1789200"/>
                <a:ext cx="768600" cy="1055520"/>
                <a:chOff x="3035160" y="1789200"/>
                <a:chExt cx="768600" cy="1055520"/>
              </a:xfrm>
            </p:grpSpPr>
            <p:grpSp>
              <p:nvGrpSpPr>
                <p:cNvPr id="227" name=""/>
                <p:cNvGrpSpPr/>
                <p:nvPr/>
              </p:nvGrpSpPr>
              <p:grpSpPr>
                <a:xfrm>
                  <a:off x="3035160" y="1789200"/>
                  <a:ext cx="768600" cy="512640"/>
                  <a:chOff x="3035160" y="1789200"/>
                  <a:chExt cx="768600" cy="512640"/>
                </a:xfrm>
              </p:grpSpPr>
              <p:grpSp>
                <p:nvGrpSpPr>
                  <p:cNvPr id="228" name=""/>
                  <p:cNvGrpSpPr/>
                  <p:nvPr/>
                </p:nvGrpSpPr>
                <p:grpSpPr>
                  <a:xfrm>
                    <a:off x="3035160" y="1789200"/>
                    <a:ext cx="147600" cy="512640"/>
                    <a:chOff x="3035160" y="1789200"/>
                    <a:chExt cx="147600" cy="512640"/>
                  </a:xfrm>
                </p:grpSpPr>
                <p:sp>
                  <p:nvSpPr>
                    <p:cNvPr id="229" name=""/>
                    <p:cNvSpPr/>
                    <p:nvPr/>
                  </p:nvSpPr>
                  <p:spPr>
                    <a:xfrm>
                      <a:off x="303516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0" name=""/>
                    <p:cNvSpPr/>
                    <p:nvPr/>
                  </p:nvSpPr>
                  <p:spPr>
                    <a:xfrm>
                      <a:off x="3135240" y="19382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1" name=""/>
                    <p:cNvSpPr/>
                    <p:nvPr/>
                  </p:nvSpPr>
                  <p:spPr>
                    <a:xfrm>
                      <a:off x="304812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32" name=""/>
                  <p:cNvGrpSpPr/>
                  <p:nvPr/>
                </p:nvGrpSpPr>
                <p:grpSpPr>
                  <a:xfrm>
                    <a:off x="3191040" y="1789200"/>
                    <a:ext cx="147600" cy="512640"/>
                    <a:chOff x="3191040" y="1789200"/>
                    <a:chExt cx="147600" cy="512640"/>
                  </a:xfrm>
                </p:grpSpPr>
                <p:sp>
                  <p:nvSpPr>
                    <p:cNvPr id="233" name=""/>
                    <p:cNvSpPr/>
                    <p:nvPr/>
                  </p:nvSpPr>
                  <p:spPr>
                    <a:xfrm>
                      <a:off x="319104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4" name=""/>
                    <p:cNvSpPr/>
                    <p:nvPr/>
                  </p:nvSpPr>
                  <p:spPr>
                    <a:xfrm>
                      <a:off x="3289320" y="19382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5" name=""/>
                    <p:cNvSpPr/>
                    <p:nvPr/>
                  </p:nvSpPr>
                  <p:spPr>
                    <a:xfrm>
                      <a:off x="320184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36" name=""/>
                  <p:cNvGrpSpPr/>
                  <p:nvPr/>
                </p:nvGrpSpPr>
                <p:grpSpPr>
                  <a:xfrm>
                    <a:off x="3344760" y="1789200"/>
                    <a:ext cx="147600" cy="512640"/>
                    <a:chOff x="3344760" y="1789200"/>
                    <a:chExt cx="147600" cy="512640"/>
                  </a:xfrm>
                </p:grpSpPr>
                <p:sp>
                  <p:nvSpPr>
                    <p:cNvPr id="237" name=""/>
                    <p:cNvSpPr/>
                    <p:nvPr/>
                  </p:nvSpPr>
                  <p:spPr>
                    <a:xfrm>
                      <a:off x="334476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8" name=""/>
                    <p:cNvSpPr/>
                    <p:nvPr/>
                  </p:nvSpPr>
                  <p:spPr>
                    <a:xfrm>
                      <a:off x="3444840" y="193824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9" name=""/>
                    <p:cNvSpPr/>
                    <p:nvPr/>
                  </p:nvSpPr>
                  <p:spPr>
                    <a:xfrm>
                      <a:off x="3357720" y="1952640"/>
                      <a:ext cx="37800" cy="3492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40" name=""/>
                  <p:cNvGrpSpPr/>
                  <p:nvPr/>
                </p:nvGrpSpPr>
                <p:grpSpPr>
                  <a:xfrm>
                    <a:off x="3500280" y="1789200"/>
                    <a:ext cx="147960" cy="512640"/>
                    <a:chOff x="3500280" y="1789200"/>
                    <a:chExt cx="147960" cy="512640"/>
                  </a:xfrm>
                </p:grpSpPr>
                <p:sp>
                  <p:nvSpPr>
                    <p:cNvPr id="241" name=""/>
                    <p:cNvSpPr/>
                    <p:nvPr/>
                  </p:nvSpPr>
                  <p:spPr>
                    <a:xfrm>
                      <a:off x="3500280" y="178920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42" name=""/>
                    <p:cNvSpPr/>
                    <p:nvPr/>
                  </p:nvSpPr>
                  <p:spPr>
                    <a:xfrm>
                      <a:off x="3600360" y="19382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43" name=""/>
                    <p:cNvSpPr/>
                    <p:nvPr/>
                  </p:nvSpPr>
                  <p:spPr>
                    <a:xfrm>
                      <a:off x="351324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44" name=""/>
                  <p:cNvGrpSpPr/>
                  <p:nvPr/>
                </p:nvGrpSpPr>
                <p:grpSpPr>
                  <a:xfrm>
                    <a:off x="3656160" y="1789200"/>
                    <a:ext cx="147600" cy="512640"/>
                    <a:chOff x="3656160" y="1789200"/>
                    <a:chExt cx="147600" cy="512640"/>
                  </a:xfrm>
                </p:grpSpPr>
                <p:sp>
                  <p:nvSpPr>
                    <p:cNvPr id="245" name=""/>
                    <p:cNvSpPr/>
                    <p:nvPr/>
                  </p:nvSpPr>
                  <p:spPr>
                    <a:xfrm>
                      <a:off x="365616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46" name=""/>
                    <p:cNvSpPr/>
                    <p:nvPr/>
                  </p:nvSpPr>
                  <p:spPr>
                    <a:xfrm>
                      <a:off x="3755880" y="19382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47" name=""/>
                    <p:cNvSpPr/>
                    <p:nvPr/>
                  </p:nvSpPr>
                  <p:spPr>
                    <a:xfrm>
                      <a:off x="366876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248" name=""/>
                <p:cNvGrpSpPr/>
                <p:nvPr/>
              </p:nvGrpSpPr>
              <p:grpSpPr>
                <a:xfrm>
                  <a:off x="3035160" y="2332080"/>
                  <a:ext cx="768600" cy="512640"/>
                  <a:chOff x="3035160" y="2332080"/>
                  <a:chExt cx="768600" cy="512640"/>
                </a:xfrm>
              </p:grpSpPr>
              <p:grpSp>
                <p:nvGrpSpPr>
                  <p:cNvPr id="249" name=""/>
                  <p:cNvGrpSpPr/>
                  <p:nvPr/>
                </p:nvGrpSpPr>
                <p:grpSpPr>
                  <a:xfrm>
                    <a:off x="3035160" y="2332080"/>
                    <a:ext cx="147600" cy="512640"/>
                    <a:chOff x="3035160" y="2332080"/>
                    <a:chExt cx="147600" cy="512640"/>
                  </a:xfrm>
                </p:grpSpPr>
                <p:sp>
                  <p:nvSpPr>
                    <p:cNvPr id="250" name=""/>
                    <p:cNvSpPr/>
                    <p:nvPr/>
                  </p:nvSpPr>
                  <p:spPr>
                    <a:xfrm flipV="1">
                      <a:off x="303516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1" name=""/>
                    <p:cNvSpPr/>
                    <p:nvPr/>
                  </p:nvSpPr>
                  <p:spPr>
                    <a:xfrm flipV="1">
                      <a:off x="3135240" y="234468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2" name=""/>
                    <p:cNvSpPr/>
                    <p:nvPr/>
                  </p:nvSpPr>
                  <p:spPr>
                    <a:xfrm flipV="1">
                      <a:off x="304812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53" name=""/>
                  <p:cNvGrpSpPr/>
                  <p:nvPr/>
                </p:nvGrpSpPr>
                <p:grpSpPr>
                  <a:xfrm>
                    <a:off x="3191040" y="2332080"/>
                    <a:ext cx="147600" cy="512640"/>
                    <a:chOff x="3191040" y="2332080"/>
                    <a:chExt cx="147600" cy="512640"/>
                  </a:xfrm>
                </p:grpSpPr>
                <p:sp>
                  <p:nvSpPr>
                    <p:cNvPr id="254" name=""/>
                    <p:cNvSpPr/>
                    <p:nvPr/>
                  </p:nvSpPr>
                  <p:spPr>
                    <a:xfrm flipV="1">
                      <a:off x="319104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5" name=""/>
                    <p:cNvSpPr/>
                    <p:nvPr/>
                  </p:nvSpPr>
                  <p:spPr>
                    <a:xfrm flipV="1">
                      <a:off x="3289320" y="234468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6" name=""/>
                    <p:cNvSpPr/>
                    <p:nvPr/>
                  </p:nvSpPr>
                  <p:spPr>
                    <a:xfrm flipV="1">
                      <a:off x="320184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57" name=""/>
                  <p:cNvGrpSpPr/>
                  <p:nvPr/>
                </p:nvGrpSpPr>
                <p:grpSpPr>
                  <a:xfrm>
                    <a:off x="3344760" y="2332080"/>
                    <a:ext cx="147600" cy="512640"/>
                    <a:chOff x="3344760" y="2332080"/>
                    <a:chExt cx="147600" cy="512640"/>
                  </a:xfrm>
                </p:grpSpPr>
                <p:sp>
                  <p:nvSpPr>
                    <p:cNvPr id="258" name=""/>
                    <p:cNvSpPr/>
                    <p:nvPr/>
                  </p:nvSpPr>
                  <p:spPr>
                    <a:xfrm flipV="1">
                      <a:off x="334476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9" name=""/>
                    <p:cNvSpPr/>
                    <p:nvPr/>
                  </p:nvSpPr>
                  <p:spPr>
                    <a:xfrm flipV="1">
                      <a:off x="3444840" y="234468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0" name=""/>
                    <p:cNvSpPr/>
                    <p:nvPr/>
                  </p:nvSpPr>
                  <p:spPr>
                    <a:xfrm flipV="1">
                      <a:off x="3357720" y="2332080"/>
                      <a:ext cx="37800" cy="3492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61" name=""/>
                  <p:cNvGrpSpPr/>
                  <p:nvPr/>
                </p:nvGrpSpPr>
                <p:grpSpPr>
                  <a:xfrm>
                    <a:off x="3500280" y="2332080"/>
                    <a:ext cx="147960" cy="512640"/>
                    <a:chOff x="3500280" y="2332080"/>
                    <a:chExt cx="147960" cy="512640"/>
                  </a:xfrm>
                </p:grpSpPr>
                <p:sp>
                  <p:nvSpPr>
                    <p:cNvPr id="262" name=""/>
                    <p:cNvSpPr/>
                    <p:nvPr/>
                  </p:nvSpPr>
                  <p:spPr>
                    <a:xfrm flipV="1">
                      <a:off x="3500280" y="269712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3" name=""/>
                    <p:cNvSpPr/>
                    <p:nvPr/>
                  </p:nvSpPr>
                  <p:spPr>
                    <a:xfrm flipV="1">
                      <a:off x="3600360" y="234468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4" name=""/>
                    <p:cNvSpPr/>
                    <p:nvPr/>
                  </p:nvSpPr>
                  <p:spPr>
                    <a:xfrm flipV="1">
                      <a:off x="351324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65" name=""/>
                  <p:cNvGrpSpPr/>
                  <p:nvPr/>
                </p:nvGrpSpPr>
                <p:grpSpPr>
                  <a:xfrm>
                    <a:off x="3656160" y="2332080"/>
                    <a:ext cx="147600" cy="512640"/>
                    <a:chOff x="3656160" y="2332080"/>
                    <a:chExt cx="147600" cy="512640"/>
                  </a:xfrm>
                </p:grpSpPr>
                <p:sp>
                  <p:nvSpPr>
                    <p:cNvPr id="266" name=""/>
                    <p:cNvSpPr/>
                    <p:nvPr/>
                  </p:nvSpPr>
                  <p:spPr>
                    <a:xfrm flipV="1">
                      <a:off x="365616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7" name=""/>
                    <p:cNvSpPr/>
                    <p:nvPr/>
                  </p:nvSpPr>
                  <p:spPr>
                    <a:xfrm flipV="1">
                      <a:off x="3755880" y="234468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8" name=""/>
                    <p:cNvSpPr/>
                    <p:nvPr/>
                  </p:nvSpPr>
                  <p:spPr>
                    <a:xfrm flipV="1">
                      <a:off x="366876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69" name=""/>
              <p:cNvGrpSpPr/>
              <p:nvPr/>
            </p:nvGrpSpPr>
            <p:grpSpPr>
              <a:xfrm>
                <a:off x="3819600" y="1789200"/>
                <a:ext cx="768240" cy="1055520"/>
                <a:chOff x="3819600" y="1789200"/>
                <a:chExt cx="768240" cy="1055520"/>
              </a:xfrm>
            </p:grpSpPr>
            <p:grpSp>
              <p:nvGrpSpPr>
                <p:cNvPr id="270" name=""/>
                <p:cNvGrpSpPr/>
                <p:nvPr/>
              </p:nvGrpSpPr>
              <p:grpSpPr>
                <a:xfrm>
                  <a:off x="3819600" y="1789200"/>
                  <a:ext cx="768240" cy="512640"/>
                  <a:chOff x="3819600" y="1789200"/>
                  <a:chExt cx="768240" cy="512640"/>
                </a:xfrm>
              </p:grpSpPr>
              <p:grpSp>
                <p:nvGrpSpPr>
                  <p:cNvPr id="271" name=""/>
                  <p:cNvGrpSpPr/>
                  <p:nvPr/>
                </p:nvGrpSpPr>
                <p:grpSpPr>
                  <a:xfrm>
                    <a:off x="3819600" y="1789200"/>
                    <a:ext cx="147600" cy="512640"/>
                    <a:chOff x="3819600" y="1789200"/>
                    <a:chExt cx="147600" cy="512640"/>
                  </a:xfrm>
                </p:grpSpPr>
                <p:sp>
                  <p:nvSpPr>
                    <p:cNvPr id="272" name=""/>
                    <p:cNvSpPr/>
                    <p:nvPr/>
                  </p:nvSpPr>
                  <p:spPr>
                    <a:xfrm>
                      <a:off x="381960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3" name=""/>
                    <p:cNvSpPr/>
                    <p:nvPr/>
                  </p:nvSpPr>
                  <p:spPr>
                    <a:xfrm>
                      <a:off x="3919680" y="19382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4" name=""/>
                    <p:cNvSpPr/>
                    <p:nvPr/>
                  </p:nvSpPr>
                  <p:spPr>
                    <a:xfrm>
                      <a:off x="383220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75" name=""/>
                  <p:cNvGrpSpPr/>
                  <p:nvPr/>
                </p:nvGrpSpPr>
                <p:grpSpPr>
                  <a:xfrm>
                    <a:off x="3975120" y="1789200"/>
                    <a:ext cx="147600" cy="512640"/>
                    <a:chOff x="3975120" y="1789200"/>
                    <a:chExt cx="147600" cy="512640"/>
                  </a:xfrm>
                </p:grpSpPr>
                <p:sp>
                  <p:nvSpPr>
                    <p:cNvPr id="276" name=""/>
                    <p:cNvSpPr/>
                    <p:nvPr/>
                  </p:nvSpPr>
                  <p:spPr>
                    <a:xfrm>
                      <a:off x="397512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7" name=""/>
                    <p:cNvSpPr/>
                    <p:nvPr/>
                  </p:nvSpPr>
                  <p:spPr>
                    <a:xfrm>
                      <a:off x="4075200" y="19382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8" name=""/>
                    <p:cNvSpPr/>
                    <p:nvPr/>
                  </p:nvSpPr>
                  <p:spPr>
                    <a:xfrm>
                      <a:off x="398772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79" name=""/>
                  <p:cNvGrpSpPr/>
                  <p:nvPr/>
                </p:nvGrpSpPr>
                <p:grpSpPr>
                  <a:xfrm>
                    <a:off x="4130640" y="1789200"/>
                    <a:ext cx="147600" cy="512640"/>
                    <a:chOff x="4130640" y="1789200"/>
                    <a:chExt cx="147600" cy="512640"/>
                  </a:xfrm>
                </p:grpSpPr>
                <p:sp>
                  <p:nvSpPr>
                    <p:cNvPr id="280" name=""/>
                    <p:cNvSpPr/>
                    <p:nvPr/>
                  </p:nvSpPr>
                  <p:spPr>
                    <a:xfrm>
                      <a:off x="413064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1" name=""/>
                    <p:cNvSpPr/>
                    <p:nvPr/>
                  </p:nvSpPr>
                  <p:spPr>
                    <a:xfrm>
                      <a:off x="4230720" y="193824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2" name=""/>
                    <p:cNvSpPr/>
                    <p:nvPr/>
                  </p:nvSpPr>
                  <p:spPr>
                    <a:xfrm>
                      <a:off x="414180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83" name=""/>
                  <p:cNvGrpSpPr/>
                  <p:nvPr/>
                </p:nvGrpSpPr>
                <p:grpSpPr>
                  <a:xfrm>
                    <a:off x="4284720" y="1789200"/>
                    <a:ext cx="147600" cy="512640"/>
                    <a:chOff x="4284720" y="1789200"/>
                    <a:chExt cx="147600" cy="512640"/>
                  </a:xfrm>
                </p:grpSpPr>
                <p:sp>
                  <p:nvSpPr>
                    <p:cNvPr id="284" name=""/>
                    <p:cNvSpPr/>
                    <p:nvPr/>
                  </p:nvSpPr>
                  <p:spPr>
                    <a:xfrm>
                      <a:off x="428472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5" name=""/>
                    <p:cNvSpPr/>
                    <p:nvPr/>
                  </p:nvSpPr>
                  <p:spPr>
                    <a:xfrm>
                      <a:off x="4384800" y="19382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6" name=""/>
                    <p:cNvSpPr/>
                    <p:nvPr/>
                  </p:nvSpPr>
                  <p:spPr>
                    <a:xfrm>
                      <a:off x="429732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87" name=""/>
                  <p:cNvGrpSpPr/>
                  <p:nvPr/>
                </p:nvGrpSpPr>
                <p:grpSpPr>
                  <a:xfrm>
                    <a:off x="4440240" y="1789200"/>
                    <a:ext cx="147600" cy="512640"/>
                    <a:chOff x="4440240" y="1789200"/>
                    <a:chExt cx="147600" cy="512640"/>
                  </a:xfrm>
                </p:grpSpPr>
                <p:sp>
                  <p:nvSpPr>
                    <p:cNvPr id="288" name=""/>
                    <p:cNvSpPr/>
                    <p:nvPr/>
                  </p:nvSpPr>
                  <p:spPr>
                    <a:xfrm>
                      <a:off x="4440240" y="17892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9" name=""/>
                    <p:cNvSpPr/>
                    <p:nvPr/>
                  </p:nvSpPr>
                  <p:spPr>
                    <a:xfrm>
                      <a:off x="4540320" y="19382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0" name=""/>
                    <p:cNvSpPr/>
                    <p:nvPr/>
                  </p:nvSpPr>
                  <p:spPr>
                    <a:xfrm>
                      <a:off x="4452840" y="195264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291" name=""/>
                <p:cNvGrpSpPr/>
                <p:nvPr/>
              </p:nvGrpSpPr>
              <p:grpSpPr>
                <a:xfrm>
                  <a:off x="3819600" y="2332080"/>
                  <a:ext cx="768240" cy="512640"/>
                  <a:chOff x="3819600" y="2332080"/>
                  <a:chExt cx="768240" cy="512640"/>
                </a:xfrm>
              </p:grpSpPr>
              <p:grpSp>
                <p:nvGrpSpPr>
                  <p:cNvPr id="292" name=""/>
                  <p:cNvGrpSpPr/>
                  <p:nvPr/>
                </p:nvGrpSpPr>
                <p:grpSpPr>
                  <a:xfrm>
                    <a:off x="3819600" y="2332080"/>
                    <a:ext cx="147600" cy="512640"/>
                    <a:chOff x="3819600" y="2332080"/>
                    <a:chExt cx="147600" cy="512640"/>
                  </a:xfrm>
                </p:grpSpPr>
                <p:sp>
                  <p:nvSpPr>
                    <p:cNvPr id="293" name=""/>
                    <p:cNvSpPr/>
                    <p:nvPr/>
                  </p:nvSpPr>
                  <p:spPr>
                    <a:xfrm flipV="1">
                      <a:off x="381960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4" name=""/>
                    <p:cNvSpPr/>
                    <p:nvPr/>
                  </p:nvSpPr>
                  <p:spPr>
                    <a:xfrm flipV="1">
                      <a:off x="3919680" y="234468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5" name=""/>
                    <p:cNvSpPr/>
                    <p:nvPr/>
                  </p:nvSpPr>
                  <p:spPr>
                    <a:xfrm flipV="1">
                      <a:off x="383220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96" name=""/>
                  <p:cNvGrpSpPr/>
                  <p:nvPr/>
                </p:nvGrpSpPr>
                <p:grpSpPr>
                  <a:xfrm>
                    <a:off x="3975120" y="2332080"/>
                    <a:ext cx="147600" cy="512640"/>
                    <a:chOff x="3975120" y="2332080"/>
                    <a:chExt cx="147600" cy="512640"/>
                  </a:xfrm>
                </p:grpSpPr>
                <p:sp>
                  <p:nvSpPr>
                    <p:cNvPr id="297" name=""/>
                    <p:cNvSpPr/>
                    <p:nvPr/>
                  </p:nvSpPr>
                  <p:spPr>
                    <a:xfrm flipV="1">
                      <a:off x="397512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8" name=""/>
                    <p:cNvSpPr/>
                    <p:nvPr/>
                  </p:nvSpPr>
                  <p:spPr>
                    <a:xfrm flipV="1">
                      <a:off x="4075200" y="234468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9" name=""/>
                    <p:cNvSpPr/>
                    <p:nvPr/>
                  </p:nvSpPr>
                  <p:spPr>
                    <a:xfrm flipV="1">
                      <a:off x="398772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00" name=""/>
                  <p:cNvGrpSpPr/>
                  <p:nvPr/>
                </p:nvGrpSpPr>
                <p:grpSpPr>
                  <a:xfrm>
                    <a:off x="4130640" y="2332080"/>
                    <a:ext cx="147600" cy="512640"/>
                    <a:chOff x="4130640" y="2332080"/>
                    <a:chExt cx="147600" cy="512640"/>
                  </a:xfrm>
                </p:grpSpPr>
                <p:sp>
                  <p:nvSpPr>
                    <p:cNvPr id="301" name=""/>
                    <p:cNvSpPr/>
                    <p:nvPr/>
                  </p:nvSpPr>
                  <p:spPr>
                    <a:xfrm flipV="1">
                      <a:off x="413064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02" name=""/>
                    <p:cNvSpPr/>
                    <p:nvPr/>
                  </p:nvSpPr>
                  <p:spPr>
                    <a:xfrm flipV="1">
                      <a:off x="4230720" y="234468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03" name=""/>
                    <p:cNvSpPr/>
                    <p:nvPr/>
                  </p:nvSpPr>
                  <p:spPr>
                    <a:xfrm flipV="1">
                      <a:off x="414180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04" name=""/>
                  <p:cNvGrpSpPr/>
                  <p:nvPr/>
                </p:nvGrpSpPr>
                <p:grpSpPr>
                  <a:xfrm>
                    <a:off x="4284720" y="2332080"/>
                    <a:ext cx="147600" cy="512640"/>
                    <a:chOff x="4284720" y="2332080"/>
                    <a:chExt cx="147600" cy="512640"/>
                  </a:xfrm>
                </p:grpSpPr>
                <p:sp>
                  <p:nvSpPr>
                    <p:cNvPr id="305" name=""/>
                    <p:cNvSpPr/>
                    <p:nvPr/>
                  </p:nvSpPr>
                  <p:spPr>
                    <a:xfrm flipV="1">
                      <a:off x="428472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06" name=""/>
                    <p:cNvSpPr/>
                    <p:nvPr/>
                  </p:nvSpPr>
                  <p:spPr>
                    <a:xfrm flipV="1">
                      <a:off x="4384800" y="234468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07" name=""/>
                    <p:cNvSpPr/>
                    <p:nvPr/>
                  </p:nvSpPr>
                  <p:spPr>
                    <a:xfrm flipV="1">
                      <a:off x="429732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08" name=""/>
                  <p:cNvGrpSpPr/>
                  <p:nvPr/>
                </p:nvGrpSpPr>
                <p:grpSpPr>
                  <a:xfrm>
                    <a:off x="4440240" y="2332080"/>
                    <a:ext cx="147600" cy="512640"/>
                    <a:chOff x="4440240" y="2332080"/>
                    <a:chExt cx="147600" cy="512640"/>
                  </a:xfrm>
                </p:grpSpPr>
                <p:sp>
                  <p:nvSpPr>
                    <p:cNvPr id="309" name=""/>
                    <p:cNvSpPr/>
                    <p:nvPr/>
                  </p:nvSpPr>
                  <p:spPr>
                    <a:xfrm flipV="1">
                      <a:off x="4440240" y="26971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0" name=""/>
                    <p:cNvSpPr/>
                    <p:nvPr/>
                  </p:nvSpPr>
                  <p:spPr>
                    <a:xfrm flipV="1">
                      <a:off x="4540320" y="234468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200"/>
                        <a:gd name="textAreaBottom" fmla="*/ 34992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1" name=""/>
                    <p:cNvSpPr/>
                    <p:nvPr/>
                  </p:nvSpPr>
                  <p:spPr>
                    <a:xfrm flipV="1">
                      <a:off x="4452840" y="233208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200"/>
                        <a:gd name="textAreaBottom" fmla="*/ 34992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312" name=""/>
            <p:cNvGrpSpPr/>
            <p:nvPr/>
          </p:nvGrpSpPr>
          <p:grpSpPr>
            <a:xfrm>
              <a:off x="4606920" y="1784520"/>
              <a:ext cx="1550880" cy="1055520"/>
              <a:chOff x="4606920" y="1784520"/>
              <a:chExt cx="1550880" cy="1055520"/>
            </a:xfrm>
          </p:grpSpPr>
          <p:grpSp>
            <p:nvGrpSpPr>
              <p:cNvPr id="313" name=""/>
              <p:cNvGrpSpPr/>
              <p:nvPr/>
            </p:nvGrpSpPr>
            <p:grpSpPr>
              <a:xfrm>
                <a:off x="4606920" y="1784520"/>
                <a:ext cx="766800" cy="1055520"/>
                <a:chOff x="4606920" y="1784520"/>
                <a:chExt cx="766800" cy="1055520"/>
              </a:xfrm>
            </p:grpSpPr>
            <p:grpSp>
              <p:nvGrpSpPr>
                <p:cNvPr id="314" name=""/>
                <p:cNvGrpSpPr/>
                <p:nvPr/>
              </p:nvGrpSpPr>
              <p:grpSpPr>
                <a:xfrm>
                  <a:off x="4606920" y="1784520"/>
                  <a:ext cx="766800" cy="512640"/>
                  <a:chOff x="4606920" y="1784520"/>
                  <a:chExt cx="766800" cy="512640"/>
                </a:xfrm>
              </p:grpSpPr>
              <p:grpSp>
                <p:nvGrpSpPr>
                  <p:cNvPr id="315" name=""/>
                  <p:cNvGrpSpPr/>
                  <p:nvPr/>
                </p:nvGrpSpPr>
                <p:grpSpPr>
                  <a:xfrm>
                    <a:off x="4606920" y="1784520"/>
                    <a:ext cx="147600" cy="512640"/>
                    <a:chOff x="4606920" y="1784520"/>
                    <a:chExt cx="147600" cy="512640"/>
                  </a:xfrm>
                </p:grpSpPr>
                <p:sp>
                  <p:nvSpPr>
                    <p:cNvPr id="316" name=""/>
                    <p:cNvSpPr/>
                    <p:nvPr/>
                  </p:nvSpPr>
                  <p:spPr>
                    <a:xfrm>
                      <a:off x="4606920" y="1784520"/>
                      <a:ext cx="14760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7" name=""/>
                    <p:cNvSpPr/>
                    <p:nvPr/>
                  </p:nvSpPr>
                  <p:spPr>
                    <a:xfrm>
                      <a:off x="4707000" y="1933560"/>
                      <a:ext cx="46080" cy="3477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8" name=""/>
                    <p:cNvSpPr/>
                    <p:nvPr/>
                  </p:nvSpPr>
                  <p:spPr>
                    <a:xfrm>
                      <a:off x="461952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19" name=""/>
                  <p:cNvGrpSpPr/>
                  <p:nvPr/>
                </p:nvGrpSpPr>
                <p:grpSpPr>
                  <a:xfrm>
                    <a:off x="4762440" y="1784520"/>
                    <a:ext cx="146160" cy="512640"/>
                    <a:chOff x="4762440" y="1784520"/>
                    <a:chExt cx="146160" cy="512640"/>
                  </a:xfrm>
                </p:grpSpPr>
                <p:sp>
                  <p:nvSpPr>
                    <p:cNvPr id="320" name=""/>
                    <p:cNvSpPr/>
                    <p:nvPr/>
                  </p:nvSpPr>
                  <p:spPr>
                    <a:xfrm>
                      <a:off x="4762440" y="1784520"/>
                      <a:ext cx="14616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21" name=""/>
                    <p:cNvSpPr/>
                    <p:nvPr/>
                  </p:nvSpPr>
                  <p:spPr>
                    <a:xfrm>
                      <a:off x="4862520" y="1933560"/>
                      <a:ext cx="46080" cy="3477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22" name=""/>
                    <p:cNvSpPr/>
                    <p:nvPr/>
                  </p:nvSpPr>
                  <p:spPr>
                    <a:xfrm>
                      <a:off x="477360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23" name=""/>
                  <p:cNvGrpSpPr/>
                  <p:nvPr/>
                </p:nvGrpSpPr>
                <p:grpSpPr>
                  <a:xfrm>
                    <a:off x="4917960" y="1784520"/>
                    <a:ext cx="146160" cy="512640"/>
                    <a:chOff x="4917960" y="1784520"/>
                    <a:chExt cx="146160" cy="512640"/>
                  </a:xfrm>
                </p:grpSpPr>
                <p:sp>
                  <p:nvSpPr>
                    <p:cNvPr id="324" name=""/>
                    <p:cNvSpPr/>
                    <p:nvPr/>
                  </p:nvSpPr>
                  <p:spPr>
                    <a:xfrm>
                      <a:off x="4917960" y="1784520"/>
                      <a:ext cx="14616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25" name=""/>
                    <p:cNvSpPr/>
                    <p:nvPr/>
                  </p:nvSpPr>
                  <p:spPr>
                    <a:xfrm>
                      <a:off x="5018040" y="1933560"/>
                      <a:ext cx="46080" cy="3477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26" name=""/>
                    <p:cNvSpPr/>
                    <p:nvPr/>
                  </p:nvSpPr>
                  <p:spPr>
                    <a:xfrm>
                      <a:off x="493092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27" name=""/>
                  <p:cNvGrpSpPr/>
                  <p:nvPr/>
                </p:nvGrpSpPr>
                <p:grpSpPr>
                  <a:xfrm>
                    <a:off x="5072040" y="1784520"/>
                    <a:ext cx="147600" cy="512640"/>
                    <a:chOff x="5072040" y="1784520"/>
                    <a:chExt cx="147600" cy="512640"/>
                  </a:xfrm>
                </p:grpSpPr>
                <p:sp>
                  <p:nvSpPr>
                    <p:cNvPr id="328" name=""/>
                    <p:cNvSpPr/>
                    <p:nvPr/>
                  </p:nvSpPr>
                  <p:spPr>
                    <a:xfrm>
                      <a:off x="5072040" y="1784520"/>
                      <a:ext cx="14760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29" name=""/>
                    <p:cNvSpPr/>
                    <p:nvPr/>
                  </p:nvSpPr>
                  <p:spPr>
                    <a:xfrm>
                      <a:off x="5170320" y="1933560"/>
                      <a:ext cx="46080" cy="3477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30" name=""/>
                    <p:cNvSpPr/>
                    <p:nvPr/>
                  </p:nvSpPr>
                  <p:spPr>
                    <a:xfrm>
                      <a:off x="508320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31" name=""/>
                  <p:cNvGrpSpPr/>
                  <p:nvPr/>
                </p:nvGrpSpPr>
                <p:grpSpPr>
                  <a:xfrm>
                    <a:off x="5226120" y="1784520"/>
                    <a:ext cx="147600" cy="512640"/>
                    <a:chOff x="5226120" y="1784520"/>
                    <a:chExt cx="147600" cy="512640"/>
                  </a:xfrm>
                </p:grpSpPr>
                <p:sp>
                  <p:nvSpPr>
                    <p:cNvPr id="332" name=""/>
                    <p:cNvSpPr/>
                    <p:nvPr/>
                  </p:nvSpPr>
                  <p:spPr>
                    <a:xfrm>
                      <a:off x="5226120" y="1784520"/>
                      <a:ext cx="14760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33" name=""/>
                    <p:cNvSpPr/>
                    <p:nvPr/>
                  </p:nvSpPr>
                  <p:spPr>
                    <a:xfrm>
                      <a:off x="5326200" y="1933560"/>
                      <a:ext cx="46080" cy="3477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34" name=""/>
                    <p:cNvSpPr/>
                    <p:nvPr/>
                  </p:nvSpPr>
                  <p:spPr>
                    <a:xfrm>
                      <a:off x="523872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335" name=""/>
                <p:cNvGrpSpPr/>
                <p:nvPr/>
              </p:nvGrpSpPr>
              <p:grpSpPr>
                <a:xfrm>
                  <a:off x="4606920" y="2327040"/>
                  <a:ext cx="766800" cy="513000"/>
                  <a:chOff x="4606920" y="2327040"/>
                  <a:chExt cx="766800" cy="513000"/>
                </a:xfrm>
              </p:grpSpPr>
              <p:grpSp>
                <p:nvGrpSpPr>
                  <p:cNvPr id="336" name=""/>
                  <p:cNvGrpSpPr/>
                  <p:nvPr/>
                </p:nvGrpSpPr>
                <p:grpSpPr>
                  <a:xfrm>
                    <a:off x="4606920" y="2327040"/>
                    <a:ext cx="147600" cy="513000"/>
                    <a:chOff x="4606920" y="2327040"/>
                    <a:chExt cx="147600" cy="513000"/>
                  </a:xfrm>
                </p:grpSpPr>
                <p:sp>
                  <p:nvSpPr>
                    <p:cNvPr id="337" name=""/>
                    <p:cNvSpPr/>
                    <p:nvPr/>
                  </p:nvSpPr>
                  <p:spPr>
                    <a:xfrm flipV="1">
                      <a:off x="4606920" y="26924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38" name=""/>
                    <p:cNvSpPr/>
                    <p:nvPr/>
                  </p:nvSpPr>
                  <p:spPr>
                    <a:xfrm flipV="1">
                      <a:off x="4707000" y="2337840"/>
                      <a:ext cx="46080" cy="3474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39" name=""/>
                    <p:cNvSpPr/>
                    <p:nvPr/>
                  </p:nvSpPr>
                  <p:spPr>
                    <a:xfrm flipV="1">
                      <a:off x="461952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40" name=""/>
                  <p:cNvGrpSpPr/>
                  <p:nvPr/>
                </p:nvGrpSpPr>
                <p:grpSpPr>
                  <a:xfrm>
                    <a:off x="4762440" y="2327040"/>
                    <a:ext cx="146160" cy="513000"/>
                    <a:chOff x="4762440" y="2327040"/>
                    <a:chExt cx="146160" cy="513000"/>
                  </a:xfrm>
                </p:grpSpPr>
                <p:sp>
                  <p:nvSpPr>
                    <p:cNvPr id="341" name=""/>
                    <p:cNvSpPr/>
                    <p:nvPr/>
                  </p:nvSpPr>
                  <p:spPr>
                    <a:xfrm flipV="1">
                      <a:off x="4762440" y="269244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42" name=""/>
                    <p:cNvSpPr/>
                    <p:nvPr/>
                  </p:nvSpPr>
                  <p:spPr>
                    <a:xfrm flipV="1">
                      <a:off x="4862520" y="2337840"/>
                      <a:ext cx="46080" cy="3474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43" name=""/>
                    <p:cNvSpPr/>
                    <p:nvPr/>
                  </p:nvSpPr>
                  <p:spPr>
                    <a:xfrm flipV="1">
                      <a:off x="477360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44" name=""/>
                  <p:cNvGrpSpPr/>
                  <p:nvPr/>
                </p:nvGrpSpPr>
                <p:grpSpPr>
                  <a:xfrm>
                    <a:off x="4917960" y="2327040"/>
                    <a:ext cx="146160" cy="513000"/>
                    <a:chOff x="4917960" y="2327040"/>
                    <a:chExt cx="146160" cy="513000"/>
                  </a:xfrm>
                </p:grpSpPr>
                <p:sp>
                  <p:nvSpPr>
                    <p:cNvPr id="345" name=""/>
                    <p:cNvSpPr/>
                    <p:nvPr/>
                  </p:nvSpPr>
                  <p:spPr>
                    <a:xfrm flipV="1">
                      <a:off x="4917960" y="269244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46" name=""/>
                    <p:cNvSpPr/>
                    <p:nvPr/>
                  </p:nvSpPr>
                  <p:spPr>
                    <a:xfrm flipV="1">
                      <a:off x="5018040" y="2337840"/>
                      <a:ext cx="46080" cy="3474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47" name=""/>
                    <p:cNvSpPr/>
                    <p:nvPr/>
                  </p:nvSpPr>
                  <p:spPr>
                    <a:xfrm flipV="1">
                      <a:off x="493092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48" name=""/>
                  <p:cNvGrpSpPr/>
                  <p:nvPr/>
                </p:nvGrpSpPr>
                <p:grpSpPr>
                  <a:xfrm>
                    <a:off x="5072040" y="2327040"/>
                    <a:ext cx="147600" cy="513000"/>
                    <a:chOff x="5072040" y="2327040"/>
                    <a:chExt cx="147600" cy="513000"/>
                  </a:xfrm>
                </p:grpSpPr>
                <p:sp>
                  <p:nvSpPr>
                    <p:cNvPr id="349" name=""/>
                    <p:cNvSpPr/>
                    <p:nvPr/>
                  </p:nvSpPr>
                  <p:spPr>
                    <a:xfrm flipV="1">
                      <a:off x="5072040" y="26924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50" name=""/>
                    <p:cNvSpPr/>
                    <p:nvPr/>
                  </p:nvSpPr>
                  <p:spPr>
                    <a:xfrm flipV="1">
                      <a:off x="5170320" y="2337840"/>
                      <a:ext cx="46080" cy="3474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51" name=""/>
                    <p:cNvSpPr/>
                    <p:nvPr/>
                  </p:nvSpPr>
                  <p:spPr>
                    <a:xfrm flipV="1">
                      <a:off x="508320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52" name=""/>
                  <p:cNvGrpSpPr/>
                  <p:nvPr/>
                </p:nvGrpSpPr>
                <p:grpSpPr>
                  <a:xfrm>
                    <a:off x="5226120" y="2327040"/>
                    <a:ext cx="147600" cy="513000"/>
                    <a:chOff x="5226120" y="2327040"/>
                    <a:chExt cx="147600" cy="513000"/>
                  </a:xfrm>
                </p:grpSpPr>
                <p:sp>
                  <p:nvSpPr>
                    <p:cNvPr id="353" name=""/>
                    <p:cNvSpPr/>
                    <p:nvPr/>
                  </p:nvSpPr>
                  <p:spPr>
                    <a:xfrm flipV="1">
                      <a:off x="5226120" y="26924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54" name=""/>
                    <p:cNvSpPr/>
                    <p:nvPr/>
                  </p:nvSpPr>
                  <p:spPr>
                    <a:xfrm flipV="1">
                      <a:off x="5326200" y="2337840"/>
                      <a:ext cx="46080" cy="3474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55" name=""/>
                    <p:cNvSpPr/>
                    <p:nvPr/>
                  </p:nvSpPr>
                  <p:spPr>
                    <a:xfrm flipV="1">
                      <a:off x="523872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56" name=""/>
              <p:cNvGrpSpPr/>
              <p:nvPr/>
            </p:nvGrpSpPr>
            <p:grpSpPr>
              <a:xfrm>
                <a:off x="5391000" y="1784520"/>
                <a:ext cx="766800" cy="1055520"/>
                <a:chOff x="5391000" y="1784520"/>
                <a:chExt cx="766800" cy="1055520"/>
              </a:xfrm>
            </p:grpSpPr>
            <p:grpSp>
              <p:nvGrpSpPr>
                <p:cNvPr id="357" name=""/>
                <p:cNvGrpSpPr/>
                <p:nvPr/>
              </p:nvGrpSpPr>
              <p:grpSpPr>
                <a:xfrm>
                  <a:off x="5391000" y="1784520"/>
                  <a:ext cx="766800" cy="512640"/>
                  <a:chOff x="5391000" y="1784520"/>
                  <a:chExt cx="766800" cy="512640"/>
                </a:xfrm>
              </p:grpSpPr>
              <p:grpSp>
                <p:nvGrpSpPr>
                  <p:cNvPr id="358" name=""/>
                  <p:cNvGrpSpPr/>
                  <p:nvPr/>
                </p:nvGrpSpPr>
                <p:grpSpPr>
                  <a:xfrm>
                    <a:off x="5391000" y="1784520"/>
                    <a:ext cx="147960" cy="512640"/>
                    <a:chOff x="5391000" y="1784520"/>
                    <a:chExt cx="147960" cy="512640"/>
                  </a:xfrm>
                </p:grpSpPr>
                <p:sp>
                  <p:nvSpPr>
                    <p:cNvPr id="359" name=""/>
                    <p:cNvSpPr/>
                    <p:nvPr/>
                  </p:nvSpPr>
                  <p:spPr>
                    <a:xfrm>
                      <a:off x="5391000" y="1784520"/>
                      <a:ext cx="14796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60" name=""/>
                    <p:cNvSpPr/>
                    <p:nvPr/>
                  </p:nvSpPr>
                  <p:spPr>
                    <a:xfrm>
                      <a:off x="5491080" y="1933560"/>
                      <a:ext cx="46080" cy="3477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61" name=""/>
                    <p:cNvSpPr/>
                    <p:nvPr/>
                  </p:nvSpPr>
                  <p:spPr>
                    <a:xfrm>
                      <a:off x="540396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62" name=""/>
                  <p:cNvGrpSpPr/>
                  <p:nvPr/>
                </p:nvGrpSpPr>
                <p:grpSpPr>
                  <a:xfrm>
                    <a:off x="5545080" y="1784520"/>
                    <a:ext cx="147600" cy="512640"/>
                    <a:chOff x="5545080" y="1784520"/>
                    <a:chExt cx="147600" cy="512640"/>
                  </a:xfrm>
                </p:grpSpPr>
                <p:sp>
                  <p:nvSpPr>
                    <p:cNvPr id="363" name=""/>
                    <p:cNvSpPr/>
                    <p:nvPr/>
                  </p:nvSpPr>
                  <p:spPr>
                    <a:xfrm>
                      <a:off x="5545080" y="1784520"/>
                      <a:ext cx="14760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64" name=""/>
                    <p:cNvSpPr/>
                    <p:nvPr/>
                  </p:nvSpPr>
                  <p:spPr>
                    <a:xfrm>
                      <a:off x="5645160" y="1933560"/>
                      <a:ext cx="46080" cy="3477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65" name=""/>
                    <p:cNvSpPr/>
                    <p:nvPr/>
                  </p:nvSpPr>
                  <p:spPr>
                    <a:xfrm>
                      <a:off x="555624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66" name=""/>
                  <p:cNvGrpSpPr/>
                  <p:nvPr/>
                </p:nvGrpSpPr>
                <p:grpSpPr>
                  <a:xfrm>
                    <a:off x="5699160" y="1784520"/>
                    <a:ext cx="147600" cy="512640"/>
                    <a:chOff x="5699160" y="1784520"/>
                    <a:chExt cx="147600" cy="512640"/>
                  </a:xfrm>
                </p:grpSpPr>
                <p:sp>
                  <p:nvSpPr>
                    <p:cNvPr id="367" name=""/>
                    <p:cNvSpPr/>
                    <p:nvPr/>
                  </p:nvSpPr>
                  <p:spPr>
                    <a:xfrm>
                      <a:off x="5699160" y="1784520"/>
                      <a:ext cx="14760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68" name=""/>
                    <p:cNvSpPr/>
                    <p:nvPr/>
                  </p:nvSpPr>
                  <p:spPr>
                    <a:xfrm>
                      <a:off x="5797440" y="1933560"/>
                      <a:ext cx="47880" cy="347760"/>
                    </a:xfrm>
                    <a:custGeom>
                      <a:avLst/>
                      <a:gdLst>
                        <a:gd name="textAreaLeft" fmla="*/ 0 w 47880"/>
                        <a:gd name="textAreaRight" fmla="*/ 48240 w 478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69" name=""/>
                    <p:cNvSpPr/>
                    <p:nvPr/>
                  </p:nvSpPr>
                  <p:spPr>
                    <a:xfrm>
                      <a:off x="571032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70" name=""/>
                  <p:cNvGrpSpPr/>
                  <p:nvPr/>
                </p:nvGrpSpPr>
                <p:grpSpPr>
                  <a:xfrm>
                    <a:off x="5854680" y="1784520"/>
                    <a:ext cx="146160" cy="512640"/>
                    <a:chOff x="5854680" y="1784520"/>
                    <a:chExt cx="146160" cy="512640"/>
                  </a:xfrm>
                </p:grpSpPr>
                <p:sp>
                  <p:nvSpPr>
                    <p:cNvPr id="371" name=""/>
                    <p:cNvSpPr/>
                    <p:nvPr/>
                  </p:nvSpPr>
                  <p:spPr>
                    <a:xfrm>
                      <a:off x="5854680" y="1784520"/>
                      <a:ext cx="14616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72" name=""/>
                    <p:cNvSpPr/>
                    <p:nvPr/>
                  </p:nvSpPr>
                  <p:spPr>
                    <a:xfrm>
                      <a:off x="5952960" y="1933560"/>
                      <a:ext cx="46080" cy="3477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73" name=""/>
                    <p:cNvSpPr/>
                    <p:nvPr/>
                  </p:nvSpPr>
                  <p:spPr>
                    <a:xfrm>
                      <a:off x="586728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74" name=""/>
                  <p:cNvGrpSpPr/>
                  <p:nvPr/>
                </p:nvGrpSpPr>
                <p:grpSpPr>
                  <a:xfrm>
                    <a:off x="6010200" y="1784520"/>
                    <a:ext cx="147600" cy="512640"/>
                    <a:chOff x="6010200" y="1784520"/>
                    <a:chExt cx="147600" cy="512640"/>
                  </a:xfrm>
                </p:grpSpPr>
                <p:sp>
                  <p:nvSpPr>
                    <p:cNvPr id="375" name=""/>
                    <p:cNvSpPr/>
                    <p:nvPr/>
                  </p:nvSpPr>
                  <p:spPr>
                    <a:xfrm>
                      <a:off x="6010200" y="1784520"/>
                      <a:ext cx="14760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76" name=""/>
                    <p:cNvSpPr/>
                    <p:nvPr/>
                  </p:nvSpPr>
                  <p:spPr>
                    <a:xfrm>
                      <a:off x="610884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77" name=""/>
                    <p:cNvSpPr/>
                    <p:nvPr/>
                  </p:nvSpPr>
                  <p:spPr>
                    <a:xfrm>
                      <a:off x="6021360" y="194940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378" name=""/>
                <p:cNvGrpSpPr/>
                <p:nvPr/>
              </p:nvGrpSpPr>
              <p:grpSpPr>
                <a:xfrm>
                  <a:off x="5391000" y="2327040"/>
                  <a:ext cx="766800" cy="513000"/>
                  <a:chOff x="5391000" y="2327040"/>
                  <a:chExt cx="766800" cy="513000"/>
                </a:xfrm>
              </p:grpSpPr>
              <p:grpSp>
                <p:nvGrpSpPr>
                  <p:cNvPr id="379" name=""/>
                  <p:cNvGrpSpPr/>
                  <p:nvPr/>
                </p:nvGrpSpPr>
                <p:grpSpPr>
                  <a:xfrm>
                    <a:off x="5391000" y="2327040"/>
                    <a:ext cx="147960" cy="513000"/>
                    <a:chOff x="5391000" y="2327040"/>
                    <a:chExt cx="147960" cy="513000"/>
                  </a:xfrm>
                </p:grpSpPr>
                <p:sp>
                  <p:nvSpPr>
                    <p:cNvPr id="380" name=""/>
                    <p:cNvSpPr/>
                    <p:nvPr/>
                  </p:nvSpPr>
                  <p:spPr>
                    <a:xfrm flipV="1">
                      <a:off x="5391000" y="269244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81" name=""/>
                    <p:cNvSpPr/>
                    <p:nvPr/>
                  </p:nvSpPr>
                  <p:spPr>
                    <a:xfrm flipV="1">
                      <a:off x="5491080" y="2337840"/>
                      <a:ext cx="46080" cy="3474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82" name=""/>
                    <p:cNvSpPr/>
                    <p:nvPr/>
                  </p:nvSpPr>
                  <p:spPr>
                    <a:xfrm flipV="1">
                      <a:off x="540396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83" name=""/>
                  <p:cNvGrpSpPr/>
                  <p:nvPr/>
                </p:nvGrpSpPr>
                <p:grpSpPr>
                  <a:xfrm>
                    <a:off x="5545080" y="2327040"/>
                    <a:ext cx="147600" cy="513000"/>
                    <a:chOff x="5545080" y="2327040"/>
                    <a:chExt cx="147600" cy="513000"/>
                  </a:xfrm>
                </p:grpSpPr>
                <p:sp>
                  <p:nvSpPr>
                    <p:cNvPr id="384" name=""/>
                    <p:cNvSpPr/>
                    <p:nvPr/>
                  </p:nvSpPr>
                  <p:spPr>
                    <a:xfrm flipV="1">
                      <a:off x="5545080" y="26924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85" name=""/>
                    <p:cNvSpPr/>
                    <p:nvPr/>
                  </p:nvSpPr>
                  <p:spPr>
                    <a:xfrm flipV="1">
                      <a:off x="5645160" y="2337840"/>
                      <a:ext cx="46080" cy="3474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86" name=""/>
                    <p:cNvSpPr/>
                    <p:nvPr/>
                  </p:nvSpPr>
                  <p:spPr>
                    <a:xfrm flipV="1">
                      <a:off x="555624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87" name=""/>
                  <p:cNvGrpSpPr/>
                  <p:nvPr/>
                </p:nvGrpSpPr>
                <p:grpSpPr>
                  <a:xfrm>
                    <a:off x="5699160" y="2327040"/>
                    <a:ext cx="147600" cy="513000"/>
                    <a:chOff x="5699160" y="2327040"/>
                    <a:chExt cx="147600" cy="513000"/>
                  </a:xfrm>
                </p:grpSpPr>
                <p:sp>
                  <p:nvSpPr>
                    <p:cNvPr id="388" name=""/>
                    <p:cNvSpPr/>
                    <p:nvPr/>
                  </p:nvSpPr>
                  <p:spPr>
                    <a:xfrm flipV="1">
                      <a:off x="5699160" y="26924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89" name=""/>
                    <p:cNvSpPr/>
                    <p:nvPr/>
                  </p:nvSpPr>
                  <p:spPr>
                    <a:xfrm flipV="1">
                      <a:off x="5797440" y="2337840"/>
                      <a:ext cx="47880" cy="347400"/>
                    </a:xfrm>
                    <a:custGeom>
                      <a:avLst/>
                      <a:gdLst>
                        <a:gd name="textAreaLeft" fmla="*/ 0 w 47880"/>
                        <a:gd name="textAreaRight" fmla="*/ 48240 w 478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90" name=""/>
                    <p:cNvSpPr/>
                    <p:nvPr/>
                  </p:nvSpPr>
                  <p:spPr>
                    <a:xfrm flipV="1">
                      <a:off x="571032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91" name=""/>
                  <p:cNvGrpSpPr/>
                  <p:nvPr/>
                </p:nvGrpSpPr>
                <p:grpSpPr>
                  <a:xfrm>
                    <a:off x="5854680" y="2327040"/>
                    <a:ext cx="146160" cy="513000"/>
                    <a:chOff x="5854680" y="2327040"/>
                    <a:chExt cx="146160" cy="513000"/>
                  </a:xfrm>
                </p:grpSpPr>
                <p:sp>
                  <p:nvSpPr>
                    <p:cNvPr id="392" name=""/>
                    <p:cNvSpPr/>
                    <p:nvPr/>
                  </p:nvSpPr>
                  <p:spPr>
                    <a:xfrm flipV="1">
                      <a:off x="5854680" y="269244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93" name=""/>
                    <p:cNvSpPr/>
                    <p:nvPr/>
                  </p:nvSpPr>
                  <p:spPr>
                    <a:xfrm flipV="1">
                      <a:off x="5952960" y="2337840"/>
                      <a:ext cx="46080" cy="3474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94" name=""/>
                    <p:cNvSpPr/>
                    <p:nvPr/>
                  </p:nvSpPr>
                  <p:spPr>
                    <a:xfrm flipV="1">
                      <a:off x="586728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95" name=""/>
                  <p:cNvGrpSpPr/>
                  <p:nvPr/>
                </p:nvGrpSpPr>
                <p:grpSpPr>
                  <a:xfrm>
                    <a:off x="6010200" y="2327040"/>
                    <a:ext cx="147600" cy="513000"/>
                    <a:chOff x="6010200" y="2327040"/>
                    <a:chExt cx="147600" cy="513000"/>
                  </a:xfrm>
                </p:grpSpPr>
                <p:sp>
                  <p:nvSpPr>
                    <p:cNvPr id="396" name=""/>
                    <p:cNvSpPr/>
                    <p:nvPr/>
                  </p:nvSpPr>
                  <p:spPr>
                    <a:xfrm flipV="1">
                      <a:off x="6010200" y="26924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97" name=""/>
                    <p:cNvSpPr/>
                    <p:nvPr/>
                  </p:nvSpPr>
                  <p:spPr>
                    <a:xfrm flipV="1">
                      <a:off x="610884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98" name=""/>
                    <p:cNvSpPr/>
                    <p:nvPr/>
                  </p:nvSpPr>
                  <p:spPr>
                    <a:xfrm flipV="1">
                      <a:off x="6021360" y="232668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399" name=""/>
            <p:cNvGrpSpPr/>
            <p:nvPr/>
          </p:nvGrpSpPr>
          <p:grpSpPr>
            <a:xfrm>
              <a:off x="6176880" y="1784520"/>
              <a:ext cx="1550160" cy="1055520"/>
              <a:chOff x="6176880" y="1784520"/>
              <a:chExt cx="1550160" cy="1055520"/>
            </a:xfrm>
          </p:grpSpPr>
          <p:grpSp>
            <p:nvGrpSpPr>
              <p:cNvPr id="400" name=""/>
              <p:cNvGrpSpPr/>
              <p:nvPr/>
            </p:nvGrpSpPr>
            <p:grpSpPr>
              <a:xfrm>
                <a:off x="6176880" y="1784520"/>
                <a:ext cx="765360" cy="1055520"/>
                <a:chOff x="6176880" y="1784520"/>
                <a:chExt cx="765360" cy="1055520"/>
              </a:xfrm>
            </p:grpSpPr>
            <p:grpSp>
              <p:nvGrpSpPr>
                <p:cNvPr id="401" name=""/>
                <p:cNvGrpSpPr/>
                <p:nvPr/>
              </p:nvGrpSpPr>
              <p:grpSpPr>
                <a:xfrm>
                  <a:off x="6176880" y="1784520"/>
                  <a:ext cx="765360" cy="512640"/>
                  <a:chOff x="6176880" y="1784520"/>
                  <a:chExt cx="765360" cy="512640"/>
                </a:xfrm>
              </p:grpSpPr>
              <p:grpSp>
                <p:nvGrpSpPr>
                  <p:cNvPr id="402" name=""/>
                  <p:cNvGrpSpPr/>
                  <p:nvPr/>
                </p:nvGrpSpPr>
                <p:grpSpPr>
                  <a:xfrm>
                    <a:off x="6176880" y="1784520"/>
                    <a:ext cx="147240" cy="512640"/>
                    <a:chOff x="6176880" y="1784520"/>
                    <a:chExt cx="147240" cy="512640"/>
                  </a:xfrm>
                </p:grpSpPr>
                <p:sp>
                  <p:nvSpPr>
                    <p:cNvPr id="403" name=""/>
                    <p:cNvSpPr/>
                    <p:nvPr/>
                  </p:nvSpPr>
                  <p:spPr>
                    <a:xfrm>
                      <a:off x="617688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04" name=""/>
                    <p:cNvSpPr/>
                    <p:nvPr/>
                  </p:nvSpPr>
                  <p:spPr>
                    <a:xfrm>
                      <a:off x="627660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05" name=""/>
                    <p:cNvSpPr/>
                    <p:nvPr/>
                  </p:nvSpPr>
                  <p:spPr>
                    <a:xfrm>
                      <a:off x="6189480" y="1949400"/>
                      <a:ext cx="37440" cy="347760"/>
                    </a:xfrm>
                    <a:custGeom>
                      <a:avLst/>
                      <a:gdLst>
                        <a:gd name="textAreaLeft" fmla="*/ 0 w 37440"/>
                        <a:gd name="textAreaRight" fmla="*/ 37800 w 3744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06" name=""/>
                  <p:cNvGrpSpPr/>
                  <p:nvPr/>
                </p:nvGrpSpPr>
                <p:grpSpPr>
                  <a:xfrm>
                    <a:off x="6330600" y="1784520"/>
                    <a:ext cx="147240" cy="512640"/>
                    <a:chOff x="6330600" y="1784520"/>
                    <a:chExt cx="147240" cy="512640"/>
                  </a:xfrm>
                </p:grpSpPr>
                <p:sp>
                  <p:nvSpPr>
                    <p:cNvPr id="407" name=""/>
                    <p:cNvSpPr/>
                    <p:nvPr/>
                  </p:nvSpPr>
                  <p:spPr>
                    <a:xfrm>
                      <a:off x="633060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08" name=""/>
                    <p:cNvSpPr/>
                    <p:nvPr/>
                  </p:nvSpPr>
                  <p:spPr>
                    <a:xfrm>
                      <a:off x="643032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09" name=""/>
                    <p:cNvSpPr/>
                    <p:nvPr/>
                  </p:nvSpPr>
                  <p:spPr>
                    <a:xfrm>
                      <a:off x="634140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10" name=""/>
                  <p:cNvGrpSpPr/>
                  <p:nvPr/>
                </p:nvGrpSpPr>
                <p:grpSpPr>
                  <a:xfrm>
                    <a:off x="6485760" y="1784520"/>
                    <a:ext cx="147240" cy="512640"/>
                    <a:chOff x="6485760" y="1784520"/>
                    <a:chExt cx="147240" cy="512640"/>
                  </a:xfrm>
                </p:grpSpPr>
                <p:sp>
                  <p:nvSpPr>
                    <p:cNvPr id="411" name=""/>
                    <p:cNvSpPr/>
                    <p:nvPr/>
                  </p:nvSpPr>
                  <p:spPr>
                    <a:xfrm>
                      <a:off x="648576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12" name=""/>
                    <p:cNvSpPr/>
                    <p:nvPr/>
                  </p:nvSpPr>
                  <p:spPr>
                    <a:xfrm>
                      <a:off x="6584040" y="1933560"/>
                      <a:ext cx="47160" cy="347760"/>
                    </a:xfrm>
                    <a:custGeom>
                      <a:avLst/>
                      <a:gdLst>
                        <a:gd name="textAreaLeft" fmla="*/ 0 w 47160"/>
                        <a:gd name="textAreaRight" fmla="*/ 47520 w 4716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13" name=""/>
                    <p:cNvSpPr/>
                    <p:nvPr/>
                  </p:nvSpPr>
                  <p:spPr>
                    <a:xfrm>
                      <a:off x="649656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14" name=""/>
                  <p:cNvGrpSpPr/>
                  <p:nvPr/>
                </p:nvGrpSpPr>
                <p:grpSpPr>
                  <a:xfrm>
                    <a:off x="6643080" y="1784520"/>
                    <a:ext cx="147240" cy="512640"/>
                    <a:chOff x="6643080" y="1784520"/>
                    <a:chExt cx="147240" cy="512640"/>
                  </a:xfrm>
                </p:grpSpPr>
                <p:sp>
                  <p:nvSpPr>
                    <p:cNvPr id="415" name=""/>
                    <p:cNvSpPr/>
                    <p:nvPr/>
                  </p:nvSpPr>
                  <p:spPr>
                    <a:xfrm>
                      <a:off x="664308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16" name=""/>
                    <p:cNvSpPr/>
                    <p:nvPr/>
                  </p:nvSpPr>
                  <p:spPr>
                    <a:xfrm>
                      <a:off x="673956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17" name=""/>
                    <p:cNvSpPr/>
                    <p:nvPr/>
                  </p:nvSpPr>
                  <p:spPr>
                    <a:xfrm>
                      <a:off x="665064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18" name=""/>
                  <p:cNvGrpSpPr/>
                  <p:nvPr/>
                </p:nvGrpSpPr>
                <p:grpSpPr>
                  <a:xfrm>
                    <a:off x="6795000" y="1784520"/>
                    <a:ext cx="147240" cy="512640"/>
                    <a:chOff x="6795000" y="1784520"/>
                    <a:chExt cx="147240" cy="512640"/>
                  </a:xfrm>
                </p:grpSpPr>
                <p:sp>
                  <p:nvSpPr>
                    <p:cNvPr id="419" name=""/>
                    <p:cNvSpPr/>
                    <p:nvPr/>
                  </p:nvSpPr>
                  <p:spPr>
                    <a:xfrm>
                      <a:off x="679500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20" name=""/>
                    <p:cNvSpPr/>
                    <p:nvPr/>
                  </p:nvSpPr>
                  <p:spPr>
                    <a:xfrm>
                      <a:off x="689472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21" name=""/>
                    <p:cNvSpPr/>
                    <p:nvPr/>
                  </p:nvSpPr>
                  <p:spPr>
                    <a:xfrm>
                      <a:off x="680580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422" name=""/>
                <p:cNvGrpSpPr/>
                <p:nvPr/>
              </p:nvGrpSpPr>
              <p:grpSpPr>
                <a:xfrm>
                  <a:off x="6176880" y="2327040"/>
                  <a:ext cx="765360" cy="513000"/>
                  <a:chOff x="6176880" y="2327040"/>
                  <a:chExt cx="765360" cy="513000"/>
                </a:xfrm>
              </p:grpSpPr>
              <p:grpSp>
                <p:nvGrpSpPr>
                  <p:cNvPr id="423" name=""/>
                  <p:cNvGrpSpPr/>
                  <p:nvPr/>
                </p:nvGrpSpPr>
                <p:grpSpPr>
                  <a:xfrm>
                    <a:off x="6176880" y="2327040"/>
                    <a:ext cx="147240" cy="513000"/>
                    <a:chOff x="6176880" y="2327040"/>
                    <a:chExt cx="147240" cy="513000"/>
                  </a:xfrm>
                </p:grpSpPr>
                <p:sp>
                  <p:nvSpPr>
                    <p:cNvPr id="424" name=""/>
                    <p:cNvSpPr/>
                    <p:nvPr/>
                  </p:nvSpPr>
                  <p:spPr>
                    <a:xfrm flipV="1">
                      <a:off x="617688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25" name=""/>
                    <p:cNvSpPr/>
                    <p:nvPr/>
                  </p:nvSpPr>
                  <p:spPr>
                    <a:xfrm flipV="1">
                      <a:off x="627660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26" name=""/>
                    <p:cNvSpPr/>
                    <p:nvPr/>
                  </p:nvSpPr>
                  <p:spPr>
                    <a:xfrm flipV="1">
                      <a:off x="6189480" y="2326680"/>
                      <a:ext cx="37440" cy="347400"/>
                    </a:xfrm>
                    <a:custGeom>
                      <a:avLst/>
                      <a:gdLst>
                        <a:gd name="textAreaLeft" fmla="*/ 0 w 37440"/>
                        <a:gd name="textAreaRight" fmla="*/ 37800 w 3744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27" name=""/>
                  <p:cNvGrpSpPr/>
                  <p:nvPr/>
                </p:nvGrpSpPr>
                <p:grpSpPr>
                  <a:xfrm>
                    <a:off x="6330600" y="2327040"/>
                    <a:ext cx="147240" cy="513000"/>
                    <a:chOff x="6330600" y="2327040"/>
                    <a:chExt cx="147240" cy="513000"/>
                  </a:xfrm>
                </p:grpSpPr>
                <p:sp>
                  <p:nvSpPr>
                    <p:cNvPr id="428" name=""/>
                    <p:cNvSpPr/>
                    <p:nvPr/>
                  </p:nvSpPr>
                  <p:spPr>
                    <a:xfrm flipV="1">
                      <a:off x="633060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29" name=""/>
                    <p:cNvSpPr/>
                    <p:nvPr/>
                  </p:nvSpPr>
                  <p:spPr>
                    <a:xfrm flipV="1">
                      <a:off x="643032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30" name=""/>
                    <p:cNvSpPr/>
                    <p:nvPr/>
                  </p:nvSpPr>
                  <p:spPr>
                    <a:xfrm flipV="1">
                      <a:off x="634140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31" name=""/>
                  <p:cNvGrpSpPr/>
                  <p:nvPr/>
                </p:nvGrpSpPr>
                <p:grpSpPr>
                  <a:xfrm>
                    <a:off x="6485760" y="2327040"/>
                    <a:ext cx="147240" cy="513000"/>
                    <a:chOff x="6485760" y="2327040"/>
                    <a:chExt cx="147240" cy="513000"/>
                  </a:xfrm>
                </p:grpSpPr>
                <p:sp>
                  <p:nvSpPr>
                    <p:cNvPr id="432" name=""/>
                    <p:cNvSpPr/>
                    <p:nvPr/>
                  </p:nvSpPr>
                  <p:spPr>
                    <a:xfrm flipV="1">
                      <a:off x="648576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33" name=""/>
                    <p:cNvSpPr/>
                    <p:nvPr/>
                  </p:nvSpPr>
                  <p:spPr>
                    <a:xfrm flipV="1">
                      <a:off x="6584040" y="2337840"/>
                      <a:ext cx="47160" cy="347400"/>
                    </a:xfrm>
                    <a:custGeom>
                      <a:avLst/>
                      <a:gdLst>
                        <a:gd name="textAreaLeft" fmla="*/ 0 w 47160"/>
                        <a:gd name="textAreaRight" fmla="*/ 47520 w 4716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34" name=""/>
                    <p:cNvSpPr/>
                    <p:nvPr/>
                  </p:nvSpPr>
                  <p:spPr>
                    <a:xfrm flipV="1">
                      <a:off x="649656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35" name=""/>
                  <p:cNvGrpSpPr/>
                  <p:nvPr/>
                </p:nvGrpSpPr>
                <p:grpSpPr>
                  <a:xfrm>
                    <a:off x="6643080" y="2327040"/>
                    <a:ext cx="147240" cy="513000"/>
                    <a:chOff x="6643080" y="2327040"/>
                    <a:chExt cx="147240" cy="513000"/>
                  </a:xfrm>
                </p:grpSpPr>
                <p:sp>
                  <p:nvSpPr>
                    <p:cNvPr id="436" name=""/>
                    <p:cNvSpPr/>
                    <p:nvPr/>
                  </p:nvSpPr>
                  <p:spPr>
                    <a:xfrm flipV="1">
                      <a:off x="664308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37" name=""/>
                    <p:cNvSpPr/>
                    <p:nvPr/>
                  </p:nvSpPr>
                  <p:spPr>
                    <a:xfrm flipV="1">
                      <a:off x="673956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38" name=""/>
                    <p:cNvSpPr/>
                    <p:nvPr/>
                  </p:nvSpPr>
                  <p:spPr>
                    <a:xfrm flipV="1">
                      <a:off x="665064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39" name=""/>
                  <p:cNvGrpSpPr/>
                  <p:nvPr/>
                </p:nvGrpSpPr>
                <p:grpSpPr>
                  <a:xfrm>
                    <a:off x="6795000" y="2327040"/>
                    <a:ext cx="147240" cy="513000"/>
                    <a:chOff x="6795000" y="2327040"/>
                    <a:chExt cx="147240" cy="513000"/>
                  </a:xfrm>
                </p:grpSpPr>
                <p:sp>
                  <p:nvSpPr>
                    <p:cNvPr id="440" name=""/>
                    <p:cNvSpPr/>
                    <p:nvPr/>
                  </p:nvSpPr>
                  <p:spPr>
                    <a:xfrm flipV="1">
                      <a:off x="679500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41" name=""/>
                    <p:cNvSpPr/>
                    <p:nvPr/>
                  </p:nvSpPr>
                  <p:spPr>
                    <a:xfrm flipV="1">
                      <a:off x="689472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42" name=""/>
                    <p:cNvSpPr/>
                    <p:nvPr/>
                  </p:nvSpPr>
                  <p:spPr>
                    <a:xfrm flipV="1">
                      <a:off x="680580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43" name=""/>
              <p:cNvGrpSpPr/>
              <p:nvPr/>
            </p:nvGrpSpPr>
            <p:grpSpPr>
              <a:xfrm>
                <a:off x="6962040" y="1784520"/>
                <a:ext cx="765000" cy="1055520"/>
                <a:chOff x="6962040" y="1784520"/>
                <a:chExt cx="765000" cy="1055520"/>
              </a:xfrm>
            </p:grpSpPr>
            <p:grpSp>
              <p:nvGrpSpPr>
                <p:cNvPr id="444" name=""/>
                <p:cNvGrpSpPr/>
                <p:nvPr/>
              </p:nvGrpSpPr>
              <p:grpSpPr>
                <a:xfrm>
                  <a:off x="6962040" y="1784520"/>
                  <a:ext cx="765000" cy="512640"/>
                  <a:chOff x="6962040" y="1784520"/>
                  <a:chExt cx="765000" cy="512640"/>
                </a:xfrm>
              </p:grpSpPr>
              <p:grpSp>
                <p:nvGrpSpPr>
                  <p:cNvPr id="445" name=""/>
                  <p:cNvGrpSpPr/>
                  <p:nvPr/>
                </p:nvGrpSpPr>
                <p:grpSpPr>
                  <a:xfrm>
                    <a:off x="6962040" y="1784520"/>
                    <a:ext cx="147240" cy="512640"/>
                    <a:chOff x="6962040" y="1784520"/>
                    <a:chExt cx="147240" cy="512640"/>
                  </a:xfrm>
                </p:grpSpPr>
                <p:sp>
                  <p:nvSpPr>
                    <p:cNvPr id="446" name=""/>
                    <p:cNvSpPr/>
                    <p:nvPr/>
                  </p:nvSpPr>
                  <p:spPr>
                    <a:xfrm>
                      <a:off x="696204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47" name=""/>
                    <p:cNvSpPr/>
                    <p:nvPr/>
                  </p:nvSpPr>
                  <p:spPr>
                    <a:xfrm>
                      <a:off x="705852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48" name=""/>
                    <p:cNvSpPr/>
                    <p:nvPr/>
                  </p:nvSpPr>
                  <p:spPr>
                    <a:xfrm>
                      <a:off x="697104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49" name=""/>
                  <p:cNvGrpSpPr/>
                  <p:nvPr/>
                </p:nvGrpSpPr>
                <p:grpSpPr>
                  <a:xfrm>
                    <a:off x="7113960" y="1784520"/>
                    <a:ext cx="147240" cy="512640"/>
                    <a:chOff x="7113960" y="1784520"/>
                    <a:chExt cx="147240" cy="512640"/>
                  </a:xfrm>
                </p:grpSpPr>
                <p:sp>
                  <p:nvSpPr>
                    <p:cNvPr id="450" name=""/>
                    <p:cNvSpPr/>
                    <p:nvPr/>
                  </p:nvSpPr>
                  <p:spPr>
                    <a:xfrm>
                      <a:off x="711396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51" name=""/>
                    <p:cNvSpPr/>
                    <p:nvPr/>
                  </p:nvSpPr>
                  <p:spPr>
                    <a:xfrm>
                      <a:off x="721368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52" name=""/>
                    <p:cNvSpPr/>
                    <p:nvPr/>
                  </p:nvSpPr>
                  <p:spPr>
                    <a:xfrm>
                      <a:off x="712620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53" name=""/>
                  <p:cNvGrpSpPr/>
                  <p:nvPr/>
                </p:nvGrpSpPr>
                <p:grpSpPr>
                  <a:xfrm>
                    <a:off x="7269120" y="1784520"/>
                    <a:ext cx="147240" cy="512640"/>
                    <a:chOff x="7269120" y="1784520"/>
                    <a:chExt cx="147240" cy="512640"/>
                  </a:xfrm>
                </p:grpSpPr>
                <p:sp>
                  <p:nvSpPr>
                    <p:cNvPr id="454" name=""/>
                    <p:cNvSpPr/>
                    <p:nvPr/>
                  </p:nvSpPr>
                  <p:spPr>
                    <a:xfrm>
                      <a:off x="726912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55" name=""/>
                    <p:cNvSpPr/>
                    <p:nvPr/>
                  </p:nvSpPr>
                  <p:spPr>
                    <a:xfrm>
                      <a:off x="7368840" y="1933560"/>
                      <a:ext cx="47160" cy="347760"/>
                    </a:xfrm>
                    <a:custGeom>
                      <a:avLst/>
                      <a:gdLst>
                        <a:gd name="textAreaLeft" fmla="*/ 0 w 47160"/>
                        <a:gd name="textAreaRight" fmla="*/ 47520 w 4716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56" name=""/>
                    <p:cNvSpPr/>
                    <p:nvPr/>
                  </p:nvSpPr>
                  <p:spPr>
                    <a:xfrm>
                      <a:off x="728136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57" name=""/>
                  <p:cNvGrpSpPr/>
                  <p:nvPr/>
                </p:nvGrpSpPr>
                <p:grpSpPr>
                  <a:xfrm>
                    <a:off x="7424280" y="1784520"/>
                    <a:ext cx="147240" cy="512640"/>
                    <a:chOff x="7424280" y="1784520"/>
                    <a:chExt cx="147240" cy="512640"/>
                  </a:xfrm>
                </p:grpSpPr>
                <p:sp>
                  <p:nvSpPr>
                    <p:cNvPr id="458" name=""/>
                    <p:cNvSpPr/>
                    <p:nvPr/>
                  </p:nvSpPr>
                  <p:spPr>
                    <a:xfrm>
                      <a:off x="7424280" y="1784520"/>
                      <a:ext cx="14724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59" name=""/>
                    <p:cNvSpPr/>
                    <p:nvPr/>
                  </p:nvSpPr>
                  <p:spPr>
                    <a:xfrm>
                      <a:off x="752256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60" name=""/>
                    <p:cNvSpPr/>
                    <p:nvPr/>
                  </p:nvSpPr>
                  <p:spPr>
                    <a:xfrm>
                      <a:off x="7436880" y="1949400"/>
                      <a:ext cx="37440" cy="347760"/>
                    </a:xfrm>
                    <a:custGeom>
                      <a:avLst/>
                      <a:gdLst>
                        <a:gd name="textAreaLeft" fmla="*/ 0 w 37440"/>
                        <a:gd name="textAreaRight" fmla="*/ 37800 w 3744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61" name=""/>
                  <p:cNvGrpSpPr/>
                  <p:nvPr/>
                </p:nvGrpSpPr>
                <p:grpSpPr>
                  <a:xfrm>
                    <a:off x="7579440" y="1784520"/>
                    <a:ext cx="147600" cy="512640"/>
                    <a:chOff x="7579440" y="1784520"/>
                    <a:chExt cx="147600" cy="512640"/>
                  </a:xfrm>
                </p:grpSpPr>
                <p:sp>
                  <p:nvSpPr>
                    <p:cNvPr id="462" name=""/>
                    <p:cNvSpPr/>
                    <p:nvPr/>
                  </p:nvSpPr>
                  <p:spPr>
                    <a:xfrm>
                      <a:off x="7579440" y="1784520"/>
                      <a:ext cx="147600" cy="1458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63" name=""/>
                    <p:cNvSpPr/>
                    <p:nvPr/>
                  </p:nvSpPr>
                  <p:spPr>
                    <a:xfrm>
                      <a:off x="7674480" y="1933560"/>
                      <a:ext cx="45720" cy="3477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7760"/>
                        <a:gd name="textAreaBottom" fmla="*/ 347760 h 347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64" name=""/>
                    <p:cNvSpPr/>
                    <p:nvPr/>
                  </p:nvSpPr>
                  <p:spPr>
                    <a:xfrm>
                      <a:off x="7587000" y="194940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465" name=""/>
                <p:cNvGrpSpPr/>
                <p:nvPr/>
              </p:nvGrpSpPr>
              <p:grpSpPr>
                <a:xfrm>
                  <a:off x="6962040" y="2327040"/>
                  <a:ext cx="765000" cy="513000"/>
                  <a:chOff x="6962040" y="2327040"/>
                  <a:chExt cx="765000" cy="513000"/>
                </a:xfrm>
              </p:grpSpPr>
              <p:grpSp>
                <p:nvGrpSpPr>
                  <p:cNvPr id="466" name=""/>
                  <p:cNvGrpSpPr/>
                  <p:nvPr/>
                </p:nvGrpSpPr>
                <p:grpSpPr>
                  <a:xfrm>
                    <a:off x="6962040" y="2327040"/>
                    <a:ext cx="147240" cy="513000"/>
                    <a:chOff x="6962040" y="2327040"/>
                    <a:chExt cx="147240" cy="513000"/>
                  </a:xfrm>
                </p:grpSpPr>
                <p:sp>
                  <p:nvSpPr>
                    <p:cNvPr id="467" name=""/>
                    <p:cNvSpPr/>
                    <p:nvPr/>
                  </p:nvSpPr>
                  <p:spPr>
                    <a:xfrm flipV="1">
                      <a:off x="696204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68" name=""/>
                    <p:cNvSpPr/>
                    <p:nvPr/>
                  </p:nvSpPr>
                  <p:spPr>
                    <a:xfrm flipV="1">
                      <a:off x="705852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69" name=""/>
                    <p:cNvSpPr/>
                    <p:nvPr/>
                  </p:nvSpPr>
                  <p:spPr>
                    <a:xfrm flipV="1">
                      <a:off x="697104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70" name=""/>
                  <p:cNvGrpSpPr/>
                  <p:nvPr/>
                </p:nvGrpSpPr>
                <p:grpSpPr>
                  <a:xfrm>
                    <a:off x="7113960" y="2327040"/>
                    <a:ext cx="147240" cy="513000"/>
                    <a:chOff x="7113960" y="2327040"/>
                    <a:chExt cx="147240" cy="513000"/>
                  </a:xfrm>
                </p:grpSpPr>
                <p:sp>
                  <p:nvSpPr>
                    <p:cNvPr id="471" name=""/>
                    <p:cNvSpPr/>
                    <p:nvPr/>
                  </p:nvSpPr>
                  <p:spPr>
                    <a:xfrm flipV="1">
                      <a:off x="711396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72" name=""/>
                    <p:cNvSpPr/>
                    <p:nvPr/>
                  </p:nvSpPr>
                  <p:spPr>
                    <a:xfrm flipV="1">
                      <a:off x="721368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73" name=""/>
                    <p:cNvSpPr/>
                    <p:nvPr/>
                  </p:nvSpPr>
                  <p:spPr>
                    <a:xfrm flipV="1">
                      <a:off x="712620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74" name=""/>
                  <p:cNvGrpSpPr/>
                  <p:nvPr/>
                </p:nvGrpSpPr>
                <p:grpSpPr>
                  <a:xfrm>
                    <a:off x="7269120" y="2327040"/>
                    <a:ext cx="147240" cy="513000"/>
                    <a:chOff x="7269120" y="2327040"/>
                    <a:chExt cx="147240" cy="513000"/>
                  </a:xfrm>
                </p:grpSpPr>
                <p:sp>
                  <p:nvSpPr>
                    <p:cNvPr id="475" name=""/>
                    <p:cNvSpPr/>
                    <p:nvPr/>
                  </p:nvSpPr>
                  <p:spPr>
                    <a:xfrm flipV="1">
                      <a:off x="726912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76" name=""/>
                    <p:cNvSpPr/>
                    <p:nvPr/>
                  </p:nvSpPr>
                  <p:spPr>
                    <a:xfrm flipV="1">
                      <a:off x="7368840" y="2337840"/>
                      <a:ext cx="47160" cy="347400"/>
                    </a:xfrm>
                    <a:custGeom>
                      <a:avLst/>
                      <a:gdLst>
                        <a:gd name="textAreaLeft" fmla="*/ 0 w 47160"/>
                        <a:gd name="textAreaRight" fmla="*/ 47520 w 4716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77" name=""/>
                    <p:cNvSpPr/>
                    <p:nvPr/>
                  </p:nvSpPr>
                  <p:spPr>
                    <a:xfrm flipV="1">
                      <a:off x="728136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78" name=""/>
                  <p:cNvGrpSpPr/>
                  <p:nvPr/>
                </p:nvGrpSpPr>
                <p:grpSpPr>
                  <a:xfrm>
                    <a:off x="7424280" y="2327040"/>
                    <a:ext cx="147240" cy="513000"/>
                    <a:chOff x="7424280" y="2327040"/>
                    <a:chExt cx="147240" cy="513000"/>
                  </a:xfrm>
                </p:grpSpPr>
                <p:sp>
                  <p:nvSpPr>
                    <p:cNvPr id="479" name=""/>
                    <p:cNvSpPr/>
                    <p:nvPr/>
                  </p:nvSpPr>
                  <p:spPr>
                    <a:xfrm flipV="1">
                      <a:off x="7424280" y="26924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80" name=""/>
                    <p:cNvSpPr/>
                    <p:nvPr/>
                  </p:nvSpPr>
                  <p:spPr>
                    <a:xfrm flipV="1">
                      <a:off x="752256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81" name=""/>
                    <p:cNvSpPr/>
                    <p:nvPr/>
                  </p:nvSpPr>
                  <p:spPr>
                    <a:xfrm flipV="1">
                      <a:off x="7436880" y="2326680"/>
                      <a:ext cx="37440" cy="347400"/>
                    </a:xfrm>
                    <a:custGeom>
                      <a:avLst/>
                      <a:gdLst>
                        <a:gd name="textAreaLeft" fmla="*/ 0 w 37440"/>
                        <a:gd name="textAreaRight" fmla="*/ 37800 w 3744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82" name=""/>
                  <p:cNvGrpSpPr/>
                  <p:nvPr/>
                </p:nvGrpSpPr>
                <p:grpSpPr>
                  <a:xfrm>
                    <a:off x="7579440" y="2327040"/>
                    <a:ext cx="147600" cy="513000"/>
                    <a:chOff x="7579440" y="2327040"/>
                    <a:chExt cx="147600" cy="513000"/>
                  </a:xfrm>
                </p:grpSpPr>
                <p:sp>
                  <p:nvSpPr>
                    <p:cNvPr id="483" name=""/>
                    <p:cNvSpPr/>
                    <p:nvPr/>
                  </p:nvSpPr>
                  <p:spPr>
                    <a:xfrm flipV="1">
                      <a:off x="7579440" y="26924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84" name=""/>
                    <p:cNvSpPr/>
                    <p:nvPr/>
                  </p:nvSpPr>
                  <p:spPr>
                    <a:xfrm flipV="1">
                      <a:off x="7674480" y="2337840"/>
                      <a:ext cx="45720" cy="3474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-360 h 347400"/>
                        <a:gd name="textAreaBottom" fmla="*/ 347400 h 3474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85" name=""/>
                    <p:cNvSpPr/>
                    <p:nvPr/>
                  </p:nvSpPr>
                  <p:spPr>
                    <a:xfrm flipV="1">
                      <a:off x="7587000" y="232668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486" name=""/>
          <p:cNvSpPr/>
          <p:nvPr/>
        </p:nvSpPr>
        <p:spPr>
          <a:xfrm>
            <a:off x="478080" y="1990800"/>
            <a:ext cx="235512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Cell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Phospholipid bilayer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6711480" y="1341360"/>
            <a:ext cx="1092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Outside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6665760" y="2916360"/>
            <a:ext cx="860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66600" y="0"/>
            <a:ext cx="49406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Membrane ionic permeability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0" name=""/>
          <p:cNvGrpSpPr/>
          <p:nvPr/>
        </p:nvGrpSpPr>
        <p:grpSpPr>
          <a:xfrm>
            <a:off x="3035160" y="4508640"/>
            <a:ext cx="4695840" cy="1433520"/>
            <a:chOff x="3035160" y="4508640"/>
            <a:chExt cx="4695840" cy="1433520"/>
          </a:xfrm>
        </p:grpSpPr>
        <p:grpSp>
          <p:nvGrpSpPr>
            <p:cNvPr id="491" name=""/>
            <p:cNvGrpSpPr/>
            <p:nvPr/>
          </p:nvGrpSpPr>
          <p:grpSpPr>
            <a:xfrm>
              <a:off x="3035160" y="4667400"/>
              <a:ext cx="1552680" cy="1054800"/>
              <a:chOff x="3035160" y="4667400"/>
              <a:chExt cx="1552680" cy="1054800"/>
            </a:xfrm>
          </p:grpSpPr>
          <p:grpSp>
            <p:nvGrpSpPr>
              <p:cNvPr id="492" name=""/>
              <p:cNvGrpSpPr/>
              <p:nvPr/>
            </p:nvGrpSpPr>
            <p:grpSpPr>
              <a:xfrm>
                <a:off x="3035160" y="4667400"/>
                <a:ext cx="768600" cy="1054800"/>
                <a:chOff x="3035160" y="4667400"/>
                <a:chExt cx="768600" cy="1054800"/>
              </a:xfrm>
            </p:grpSpPr>
            <p:grpSp>
              <p:nvGrpSpPr>
                <p:cNvPr id="493" name=""/>
                <p:cNvGrpSpPr/>
                <p:nvPr/>
              </p:nvGrpSpPr>
              <p:grpSpPr>
                <a:xfrm>
                  <a:off x="3035160" y="4667400"/>
                  <a:ext cx="768600" cy="511560"/>
                  <a:chOff x="3035160" y="4667400"/>
                  <a:chExt cx="768600" cy="511560"/>
                </a:xfrm>
              </p:grpSpPr>
              <p:grpSp>
                <p:nvGrpSpPr>
                  <p:cNvPr id="494" name=""/>
                  <p:cNvGrpSpPr/>
                  <p:nvPr/>
                </p:nvGrpSpPr>
                <p:grpSpPr>
                  <a:xfrm>
                    <a:off x="3035160" y="4667400"/>
                    <a:ext cx="147600" cy="511560"/>
                    <a:chOff x="3035160" y="4667400"/>
                    <a:chExt cx="147600" cy="511560"/>
                  </a:xfrm>
                </p:grpSpPr>
                <p:sp>
                  <p:nvSpPr>
                    <p:cNvPr id="495" name=""/>
                    <p:cNvSpPr/>
                    <p:nvPr/>
                  </p:nvSpPr>
                  <p:spPr>
                    <a:xfrm>
                      <a:off x="303516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96" name=""/>
                    <p:cNvSpPr/>
                    <p:nvPr/>
                  </p:nvSpPr>
                  <p:spPr>
                    <a:xfrm>
                      <a:off x="3135240" y="4816080"/>
                      <a:ext cx="46080" cy="3484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497" name=""/>
                    <p:cNvSpPr/>
                    <p:nvPr/>
                  </p:nvSpPr>
                  <p:spPr>
                    <a:xfrm>
                      <a:off x="304812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498" name=""/>
                  <p:cNvGrpSpPr/>
                  <p:nvPr/>
                </p:nvGrpSpPr>
                <p:grpSpPr>
                  <a:xfrm>
                    <a:off x="3191040" y="4667400"/>
                    <a:ext cx="147600" cy="511560"/>
                    <a:chOff x="3191040" y="4667400"/>
                    <a:chExt cx="147600" cy="511560"/>
                  </a:xfrm>
                </p:grpSpPr>
                <p:sp>
                  <p:nvSpPr>
                    <p:cNvPr id="499" name=""/>
                    <p:cNvSpPr/>
                    <p:nvPr/>
                  </p:nvSpPr>
                  <p:spPr>
                    <a:xfrm>
                      <a:off x="319104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00" name=""/>
                    <p:cNvSpPr/>
                    <p:nvPr/>
                  </p:nvSpPr>
                  <p:spPr>
                    <a:xfrm>
                      <a:off x="3289320" y="4816080"/>
                      <a:ext cx="46080" cy="3484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01" name=""/>
                    <p:cNvSpPr/>
                    <p:nvPr/>
                  </p:nvSpPr>
                  <p:spPr>
                    <a:xfrm>
                      <a:off x="320184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02" name=""/>
                  <p:cNvGrpSpPr/>
                  <p:nvPr/>
                </p:nvGrpSpPr>
                <p:grpSpPr>
                  <a:xfrm>
                    <a:off x="3344760" y="4667400"/>
                    <a:ext cx="147600" cy="511560"/>
                    <a:chOff x="3344760" y="4667400"/>
                    <a:chExt cx="147600" cy="511560"/>
                  </a:xfrm>
                </p:grpSpPr>
                <p:sp>
                  <p:nvSpPr>
                    <p:cNvPr id="503" name=""/>
                    <p:cNvSpPr/>
                    <p:nvPr/>
                  </p:nvSpPr>
                  <p:spPr>
                    <a:xfrm>
                      <a:off x="334476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04" name=""/>
                    <p:cNvSpPr/>
                    <p:nvPr/>
                  </p:nvSpPr>
                  <p:spPr>
                    <a:xfrm>
                      <a:off x="3444840" y="4816080"/>
                      <a:ext cx="47520" cy="34848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05" name=""/>
                    <p:cNvSpPr/>
                    <p:nvPr/>
                  </p:nvSpPr>
                  <p:spPr>
                    <a:xfrm>
                      <a:off x="3357720" y="4831920"/>
                      <a:ext cx="37800" cy="34704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06" name=""/>
                  <p:cNvGrpSpPr/>
                  <p:nvPr/>
                </p:nvGrpSpPr>
                <p:grpSpPr>
                  <a:xfrm>
                    <a:off x="3500280" y="4667400"/>
                    <a:ext cx="147960" cy="511560"/>
                    <a:chOff x="3500280" y="4667400"/>
                    <a:chExt cx="147960" cy="511560"/>
                  </a:xfrm>
                </p:grpSpPr>
                <p:sp>
                  <p:nvSpPr>
                    <p:cNvPr id="507" name=""/>
                    <p:cNvSpPr/>
                    <p:nvPr/>
                  </p:nvSpPr>
                  <p:spPr>
                    <a:xfrm>
                      <a:off x="3500280" y="4667400"/>
                      <a:ext cx="14796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08" name=""/>
                    <p:cNvSpPr/>
                    <p:nvPr/>
                  </p:nvSpPr>
                  <p:spPr>
                    <a:xfrm>
                      <a:off x="3600360" y="4816080"/>
                      <a:ext cx="46080" cy="3484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09" name=""/>
                    <p:cNvSpPr/>
                    <p:nvPr/>
                  </p:nvSpPr>
                  <p:spPr>
                    <a:xfrm>
                      <a:off x="351324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10" name=""/>
                  <p:cNvGrpSpPr/>
                  <p:nvPr/>
                </p:nvGrpSpPr>
                <p:grpSpPr>
                  <a:xfrm>
                    <a:off x="3656160" y="4667400"/>
                    <a:ext cx="147600" cy="511560"/>
                    <a:chOff x="3656160" y="4667400"/>
                    <a:chExt cx="147600" cy="511560"/>
                  </a:xfrm>
                </p:grpSpPr>
                <p:sp>
                  <p:nvSpPr>
                    <p:cNvPr id="511" name=""/>
                    <p:cNvSpPr/>
                    <p:nvPr/>
                  </p:nvSpPr>
                  <p:spPr>
                    <a:xfrm>
                      <a:off x="365616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12" name=""/>
                    <p:cNvSpPr/>
                    <p:nvPr/>
                  </p:nvSpPr>
                  <p:spPr>
                    <a:xfrm>
                      <a:off x="3755880" y="4816080"/>
                      <a:ext cx="46080" cy="3484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13" name=""/>
                    <p:cNvSpPr/>
                    <p:nvPr/>
                  </p:nvSpPr>
                  <p:spPr>
                    <a:xfrm>
                      <a:off x="366696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514" name=""/>
                <p:cNvGrpSpPr/>
                <p:nvPr/>
              </p:nvGrpSpPr>
              <p:grpSpPr>
                <a:xfrm>
                  <a:off x="3035160" y="5210640"/>
                  <a:ext cx="768600" cy="511560"/>
                  <a:chOff x="3035160" y="5210640"/>
                  <a:chExt cx="768600" cy="511560"/>
                </a:xfrm>
              </p:grpSpPr>
              <p:grpSp>
                <p:nvGrpSpPr>
                  <p:cNvPr id="515" name=""/>
                  <p:cNvGrpSpPr/>
                  <p:nvPr/>
                </p:nvGrpSpPr>
                <p:grpSpPr>
                  <a:xfrm>
                    <a:off x="3035160" y="5210640"/>
                    <a:ext cx="147600" cy="511560"/>
                    <a:chOff x="3035160" y="5210640"/>
                    <a:chExt cx="147600" cy="511560"/>
                  </a:xfrm>
                </p:grpSpPr>
                <p:sp>
                  <p:nvSpPr>
                    <p:cNvPr id="516" name=""/>
                    <p:cNvSpPr/>
                    <p:nvPr/>
                  </p:nvSpPr>
                  <p:spPr>
                    <a:xfrm flipV="1">
                      <a:off x="303516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17" name=""/>
                    <p:cNvSpPr/>
                    <p:nvPr/>
                  </p:nvSpPr>
                  <p:spPr>
                    <a:xfrm flipV="1">
                      <a:off x="3135240" y="5221800"/>
                      <a:ext cx="46080" cy="3513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18" name=""/>
                    <p:cNvSpPr/>
                    <p:nvPr/>
                  </p:nvSpPr>
                  <p:spPr>
                    <a:xfrm flipV="1">
                      <a:off x="304812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19" name=""/>
                  <p:cNvGrpSpPr/>
                  <p:nvPr/>
                </p:nvGrpSpPr>
                <p:grpSpPr>
                  <a:xfrm>
                    <a:off x="3191040" y="5210640"/>
                    <a:ext cx="147600" cy="511560"/>
                    <a:chOff x="3191040" y="5210640"/>
                    <a:chExt cx="147600" cy="511560"/>
                  </a:xfrm>
                </p:grpSpPr>
                <p:sp>
                  <p:nvSpPr>
                    <p:cNvPr id="520" name=""/>
                    <p:cNvSpPr/>
                    <p:nvPr/>
                  </p:nvSpPr>
                  <p:spPr>
                    <a:xfrm flipV="1">
                      <a:off x="319104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21" name=""/>
                    <p:cNvSpPr/>
                    <p:nvPr/>
                  </p:nvSpPr>
                  <p:spPr>
                    <a:xfrm flipV="1">
                      <a:off x="3289320" y="5221800"/>
                      <a:ext cx="46080" cy="3513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22" name=""/>
                    <p:cNvSpPr/>
                    <p:nvPr/>
                  </p:nvSpPr>
                  <p:spPr>
                    <a:xfrm flipV="1">
                      <a:off x="320184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23" name=""/>
                  <p:cNvGrpSpPr/>
                  <p:nvPr/>
                </p:nvGrpSpPr>
                <p:grpSpPr>
                  <a:xfrm>
                    <a:off x="3344760" y="5210640"/>
                    <a:ext cx="147600" cy="511560"/>
                    <a:chOff x="3344760" y="5210640"/>
                    <a:chExt cx="147600" cy="511560"/>
                  </a:xfrm>
                </p:grpSpPr>
                <p:sp>
                  <p:nvSpPr>
                    <p:cNvPr id="524" name=""/>
                    <p:cNvSpPr/>
                    <p:nvPr/>
                  </p:nvSpPr>
                  <p:spPr>
                    <a:xfrm flipV="1">
                      <a:off x="334476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25" name=""/>
                    <p:cNvSpPr/>
                    <p:nvPr/>
                  </p:nvSpPr>
                  <p:spPr>
                    <a:xfrm flipV="1">
                      <a:off x="3444840" y="5221800"/>
                      <a:ext cx="47520" cy="35136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26" name=""/>
                    <p:cNvSpPr/>
                    <p:nvPr/>
                  </p:nvSpPr>
                  <p:spPr>
                    <a:xfrm flipV="1">
                      <a:off x="3357720" y="5210640"/>
                      <a:ext cx="37800" cy="3513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27" name=""/>
                  <p:cNvGrpSpPr/>
                  <p:nvPr/>
                </p:nvGrpSpPr>
                <p:grpSpPr>
                  <a:xfrm>
                    <a:off x="3500280" y="5210640"/>
                    <a:ext cx="147960" cy="511560"/>
                    <a:chOff x="3500280" y="5210640"/>
                    <a:chExt cx="147960" cy="511560"/>
                  </a:xfrm>
                </p:grpSpPr>
                <p:sp>
                  <p:nvSpPr>
                    <p:cNvPr id="528" name=""/>
                    <p:cNvSpPr/>
                    <p:nvPr/>
                  </p:nvSpPr>
                  <p:spPr>
                    <a:xfrm flipV="1">
                      <a:off x="3500280" y="557460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29" name=""/>
                    <p:cNvSpPr/>
                    <p:nvPr/>
                  </p:nvSpPr>
                  <p:spPr>
                    <a:xfrm flipV="1">
                      <a:off x="3600360" y="5221800"/>
                      <a:ext cx="46080" cy="3513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30" name=""/>
                    <p:cNvSpPr/>
                    <p:nvPr/>
                  </p:nvSpPr>
                  <p:spPr>
                    <a:xfrm flipV="1">
                      <a:off x="351324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31" name=""/>
                  <p:cNvGrpSpPr/>
                  <p:nvPr/>
                </p:nvGrpSpPr>
                <p:grpSpPr>
                  <a:xfrm>
                    <a:off x="3656160" y="5210640"/>
                    <a:ext cx="147600" cy="511560"/>
                    <a:chOff x="3656160" y="5210640"/>
                    <a:chExt cx="147600" cy="511560"/>
                  </a:xfrm>
                </p:grpSpPr>
                <p:sp>
                  <p:nvSpPr>
                    <p:cNvPr id="532" name=""/>
                    <p:cNvSpPr/>
                    <p:nvPr/>
                  </p:nvSpPr>
                  <p:spPr>
                    <a:xfrm flipV="1">
                      <a:off x="365616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33" name=""/>
                    <p:cNvSpPr/>
                    <p:nvPr/>
                  </p:nvSpPr>
                  <p:spPr>
                    <a:xfrm flipV="1">
                      <a:off x="3755880" y="5221800"/>
                      <a:ext cx="46080" cy="3513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34" name=""/>
                    <p:cNvSpPr/>
                    <p:nvPr/>
                  </p:nvSpPr>
                  <p:spPr>
                    <a:xfrm flipV="1">
                      <a:off x="366696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535" name=""/>
              <p:cNvGrpSpPr/>
              <p:nvPr/>
            </p:nvGrpSpPr>
            <p:grpSpPr>
              <a:xfrm>
                <a:off x="3819600" y="4667400"/>
                <a:ext cx="768240" cy="1054800"/>
                <a:chOff x="3819600" y="4667400"/>
                <a:chExt cx="768240" cy="1054800"/>
              </a:xfrm>
            </p:grpSpPr>
            <p:grpSp>
              <p:nvGrpSpPr>
                <p:cNvPr id="536" name=""/>
                <p:cNvGrpSpPr/>
                <p:nvPr/>
              </p:nvGrpSpPr>
              <p:grpSpPr>
                <a:xfrm>
                  <a:off x="3819600" y="4667400"/>
                  <a:ext cx="768240" cy="511560"/>
                  <a:chOff x="3819600" y="4667400"/>
                  <a:chExt cx="768240" cy="511560"/>
                </a:xfrm>
              </p:grpSpPr>
              <p:grpSp>
                <p:nvGrpSpPr>
                  <p:cNvPr id="537" name=""/>
                  <p:cNvGrpSpPr/>
                  <p:nvPr/>
                </p:nvGrpSpPr>
                <p:grpSpPr>
                  <a:xfrm>
                    <a:off x="3819600" y="4667400"/>
                    <a:ext cx="147600" cy="511560"/>
                    <a:chOff x="3819600" y="4667400"/>
                    <a:chExt cx="147600" cy="511560"/>
                  </a:xfrm>
                </p:grpSpPr>
                <p:sp>
                  <p:nvSpPr>
                    <p:cNvPr id="538" name=""/>
                    <p:cNvSpPr/>
                    <p:nvPr/>
                  </p:nvSpPr>
                  <p:spPr>
                    <a:xfrm>
                      <a:off x="381960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39" name=""/>
                    <p:cNvSpPr/>
                    <p:nvPr/>
                  </p:nvSpPr>
                  <p:spPr>
                    <a:xfrm>
                      <a:off x="3919680" y="4816080"/>
                      <a:ext cx="45720" cy="34848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40" name=""/>
                    <p:cNvSpPr/>
                    <p:nvPr/>
                  </p:nvSpPr>
                  <p:spPr>
                    <a:xfrm>
                      <a:off x="383220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41" name=""/>
                  <p:cNvGrpSpPr/>
                  <p:nvPr/>
                </p:nvGrpSpPr>
                <p:grpSpPr>
                  <a:xfrm>
                    <a:off x="3975120" y="4667400"/>
                    <a:ext cx="147600" cy="511560"/>
                    <a:chOff x="3975120" y="4667400"/>
                    <a:chExt cx="147600" cy="511560"/>
                  </a:xfrm>
                </p:grpSpPr>
                <p:sp>
                  <p:nvSpPr>
                    <p:cNvPr id="542" name=""/>
                    <p:cNvSpPr/>
                    <p:nvPr/>
                  </p:nvSpPr>
                  <p:spPr>
                    <a:xfrm>
                      <a:off x="397512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43" name=""/>
                    <p:cNvSpPr/>
                    <p:nvPr/>
                  </p:nvSpPr>
                  <p:spPr>
                    <a:xfrm>
                      <a:off x="4075200" y="4816080"/>
                      <a:ext cx="46080" cy="3484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44" name=""/>
                    <p:cNvSpPr/>
                    <p:nvPr/>
                  </p:nvSpPr>
                  <p:spPr>
                    <a:xfrm>
                      <a:off x="398628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45" name=""/>
                  <p:cNvGrpSpPr/>
                  <p:nvPr/>
                </p:nvGrpSpPr>
                <p:grpSpPr>
                  <a:xfrm>
                    <a:off x="4130640" y="4667400"/>
                    <a:ext cx="147600" cy="511560"/>
                    <a:chOff x="4130640" y="4667400"/>
                    <a:chExt cx="147600" cy="511560"/>
                  </a:xfrm>
                </p:grpSpPr>
                <p:sp>
                  <p:nvSpPr>
                    <p:cNvPr id="546" name=""/>
                    <p:cNvSpPr/>
                    <p:nvPr/>
                  </p:nvSpPr>
                  <p:spPr>
                    <a:xfrm>
                      <a:off x="413064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47" name=""/>
                    <p:cNvSpPr/>
                    <p:nvPr/>
                  </p:nvSpPr>
                  <p:spPr>
                    <a:xfrm>
                      <a:off x="4229280" y="4816080"/>
                      <a:ext cx="47520" cy="34848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48" name=""/>
                    <p:cNvSpPr/>
                    <p:nvPr/>
                  </p:nvSpPr>
                  <p:spPr>
                    <a:xfrm>
                      <a:off x="414180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49" name=""/>
                  <p:cNvGrpSpPr/>
                  <p:nvPr/>
                </p:nvGrpSpPr>
                <p:grpSpPr>
                  <a:xfrm>
                    <a:off x="4284720" y="4667400"/>
                    <a:ext cx="147600" cy="511560"/>
                    <a:chOff x="4284720" y="4667400"/>
                    <a:chExt cx="147600" cy="511560"/>
                  </a:xfrm>
                </p:grpSpPr>
                <p:sp>
                  <p:nvSpPr>
                    <p:cNvPr id="550" name=""/>
                    <p:cNvSpPr/>
                    <p:nvPr/>
                  </p:nvSpPr>
                  <p:spPr>
                    <a:xfrm>
                      <a:off x="428472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51" name=""/>
                    <p:cNvSpPr/>
                    <p:nvPr/>
                  </p:nvSpPr>
                  <p:spPr>
                    <a:xfrm>
                      <a:off x="4384800" y="4816080"/>
                      <a:ext cx="46080" cy="3484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52" name=""/>
                    <p:cNvSpPr/>
                    <p:nvPr/>
                  </p:nvSpPr>
                  <p:spPr>
                    <a:xfrm>
                      <a:off x="429732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53" name=""/>
                  <p:cNvGrpSpPr/>
                  <p:nvPr/>
                </p:nvGrpSpPr>
                <p:grpSpPr>
                  <a:xfrm>
                    <a:off x="4440240" y="4667400"/>
                    <a:ext cx="147600" cy="511560"/>
                    <a:chOff x="4440240" y="4667400"/>
                    <a:chExt cx="147600" cy="511560"/>
                  </a:xfrm>
                </p:grpSpPr>
                <p:sp>
                  <p:nvSpPr>
                    <p:cNvPr id="554" name=""/>
                    <p:cNvSpPr/>
                    <p:nvPr/>
                  </p:nvSpPr>
                  <p:spPr>
                    <a:xfrm>
                      <a:off x="4440240" y="4667400"/>
                      <a:ext cx="147600" cy="14544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55" name=""/>
                    <p:cNvSpPr/>
                    <p:nvPr/>
                  </p:nvSpPr>
                  <p:spPr>
                    <a:xfrm>
                      <a:off x="4540320" y="4816080"/>
                      <a:ext cx="46080" cy="3484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8480"/>
                        <a:gd name="textAreaBottom" fmla="*/ 348840 h 3484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56" name=""/>
                    <p:cNvSpPr/>
                    <p:nvPr/>
                  </p:nvSpPr>
                  <p:spPr>
                    <a:xfrm>
                      <a:off x="4452840" y="4831920"/>
                      <a:ext cx="38160" cy="34704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040"/>
                        <a:gd name="textAreaBottom" fmla="*/ 347040 h 34704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557" name=""/>
                <p:cNvGrpSpPr/>
                <p:nvPr/>
              </p:nvGrpSpPr>
              <p:grpSpPr>
                <a:xfrm>
                  <a:off x="3819600" y="5210640"/>
                  <a:ext cx="768240" cy="511560"/>
                  <a:chOff x="3819600" y="5210640"/>
                  <a:chExt cx="768240" cy="511560"/>
                </a:xfrm>
              </p:grpSpPr>
              <p:grpSp>
                <p:nvGrpSpPr>
                  <p:cNvPr id="558" name=""/>
                  <p:cNvGrpSpPr/>
                  <p:nvPr/>
                </p:nvGrpSpPr>
                <p:grpSpPr>
                  <a:xfrm>
                    <a:off x="3819600" y="5210640"/>
                    <a:ext cx="147600" cy="511560"/>
                    <a:chOff x="3819600" y="5210640"/>
                    <a:chExt cx="147600" cy="511560"/>
                  </a:xfrm>
                </p:grpSpPr>
                <p:sp>
                  <p:nvSpPr>
                    <p:cNvPr id="559" name=""/>
                    <p:cNvSpPr/>
                    <p:nvPr/>
                  </p:nvSpPr>
                  <p:spPr>
                    <a:xfrm flipV="1">
                      <a:off x="381960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60" name=""/>
                    <p:cNvSpPr/>
                    <p:nvPr/>
                  </p:nvSpPr>
                  <p:spPr>
                    <a:xfrm flipV="1">
                      <a:off x="3919680" y="5221800"/>
                      <a:ext cx="45720" cy="35136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61" name=""/>
                    <p:cNvSpPr/>
                    <p:nvPr/>
                  </p:nvSpPr>
                  <p:spPr>
                    <a:xfrm flipV="1">
                      <a:off x="383220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62" name=""/>
                  <p:cNvGrpSpPr/>
                  <p:nvPr/>
                </p:nvGrpSpPr>
                <p:grpSpPr>
                  <a:xfrm>
                    <a:off x="3975120" y="5210640"/>
                    <a:ext cx="147600" cy="511560"/>
                    <a:chOff x="3975120" y="5210640"/>
                    <a:chExt cx="147600" cy="511560"/>
                  </a:xfrm>
                </p:grpSpPr>
                <p:sp>
                  <p:nvSpPr>
                    <p:cNvPr id="563" name=""/>
                    <p:cNvSpPr/>
                    <p:nvPr/>
                  </p:nvSpPr>
                  <p:spPr>
                    <a:xfrm flipV="1">
                      <a:off x="397512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64" name=""/>
                    <p:cNvSpPr/>
                    <p:nvPr/>
                  </p:nvSpPr>
                  <p:spPr>
                    <a:xfrm flipV="1">
                      <a:off x="4075200" y="5221800"/>
                      <a:ext cx="46080" cy="3513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65" name=""/>
                    <p:cNvSpPr/>
                    <p:nvPr/>
                  </p:nvSpPr>
                  <p:spPr>
                    <a:xfrm flipV="1">
                      <a:off x="398628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66" name=""/>
                  <p:cNvGrpSpPr/>
                  <p:nvPr/>
                </p:nvGrpSpPr>
                <p:grpSpPr>
                  <a:xfrm>
                    <a:off x="4130640" y="5210640"/>
                    <a:ext cx="147600" cy="511560"/>
                    <a:chOff x="4130640" y="5210640"/>
                    <a:chExt cx="147600" cy="511560"/>
                  </a:xfrm>
                </p:grpSpPr>
                <p:sp>
                  <p:nvSpPr>
                    <p:cNvPr id="567" name=""/>
                    <p:cNvSpPr/>
                    <p:nvPr/>
                  </p:nvSpPr>
                  <p:spPr>
                    <a:xfrm flipV="1">
                      <a:off x="413064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68" name=""/>
                    <p:cNvSpPr/>
                    <p:nvPr/>
                  </p:nvSpPr>
                  <p:spPr>
                    <a:xfrm flipV="1">
                      <a:off x="4229280" y="5221800"/>
                      <a:ext cx="47520" cy="35136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69" name=""/>
                    <p:cNvSpPr/>
                    <p:nvPr/>
                  </p:nvSpPr>
                  <p:spPr>
                    <a:xfrm flipV="1">
                      <a:off x="414180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70" name=""/>
                  <p:cNvGrpSpPr/>
                  <p:nvPr/>
                </p:nvGrpSpPr>
                <p:grpSpPr>
                  <a:xfrm>
                    <a:off x="4284720" y="5210640"/>
                    <a:ext cx="147600" cy="511560"/>
                    <a:chOff x="4284720" y="5210640"/>
                    <a:chExt cx="147600" cy="511560"/>
                  </a:xfrm>
                </p:grpSpPr>
                <p:sp>
                  <p:nvSpPr>
                    <p:cNvPr id="571" name=""/>
                    <p:cNvSpPr/>
                    <p:nvPr/>
                  </p:nvSpPr>
                  <p:spPr>
                    <a:xfrm flipV="1">
                      <a:off x="428472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72" name=""/>
                    <p:cNvSpPr/>
                    <p:nvPr/>
                  </p:nvSpPr>
                  <p:spPr>
                    <a:xfrm flipV="1">
                      <a:off x="4384800" y="5221800"/>
                      <a:ext cx="46080" cy="3513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73" name=""/>
                    <p:cNvSpPr/>
                    <p:nvPr/>
                  </p:nvSpPr>
                  <p:spPr>
                    <a:xfrm flipV="1">
                      <a:off x="429732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74" name=""/>
                  <p:cNvGrpSpPr/>
                  <p:nvPr/>
                </p:nvGrpSpPr>
                <p:grpSpPr>
                  <a:xfrm>
                    <a:off x="4440240" y="5210640"/>
                    <a:ext cx="147600" cy="511560"/>
                    <a:chOff x="4440240" y="5210640"/>
                    <a:chExt cx="147600" cy="511560"/>
                  </a:xfrm>
                </p:grpSpPr>
                <p:sp>
                  <p:nvSpPr>
                    <p:cNvPr id="575" name=""/>
                    <p:cNvSpPr/>
                    <p:nvPr/>
                  </p:nvSpPr>
                  <p:spPr>
                    <a:xfrm flipV="1">
                      <a:off x="4440240" y="557460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76" name=""/>
                    <p:cNvSpPr/>
                    <p:nvPr/>
                  </p:nvSpPr>
                  <p:spPr>
                    <a:xfrm flipV="1">
                      <a:off x="4540320" y="5221800"/>
                      <a:ext cx="46080" cy="35136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51360"/>
                        <a:gd name="textAreaBottom" fmla="*/ 351360 h 3513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77" name=""/>
                    <p:cNvSpPr/>
                    <p:nvPr/>
                  </p:nvSpPr>
                  <p:spPr>
                    <a:xfrm flipV="1">
                      <a:off x="4452840" y="5210640"/>
                      <a:ext cx="38160" cy="3513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51360"/>
                        <a:gd name="textAreaBottom" fmla="*/ 352080 h 3513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578" name=""/>
            <p:cNvGrpSpPr/>
            <p:nvPr/>
          </p:nvGrpSpPr>
          <p:grpSpPr>
            <a:xfrm>
              <a:off x="4608360" y="4664160"/>
              <a:ext cx="1554480" cy="1054800"/>
              <a:chOff x="4608360" y="4664160"/>
              <a:chExt cx="1554480" cy="1054800"/>
            </a:xfrm>
          </p:grpSpPr>
          <p:grpSp>
            <p:nvGrpSpPr>
              <p:cNvPr id="579" name=""/>
              <p:cNvGrpSpPr/>
              <p:nvPr/>
            </p:nvGrpSpPr>
            <p:grpSpPr>
              <a:xfrm>
                <a:off x="4608360" y="4664160"/>
                <a:ext cx="768600" cy="1054800"/>
                <a:chOff x="4608360" y="4664160"/>
                <a:chExt cx="768600" cy="1054800"/>
              </a:xfrm>
            </p:grpSpPr>
            <p:grpSp>
              <p:nvGrpSpPr>
                <p:cNvPr id="580" name=""/>
                <p:cNvGrpSpPr/>
                <p:nvPr/>
              </p:nvGrpSpPr>
              <p:grpSpPr>
                <a:xfrm>
                  <a:off x="4608360" y="4664160"/>
                  <a:ext cx="768600" cy="512640"/>
                  <a:chOff x="4608360" y="4664160"/>
                  <a:chExt cx="768600" cy="512640"/>
                </a:xfrm>
              </p:grpSpPr>
              <p:grpSp>
                <p:nvGrpSpPr>
                  <p:cNvPr id="581" name=""/>
                  <p:cNvGrpSpPr/>
                  <p:nvPr/>
                </p:nvGrpSpPr>
                <p:grpSpPr>
                  <a:xfrm>
                    <a:off x="4608360" y="4664160"/>
                    <a:ext cx="147960" cy="512640"/>
                    <a:chOff x="4608360" y="4664160"/>
                    <a:chExt cx="147960" cy="512640"/>
                  </a:xfrm>
                </p:grpSpPr>
                <p:sp>
                  <p:nvSpPr>
                    <p:cNvPr id="582" name=""/>
                    <p:cNvSpPr/>
                    <p:nvPr/>
                  </p:nvSpPr>
                  <p:spPr>
                    <a:xfrm>
                      <a:off x="4608360" y="466416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83" name=""/>
                    <p:cNvSpPr/>
                    <p:nvPr/>
                  </p:nvSpPr>
                  <p:spPr>
                    <a:xfrm>
                      <a:off x="470844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84" name=""/>
                    <p:cNvSpPr/>
                    <p:nvPr/>
                  </p:nvSpPr>
                  <p:spPr>
                    <a:xfrm>
                      <a:off x="462132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85" name=""/>
                  <p:cNvGrpSpPr/>
                  <p:nvPr/>
                </p:nvGrpSpPr>
                <p:grpSpPr>
                  <a:xfrm>
                    <a:off x="4764240" y="4664160"/>
                    <a:ext cx="147600" cy="512640"/>
                    <a:chOff x="4764240" y="4664160"/>
                    <a:chExt cx="147600" cy="512640"/>
                  </a:xfrm>
                </p:grpSpPr>
                <p:sp>
                  <p:nvSpPr>
                    <p:cNvPr id="586" name=""/>
                    <p:cNvSpPr/>
                    <p:nvPr/>
                  </p:nvSpPr>
                  <p:spPr>
                    <a:xfrm>
                      <a:off x="476424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87" name=""/>
                    <p:cNvSpPr/>
                    <p:nvPr/>
                  </p:nvSpPr>
                  <p:spPr>
                    <a:xfrm>
                      <a:off x="486252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88" name=""/>
                    <p:cNvSpPr/>
                    <p:nvPr/>
                  </p:nvSpPr>
                  <p:spPr>
                    <a:xfrm>
                      <a:off x="477504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89" name=""/>
                  <p:cNvGrpSpPr/>
                  <p:nvPr/>
                </p:nvGrpSpPr>
                <p:grpSpPr>
                  <a:xfrm>
                    <a:off x="4917960" y="4664160"/>
                    <a:ext cx="147600" cy="512640"/>
                    <a:chOff x="4917960" y="4664160"/>
                    <a:chExt cx="147600" cy="512640"/>
                  </a:xfrm>
                </p:grpSpPr>
                <p:sp>
                  <p:nvSpPr>
                    <p:cNvPr id="590" name=""/>
                    <p:cNvSpPr/>
                    <p:nvPr/>
                  </p:nvSpPr>
                  <p:spPr>
                    <a:xfrm>
                      <a:off x="491796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1" name=""/>
                    <p:cNvSpPr/>
                    <p:nvPr/>
                  </p:nvSpPr>
                  <p:spPr>
                    <a:xfrm>
                      <a:off x="5018040" y="481176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2" name=""/>
                    <p:cNvSpPr/>
                    <p:nvPr/>
                  </p:nvSpPr>
                  <p:spPr>
                    <a:xfrm>
                      <a:off x="4930920" y="4827600"/>
                      <a:ext cx="39600" cy="349200"/>
                    </a:xfrm>
                    <a:custGeom>
                      <a:avLst/>
                      <a:gdLst>
                        <a:gd name="textAreaLeft" fmla="*/ 0 w 39600"/>
                        <a:gd name="textAreaRight" fmla="*/ 39960 w 396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93" name=""/>
                  <p:cNvGrpSpPr/>
                  <p:nvPr/>
                </p:nvGrpSpPr>
                <p:grpSpPr>
                  <a:xfrm>
                    <a:off x="5073480" y="4664160"/>
                    <a:ext cx="147960" cy="512640"/>
                    <a:chOff x="5073480" y="4664160"/>
                    <a:chExt cx="147960" cy="512640"/>
                  </a:xfrm>
                </p:grpSpPr>
                <p:sp>
                  <p:nvSpPr>
                    <p:cNvPr id="594" name=""/>
                    <p:cNvSpPr/>
                    <p:nvPr/>
                  </p:nvSpPr>
                  <p:spPr>
                    <a:xfrm>
                      <a:off x="5073480" y="466416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5" name=""/>
                    <p:cNvSpPr/>
                    <p:nvPr/>
                  </p:nvSpPr>
                  <p:spPr>
                    <a:xfrm>
                      <a:off x="517356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6" name=""/>
                    <p:cNvSpPr/>
                    <p:nvPr/>
                  </p:nvSpPr>
                  <p:spPr>
                    <a:xfrm>
                      <a:off x="508644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597" name=""/>
                  <p:cNvGrpSpPr/>
                  <p:nvPr/>
                </p:nvGrpSpPr>
                <p:grpSpPr>
                  <a:xfrm>
                    <a:off x="5229360" y="4664160"/>
                    <a:ext cx="147600" cy="512640"/>
                    <a:chOff x="5229360" y="4664160"/>
                    <a:chExt cx="147600" cy="512640"/>
                  </a:xfrm>
                </p:grpSpPr>
                <p:sp>
                  <p:nvSpPr>
                    <p:cNvPr id="598" name=""/>
                    <p:cNvSpPr/>
                    <p:nvPr/>
                  </p:nvSpPr>
                  <p:spPr>
                    <a:xfrm>
                      <a:off x="522936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9" name=""/>
                    <p:cNvSpPr/>
                    <p:nvPr/>
                  </p:nvSpPr>
                  <p:spPr>
                    <a:xfrm>
                      <a:off x="532908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00" name=""/>
                    <p:cNvSpPr/>
                    <p:nvPr/>
                  </p:nvSpPr>
                  <p:spPr>
                    <a:xfrm>
                      <a:off x="524196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01" name=""/>
                <p:cNvGrpSpPr/>
                <p:nvPr/>
              </p:nvGrpSpPr>
              <p:grpSpPr>
                <a:xfrm>
                  <a:off x="4608360" y="5207040"/>
                  <a:ext cx="768600" cy="511920"/>
                  <a:chOff x="4608360" y="5207040"/>
                  <a:chExt cx="768600" cy="511920"/>
                </a:xfrm>
              </p:grpSpPr>
              <p:grpSp>
                <p:nvGrpSpPr>
                  <p:cNvPr id="602" name=""/>
                  <p:cNvGrpSpPr/>
                  <p:nvPr/>
                </p:nvGrpSpPr>
                <p:grpSpPr>
                  <a:xfrm>
                    <a:off x="4608360" y="5207040"/>
                    <a:ext cx="147960" cy="511920"/>
                    <a:chOff x="4608360" y="5207040"/>
                    <a:chExt cx="147960" cy="511920"/>
                  </a:xfrm>
                </p:grpSpPr>
                <p:sp>
                  <p:nvSpPr>
                    <p:cNvPr id="603" name=""/>
                    <p:cNvSpPr/>
                    <p:nvPr/>
                  </p:nvSpPr>
                  <p:spPr>
                    <a:xfrm flipV="1">
                      <a:off x="4608360" y="5572080"/>
                      <a:ext cx="14796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04" name=""/>
                    <p:cNvSpPr/>
                    <p:nvPr/>
                  </p:nvSpPr>
                  <p:spPr>
                    <a:xfrm flipV="1">
                      <a:off x="470844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05" name=""/>
                    <p:cNvSpPr/>
                    <p:nvPr/>
                  </p:nvSpPr>
                  <p:spPr>
                    <a:xfrm flipV="1">
                      <a:off x="462132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06" name=""/>
                  <p:cNvGrpSpPr/>
                  <p:nvPr/>
                </p:nvGrpSpPr>
                <p:grpSpPr>
                  <a:xfrm>
                    <a:off x="4764240" y="5207040"/>
                    <a:ext cx="147600" cy="511920"/>
                    <a:chOff x="4764240" y="5207040"/>
                    <a:chExt cx="147600" cy="511920"/>
                  </a:xfrm>
                </p:grpSpPr>
                <p:sp>
                  <p:nvSpPr>
                    <p:cNvPr id="607" name=""/>
                    <p:cNvSpPr/>
                    <p:nvPr/>
                  </p:nvSpPr>
                  <p:spPr>
                    <a:xfrm flipV="1">
                      <a:off x="476424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08" name=""/>
                    <p:cNvSpPr/>
                    <p:nvPr/>
                  </p:nvSpPr>
                  <p:spPr>
                    <a:xfrm flipV="1">
                      <a:off x="486252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09" name=""/>
                    <p:cNvSpPr/>
                    <p:nvPr/>
                  </p:nvSpPr>
                  <p:spPr>
                    <a:xfrm flipV="1">
                      <a:off x="477504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10" name=""/>
                  <p:cNvGrpSpPr/>
                  <p:nvPr/>
                </p:nvGrpSpPr>
                <p:grpSpPr>
                  <a:xfrm>
                    <a:off x="4917960" y="5207040"/>
                    <a:ext cx="147600" cy="511920"/>
                    <a:chOff x="4917960" y="5207040"/>
                    <a:chExt cx="147600" cy="511920"/>
                  </a:xfrm>
                </p:grpSpPr>
                <p:sp>
                  <p:nvSpPr>
                    <p:cNvPr id="611" name=""/>
                    <p:cNvSpPr/>
                    <p:nvPr/>
                  </p:nvSpPr>
                  <p:spPr>
                    <a:xfrm flipV="1">
                      <a:off x="491796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12" name=""/>
                    <p:cNvSpPr/>
                    <p:nvPr/>
                  </p:nvSpPr>
                  <p:spPr>
                    <a:xfrm flipV="1">
                      <a:off x="5018040" y="5221440"/>
                      <a:ext cx="47520" cy="34992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13" name=""/>
                    <p:cNvSpPr/>
                    <p:nvPr/>
                  </p:nvSpPr>
                  <p:spPr>
                    <a:xfrm flipV="1">
                      <a:off x="4930920" y="5207040"/>
                      <a:ext cx="39600" cy="349920"/>
                    </a:xfrm>
                    <a:custGeom>
                      <a:avLst/>
                      <a:gdLst>
                        <a:gd name="textAreaLeft" fmla="*/ 0 w 39600"/>
                        <a:gd name="textAreaRight" fmla="*/ 39960 w 3960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14" name=""/>
                  <p:cNvGrpSpPr/>
                  <p:nvPr/>
                </p:nvGrpSpPr>
                <p:grpSpPr>
                  <a:xfrm>
                    <a:off x="5073480" y="5207040"/>
                    <a:ext cx="147960" cy="511920"/>
                    <a:chOff x="5073480" y="5207040"/>
                    <a:chExt cx="147960" cy="511920"/>
                  </a:xfrm>
                </p:grpSpPr>
                <p:sp>
                  <p:nvSpPr>
                    <p:cNvPr id="615" name=""/>
                    <p:cNvSpPr/>
                    <p:nvPr/>
                  </p:nvSpPr>
                  <p:spPr>
                    <a:xfrm flipV="1">
                      <a:off x="5073480" y="5572080"/>
                      <a:ext cx="14796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16" name=""/>
                    <p:cNvSpPr/>
                    <p:nvPr/>
                  </p:nvSpPr>
                  <p:spPr>
                    <a:xfrm flipV="1">
                      <a:off x="517356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17" name=""/>
                    <p:cNvSpPr/>
                    <p:nvPr/>
                  </p:nvSpPr>
                  <p:spPr>
                    <a:xfrm flipV="1">
                      <a:off x="508644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18" name=""/>
                  <p:cNvGrpSpPr/>
                  <p:nvPr/>
                </p:nvGrpSpPr>
                <p:grpSpPr>
                  <a:xfrm>
                    <a:off x="5229360" y="5207040"/>
                    <a:ext cx="147600" cy="511920"/>
                    <a:chOff x="5229360" y="5207040"/>
                    <a:chExt cx="147600" cy="511920"/>
                  </a:xfrm>
                </p:grpSpPr>
                <p:sp>
                  <p:nvSpPr>
                    <p:cNvPr id="619" name=""/>
                    <p:cNvSpPr/>
                    <p:nvPr/>
                  </p:nvSpPr>
                  <p:spPr>
                    <a:xfrm flipV="1">
                      <a:off x="522936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20" name=""/>
                    <p:cNvSpPr/>
                    <p:nvPr/>
                  </p:nvSpPr>
                  <p:spPr>
                    <a:xfrm flipV="1">
                      <a:off x="532908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21" name=""/>
                    <p:cNvSpPr/>
                    <p:nvPr/>
                  </p:nvSpPr>
                  <p:spPr>
                    <a:xfrm flipV="1">
                      <a:off x="524196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622" name=""/>
              <p:cNvGrpSpPr/>
              <p:nvPr/>
            </p:nvGrpSpPr>
            <p:grpSpPr>
              <a:xfrm>
                <a:off x="5394240" y="4664160"/>
                <a:ext cx="768600" cy="1054800"/>
                <a:chOff x="5394240" y="4664160"/>
                <a:chExt cx="768600" cy="1054800"/>
              </a:xfrm>
            </p:grpSpPr>
            <p:grpSp>
              <p:nvGrpSpPr>
                <p:cNvPr id="623" name=""/>
                <p:cNvGrpSpPr/>
                <p:nvPr/>
              </p:nvGrpSpPr>
              <p:grpSpPr>
                <a:xfrm>
                  <a:off x="5394240" y="4664160"/>
                  <a:ext cx="768600" cy="512640"/>
                  <a:chOff x="5394240" y="4664160"/>
                  <a:chExt cx="768600" cy="512640"/>
                </a:xfrm>
              </p:grpSpPr>
              <p:grpSp>
                <p:nvGrpSpPr>
                  <p:cNvPr id="624" name=""/>
                  <p:cNvGrpSpPr/>
                  <p:nvPr/>
                </p:nvGrpSpPr>
                <p:grpSpPr>
                  <a:xfrm>
                    <a:off x="5394240" y="4664160"/>
                    <a:ext cx="147600" cy="512640"/>
                    <a:chOff x="5394240" y="4664160"/>
                    <a:chExt cx="147600" cy="512640"/>
                  </a:xfrm>
                </p:grpSpPr>
                <p:sp>
                  <p:nvSpPr>
                    <p:cNvPr id="625" name=""/>
                    <p:cNvSpPr/>
                    <p:nvPr/>
                  </p:nvSpPr>
                  <p:spPr>
                    <a:xfrm>
                      <a:off x="539424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26" name=""/>
                    <p:cNvSpPr/>
                    <p:nvPr/>
                  </p:nvSpPr>
                  <p:spPr>
                    <a:xfrm>
                      <a:off x="549432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27" name=""/>
                    <p:cNvSpPr/>
                    <p:nvPr/>
                  </p:nvSpPr>
                  <p:spPr>
                    <a:xfrm>
                      <a:off x="5407200" y="4827600"/>
                      <a:ext cx="37800" cy="3492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28" name=""/>
                  <p:cNvGrpSpPr/>
                  <p:nvPr/>
                </p:nvGrpSpPr>
                <p:grpSpPr>
                  <a:xfrm>
                    <a:off x="5548320" y="4664160"/>
                    <a:ext cx="147600" cy="512640"/>
                    <a:chOff x="5548320" y="4664160"/>
                    <a:chExt cx="147600" cy="512640"/>
                  </a:xfrm>
                </p:grpSpPr>
                <p:sp>
                  <p:nvSpPr>
                    <p:cNvPr id="629" name=""/>
                    <p:cNvSpPr/>
                    <p:nvPr/>
                  </p:nvSpPr>
                  <p:spPr>
                    <a:xfrm>
                      <a:off x="554832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30" name=""/>
                    <p:cNvSpPr/>
                    <p:nvPr/>
                  </p:nvSpPr>
                  <p:spPr>
                    <a:xfrm>
                      <a:off x="564984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31" name=""/>
                    <p:cNvSpPr/>
                    <p:nvPr/>
                  </p:nvSpPr>
                  <p:spPr>
                    <a:xfrm>
                      <a:off x="555948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32" name=""/>
                  <p:cNvGrpSpPr/>
                  <p:nvPr/>
                </p:nvGrpSpPr>
                <p:grpSpPr>
                  <a:xfrm>
                    <a:off x="5703840" y="4664160"/>
                    <a:ext cx="147600" cy="512640"/>
                    <a:chOff x="5703840" y="4664160"/>
                    <a:chExt cx="147600" cy="512640"/>
                  </a:xfrm>
                </p:grpSpPr>
                <p:sp>
                  <p:nvSpPr>
                    <p:cNvPr id="633" name=""/>
                    <p:cNvSpPr/>
                    <p:nvPr/>
                  </p:nvSpPr>
                  <p:spPr>
                    <a:xfrm>
                      <a:off x="5703840" y="466416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34" name=""/>
                    <p:cNvSpPr/>
                    <p:nvPr/>
                  </p:nvSpPr>
                  <p:spPr>
                    <a:xfrm>
                      <a:off x="5803920" y="481176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35" name=""/>
                    <p:cNvSpPr/>
                    <p:nvPr/>
                  </p:nvSpPr>
                  <p:spPr>
                    <a:xfrm>
                      <a:off x="5715000" y="4827600"/>
                      <a:ext cx="39600" cy="349200"/>
                    </a:xfrm>
                    <a:custGeom>
                      <a:avLst/>
                      <a:gdLst>
                        <a:gd name="textAreaLeft" fmla="*/ 0 w 39600"/>
                        <a:gd name="textAreaRight" fmla="*/ 39960 w 396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36" name=""/>
                  <p:cNvGrpSpPr/>
                  <p:nvPr/>
                </p:nvGrpSpPr>
                <p:grpSpPr>
                  <a:xfrm>
                    <a:off x="5859360" y="4664160"/>
                    <a:ext cx="147600" cy="512640"/>
                    <a:chOff x="5859360" y="4664160"/>
                    <a:chExt cx="147600" cy="512640"/>
                  </a:xfrm>
                </p:grpSpPr>
                <p:sp>
                  <p:nvSpPr>
                    <p:cNvPr id="637" name=""/>
                    <p:cNvSpPr/>
                    <p:nvPr/>
                  </p:nvSpPr>
                  <p:spPr>
                    <a:xfrm>
                      <a:off x="585936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38" name=""/>
                    <p:cNvSpPr/>
                    <p:nvPr/>
                  </p:nvSpPr>
                  <p:spPr>
                    <a:xfrm>
                      <a:off x="595944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39" name=""/>
                    <p:cNvSpPr/>
                    <p:nvPr/>
                  </p:nvSpPr>
                  <p:spPr>
                    <a:xfrm>
                      <a:off x="5872320" y="4827600"/>
                      <a:ext cx="37800" cy="3492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40" name=""/>
                  <p:cNvGrpSpPr/>
                  <p:nvPr/>
                </p:nvGrpSpPr>
                <p:grpSpPr>
                  <a:xfrm>
                    <a:off x="6014880" y="4664160"/>
                    <a:ext cx="147960" cy="512640"/>
                    <a:chOff x="6014880" y="4664160"/>
                    <a:chExt cx="147960" cy="512640"/>
                  </a:xfrm>
                </p:grpSpPr>
                <p:sp>
                  <p:nvSpPr>
                    <p:cNvPr id="641" name=""/>
                    <p:cNvSpPr/>
                    <p:nvPr/>
                  </p:nvSpPr>
                  <p:spPr>
                    <a:xfrm>
                      <a:off x="6014880" y="466416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42" name=""/>
                    <p:cNvSpPr/>
                    <p:nvPr/>
                  </p:nvSpPr>
                  <p:spPr>
                    <a:xfrm>
                      <a:off x="611496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43" name=""/>
                    <p:cNvSpPr/>
                    <p:nvPr/>
                  </p:nvSpPr>
                  <p:spPr>
                    <a:xfrm>
                      <a:off x="602784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44" name=""/>
                <p:cNvGrpSpPr/>
                <p:nvPr/>
              </p:nvGrpSpPr>
              <p:grpSpPr>
                <a:xfrm>
                  <a:off x="5394240" y="5207040"/>
                  <a:ext cx="768600" cy="511920"/>
                  <a:chOff x="5394240" y="5207040"/>
                  <a:chExt cx="768600" cy="511920"/>
                </a:xfrm>
              </p:grpSpPr>
              <p:grpSp>
                <p:nvGrpSpPr>
                  <p:cNvPr id="645" name=""/>
                  <p:cNvGrpSpPr/>
                  <p:nvPr/>
                </p:nvGrpSpPr>
                <p:grpSpPr>
                  <a:xfrm>
                    <a:off x="5394240" y="5207040"/>
                    <a:ext cx="147600" cy="511920"/>
                    <a:chOff x="5394240" y="5207040"/>
                    <a:chExt cx="147600" cy="511920"/>
                  </a:xfrm>
                </p:grpSpPr>
                <p:sp>
                  <p:nvSpPr>
                    <p:cNvPr id="646" name=""/>
                    <p:cNvSpPr/>
                    <p:nvPr/>
                  </p:nvSpPr>
                  <p:spPr>
                    <a:xfrm flipV="1">
                      <a:off x="539424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47" name=""/>
                    <p:cNvSpPr/>
                    <p:nvPr/>
                  </p:nvSpPr>
                  <p:spPr>
                    <a:xfrm flipV="1">
                      <a:off x="549432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48" name=""/>
                    <p:cNvSpPr/>
                    <p:nvPr/>
                  </p:nvSpPr>
                  <p:spPr>
                    <a:xfrm flipV="1">
                      <a:off x="5407200" y="5207040"/>
                      <a:ext cx="37800" cy="3499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49" name=""/>
                  <p:cNvGrpSpPr/>
                  <p:nvPr/>
                </p:nvGrpSpPr>
                <p:grpSpPr>
                  <a:xfrm>
                    <a:off x="5548320" y="5207040"/>
                    <a:ext cx="147600" cy="511920"/>
                    <a:chOff x="5548320" y="5207040"/>
                    <a:chExt cx="147600" cy="511920"/>
                  </a:xfrm>
                </p:grpSpPr>
                <p:sp>
                  <p:nvSpPr>
                    <p:cNvPr id="650" name=""/>
                    <p:cNvSpPr/>
                    <p:nvPr/>
                  </p:nvSpPr>
                  <p:spPr>
                    <a:xfrm flipV="1">
                      <a:off x="554832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1" name=""/>
                    <p:cNvSpPr/>
                    <p:nvPr/>
                  </p:nvSpPr>
                  <p:spPr>
                    <a:xfrm flipV="1">
                      <a:off x="564984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2" name=""/>
                    <p:cNvSpPr/>
                    <p:nvPr/>
                  </p:nvSpPr>
                  <p:spPr>
                    <a:xfrm flipV="1">
                      <a:off x="555948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53" name=""/>
                  <p:cNvGrpSpPr/>
                  <p:nvPr/>
                </p:nvGrpSpPr>
                <p:grpSpPr>
                  <a:xfrm>
                    <a:off x="5703840" y="5207040"/>
                    <a:ext cx="147600" cy="511920"/>
                    <a:chOff x="5703840" y="5207040"/>
                    <a:chExt cx="147600" cy="511920"/>
                  </a:xfrm>
                </p:grpSpPr>
                <p:sp>
                  <p:nvSpPr>
                    <p:cNvPr id="654" name=""/>
                    <p:cNvSpPr/>
                    <p:nvPr/>
                  </p:nvSpPr>
                  <p:spPr>
                    <a:xfrm flipV="1">
                      <a:off x="5703840" y="5572080"/>
                      <a:ext cx="14616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5" name=""/>
                    <p:cNvSpPr/>
                    <p:nvPr/>
                  </p:nvSpPr>
                  <p:spPr>
                    <a:xfrm flipV="1">
                      <a:off x="5803920" y="5221440"/>
                      <a:ext cx="47520" cy="34992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6" name=""/>
                    <p:cNvSpPr/>
                    <p:nvPr/>
                  </p:nvSpPr>
                  <p:spPr>
                    <a:xfrm flipV="1">
                      <a:off x="5715000" y="5207040"/>
                      <a:ext cx="39600" cy="349920"/>
                    </a:xfrm>
                    <a:custGeom>
                      <a:avLst/>
                      <a:gdLst>
                        <a:gd name="textAreaLeft" fmla="*/ 0 w 39600"/>
                        <a:gd name="textAreaRight" fmla="*/ 39960 w 3960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57" name=""/>
                  <p:cNvGrpSpPr/>
                  <p:nvPr/>
                </p:nvGrpSpPr>
                <p:grpSpPr>
                  <a:xfrm>
                    <a:off x="5859360" y="5207040"/>
                    <a:ext cx="147600" cy="511920"/>
                    <a:chOff x="5859360" y="5207040"/>
                    <a:chExt cx="147600" cy="511920"/>
                  </a:xfrm>
                </p:grpSpPr>
                <p:sp>
                  <p:nvSpPr>
                    <p:cNvPr id="658" name=""/>
                    <p:cNvSpPr/>
                    <p:nvPr/>
                  </p:nvSpPr>
                  <p:spPr>
                    <a:xfrm flipV="1">
                      <a:off x="585936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9" name=""/>
                    <p:cNvSpPr/>
                    <p:nvPr/>
                  </p:nvSpPr>
                  <p:spPr>
                    <a:xfrm flipV="1">
                      <a:off x="595944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60" name=""/>
                    <p:cNvSpPr/>
                    <p:nvPr/>
                  </p:nvSpPr>
                  <p:spPr>
                    <a:xfrm flipV="1">
                      <a:off x="5872320" y="5207040"/>
                      <a:ext cx="37800" cy="3499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61" name=""/>
                  <p:cNvGrpSpPr/>
                  <p:nvPr/>
                </p:nvGrpSpPr>
                <p:grpSpPr>
                  <a:xfrm>
                    <a:off x="6014880" y="5207040"/>
                    <a:ext cx="147960" cy="511920"/>
                    <a:chOff x="6014880" y="5207040"/>
                    <a:chExt cx="147960" cy="511920"/>
                  </a:xfrm>
                </p:grpSpPr>
                <p:sp>
                  <p:nvSpPr>
                    <p:cNvPr id="662" name=""/>
                    <p:cNvSpPr/>
                    <p:nvPr/>
                  </p:nvSpPr>
                  <p:spPr>
                    <a:xfrm flipV="1">
                      <a:off x="6014880" y="5572080"/>
                      <a:ext cx="14796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63" name=""/>
                    <p:cNvSpPr/>
                    <p:nvPr/>
                  </p:nvSpPr>
                  <p:spPr>
                    <a:xfrm flipV="1">
                      <a:off x="611496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64" name=""/>
                    <p:cNvSpPr/>
                    <p:nvPr/>
                  </p:nvSpPr>
                  <p:spPr>
                    <a:xfrm flipV="1">
                      <a:off x="602784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665" name=""/>
            <p:cNvGrpSpPr/>
            <p:nvPr/>
          </p:nvGrpSpPr>
          <p:grpSpPr>
            <a:xfrm>
              <a:off x="6176880" y="4664160"/>
              <a:ext cx="1554120" cy="1054800"/>
              <a:chOff x="6176880" y="4664160"/>
              <a:chExt cx="1554120" cy="1054800"/>
            </a:xfrm>
          </p:grpSpPr>
          <p:grpSp>
            <p:nvGrpSpPr>
              <p:cNvPr id="666" name=""/>
              <p:cNvGrpSpPr/>
              <p:nvPr/>
            </p:nvGrpSpPr>
            <p:grpSpPr>
              <a:xfrm>
                <a:off x="6176880" y="4664160"/>
                <a:ext cx="768600" cy="1054800"/>
                <a:chOff x="6176880" y="4664160"/>
                <a:chExt cx="768600" cy="1054800"/>
              </a:xfrm>
            </p:grpSpPr>
            <p:grpSp>
              <p:nvGrpSpPr>
                <p:cNvPr id="667" name=""/>
                <p:cNvGrpSpPr/>
                <p:nvPr/>
              </p:nvGrpSpPr>
              <p:grpSpPr>
                <a:xfrm>
                  <a:off x="6176880" y="4664160"/>
                  <a:ext cx="768600" cy="512640"/>
                  <a:chOff x="6176880" y="4664160"/>
                  <a:chExt cx="768600" cy="512640"/>
                </a:xfrm>
              </p:grpSpPr>
              <p:grpSp>
                <p:nvGrpSpPr>
                  <p:cNvPr id="668" name=""/>
                  <p:cNvGrpSpPr/>
                  <p:nvPr/>
                </p:nvGrpSpPr>
                <p:grpSpPr>
                  <a:xfrm>
                    <a:off x="6176880" y="4664160"/>
                    <a:ext cx="147600" cy="512640"/>
                    <a:chOff x="6176880" y="4664160"/>
                    <a:chExt cx="147600" cy="512640"/>
                  </a:xfrm>
                </p:grpSpPr>
                <p:sp>
                  <p:nvSpPr>
                    <p:cNvPr id="669" name=""/>
                    <p:cNvSpPr/>
                    <p:nvPr/>
                  </p:nvSpPr>
                  <p:spPr>
                    <a:xfrm>
                      <a:off x="617688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70" name=""/>
                    <p:cNvSpPr/>
                    <p:nvPr/>
                  </p:nvSpPr>
                  <p:spPr>
                    <a:xfrm>
                      <a:off x="627696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71" name=""/>
                    <p:cNvSpPr/>
                    <p:nvPr/>
                  </p:nvSpPr>
                  <p:spPr>
                    <a:xfrm>
                      <a:off x="6189840" y="4827600"/>
                      <a:ext cx="37800" cy="3492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72" name=""/>
                  <p:cNvGrpSpPr/>
                  <p:nvPr/>
                </p:nvGrpSpPr>
                <p:grpSpPr>
                  <a:xfrm>
                    <a:off x="6330960" y="4664160"/>
                    <a:ext cx="147600" cy="512640"/>
                    <a:chOff x="6330960" y="4664160"/>
                    <a:chExt cx="147600" cy="512640"/>
                  </a:xfrm>
                </p:grpSpPr>
                <p:sp>
                  <p:nvSpPr>
                    <p:cNvPr id="673" name=""/>
                    <p:cNvSpPr/>
                    <p:nvPr/>
                  </p:nvSpPr>
                  <p:spPr>
                    <a:xfrm>
                      <a:off x="633096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74" name=""/>
                    <p:cNvSpPr/>
                    <p:nvPr/>
                  </p:nvSpPr>
                  <p:spPr>
                    <a:xfrm>
                      <a:off x="643104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75" name=""/>
                    <p:cNvSpPr/>
                    <p:nvPr/>
                  </p:nvSpPr>
                  <p:spPr>
                    <a:xfrm>
                      <a:off x="634356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76" name=""/>
                  <p:cNvGrpSpPr/>
                  <p:nvPr/>
                </p:nvGrpSpPr>
                <p:grpSpPr>
                  <a:xfrm>
                    <a:off x="6486480" y="4664160"/>
                    <a:ext cx="147600" cy="512640"/>
                    <a:chOff x="6486480" y="4664160"/>
                    <a:chExt cx="147600" cy="512640"/>
                  </a:xfrm>
                </p:grpSpPr>
                <p:sp>
                  <p:nvSpPr>
                    <p:cNvPr id="677" name=""/>
                    <p:cNvSpPr/>
                    <p:nvPr/>
                  </p:nvSpPr>
                  <p:spPr>
                    <a:xfrm>
                      <a:off x="648648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78" name=""/>
                    <p:cNvSpPr/>
                    <p:nvPr/>
                  </p:nvSpPr>
                  <p:spPr>
                    <a:xfrm>
                      <a:off x="6586560" y="481176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79" name=""/>
                    <p:cNvSpPr/>
                    <p:nvPr/>
                  </p:nvSpPr>
                  <p:spPr>
                    <a:xfrm>
                      <a:off x="6499080" y="4827600"/>
                      <a:ext cx="39960" cy="349200"/>
                    </a:xfrm>
                    <a:custGeom>
                      <a:avLst/>
                      <a:gdLst>
                        <a:gd name="textAreaLeft" fmla="*/ 0 w 39960"/>
                        <a:gd name="textAreaRight" fmla="*/ 40320 w 399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80" name=""/>
                  <p:cNvGrpSpPr/>
                  <p:nvPr/>
                </p:nvGrpSpPr>
                <p:grpSpPr>
                  <a:xfrm>
                    <a:off x="6642000" y="4664160"/>
                    <a:ext cx="147600" cy="512640"/>
                    <a:chOff x="6642000" y="4664160"/>
                    <a:chExt cx="147600" cy="512640"/>
                  </a:xfrm>
                </p:grpSpPr>
                <p:sp>
                  <p:nvSpPr>
                    <p:cNvPr id="681" name=""/>
                    <p:cNvSpPr/>
                    <p:nvPr/>
                  </p:nvSpPr>
                  <p:spPr>
                    <a:xfrm>
                      <a:off x="664200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82" name=""/>
                    <p:cNvSpPr/>
                    <p:nvPr/>
                  </p:nvSpPr>
                  <p:spPr>
                    <a:xfrm>
                      <a:off x="674208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83" name=""/>
                    <p:cNvSpPr/>
                    <p:nvPr/>
                  </p:nvSpPr>
                  <p:spPr>
                    <a:xfrm>
                      <a:off x="6654960" y="4827600"/>
                      <a:ext cx="37800" cy="3492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84" name=""/>
                  <p:cNvGrpSpPr/>
                  <p:nvPr/>
                </p:nvGrpSpPr>
                <p:grpSpPr>
                  <a:xfrm>
                    <a:off x="6797520" y="4664160"/>
                    <a:ext cx="147960" cy="512640"/>
                    <a:chOff x="6797520" y="4664160"/>
                    <a:chExt cx="147960" cy="512640"/>
                  </a:xfrm>
                </p:grpSpPr>
                <p:sp>
                  <p:nvSpPr>
                    <p:cNvPr id="685" name=""/>
                    <p:cNvSpPr/>
                    <p:nvPr/>
                  </p:nvSpPr>
                  <p:spPr>
                    <a:xfrm>
                      <a:off x="6797520" y="466416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86" name=""/>
                    <p:cNvSpPr/>
                    <p:nvPr/>
                  </p:nvSpPr>
                  <p:spPr>
                    <a:xfrm>
                      <a:off x="689760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87" name=""/>
                    <p:cNvSpPr/>
                    <p:nvPr/>
                  </p:nvSpPr>
                  <p:spPr>
                    <a:xfrm>
                      <a:off x="681048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88" name=""/>
                <p:cNvGrpSpPr/>
                <p:nvPr/>
              </p:nvGrpSpPr>
              <p:grpSpPr>
                <a:xfrm>
                  <a:off x="6176880" y="5207040"/>
                  <a:ext cx="768600" cy="511920"/>
                  <a:chOff x="6176880" y="5207040"/>
                  <a:chExt cx="768600" cy="511920"/>
                </a:xfrm>
              </p:grpSpPr>
              <p:grpSp>
                <p:nvGrpSpPr>
                  <p:cNvPr id="689" name=""/>
                  <p:cNvGrpSpPr/>
                  <p:nvPr/>
                </p:nvGrpSpPr>
                <p:grpSpPr>
                  <a:xfrm>
                    <a:off x="6176880" y="5207040"/>
                    <a:ext cx="147600" cy="511920"/>
                    <a:chOff x="6176880" y="5207040"/>
                    <a:chExt cx="147600" cy="511920"/>
                  </a:xfrm>
                </p:grpSpPr>
                <p:sp>
                  <p:nvSpPr>
                    <p:cNvPr id="690" name=""/>
                    <p:cNvSpPr/>
                    <p:nvPr/>
                  </p:nvSpPr>
                  <p:spPr>
                    <a:xfrm flipV="1">
                      <a:off x="617688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91" name=""/>
                    <p:cNvSpPr/>
                    <p:nvPr/>
                  </p:nvSpPr>
                  <p:spPr>
                    <a:xfrm flipV="1">
                      <a:off x="627696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92" name=""/>
                    <p:cNvSpPr/>
                    <p:nvPr/>
                  </p:nvSpPr>
                  <p:spPr>
                    <a:xfrm flipV="1">
                      <a:off x="6189840" y="5207040"/>
                      <a:ext cx="37800" cy="3499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93" name=""/>
                  <p:cNvGrpSpPr/>
                  <p:nvPr/>
                </p:nvGrpSpPr>
                <p:grpSpPr>
                  <a:xfrm>
                    <a:off x="6330960" y="5207040"/>
                    <a:ext cx="147600" cy="511920"/>
                    <a:chOff x="6330960" y="5207040"/>
                    <a:chExt cx="147600" cy="511920"/>
                  </a:xfrm>
                </p:grpSpPr>
                <p:sp>
                  <p:nvSpPr>
                    <p:cNvPr id="694" name=""/>
                    <p:cNvSpPr/>
                    <p:nvPr/>
                  </p:nvSpPr>
                  <p:spPr>
                    <a:xfrm flipV="1">
                      <a:off x="633096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95" name=""/>
                    <p:cNvSpPr/>
                    <p:nvPr/>
                  </p:nvSpPr>
                  <p:spPr>
                    <a:xfrm flipV="1">
                      <a:off x="643104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96" name=""/>
                    <p:cNvSpPr/>
                    <p:nvPr/>
                  </p:nvSpPr>
                  <p:spPr>
                    <a:xfrm flipV="1">
                      <a:off x="634356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697" name=""/>
                  <p:cNvGrpSpPr/>
                  <p:nvPr/>
                </p:nvGrpSpPr>
                <p:grpSpPr>
                  <a:xfrm>
                    <a:off x="6486480" y="5207040"/>
                    <a:ext cx="147600" cy="511920"/>
                    <a:chOff x="6486480" y="5207040"/>
                    <a:chExt cx="147600" cy="511920"/>
                  </a:xfrm>
                </p:grpSpPr>
                <p:sp>
                  <p:nvSpPr>
                    <p:cNvPr id="698" name=""/>
                    <p:cNvSpPr/>
                    <p:nvPr/>
                  </p:nvSpPr>
                  <p:spPr>
                    <a:xfrm flipV="1">
                      <a:off x="648648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99" name=""/>
                    <p:cNvSpPr/>
                    <p:nvPr/>
                  </p:nvSpPr>
                  <p:spPr>
                    <a:xfrm flipV="1">
                      <a:off x="6586560" y="5221440"/>
                      <a:ext cx="47520" cy="34992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00" name=""/>
                    <p:cNvSpPr/>
                    <p:nvPr/>
                  </p:nvSpPr>
                  <p:spPr>
                    <a:xfrm flipV="1">
                      <a:off x="6499080" y="5207040"/>
                      <a:ext cx="39960" cy="349920"/>
                    </a:xfrm>
                    <a:custGeom>
                      <a:avLst/>
                      <a:gdLst>
                        <a:gd name="textAreaLeft" fmla="*/ 0 w 39960"/>
                        <a:gd name="textAreaRight" fmla="*/ 40320 w 399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01" name=""/>
                  <p:cNvGrpSpPr/>
                  <p:nvPr/>
                </p:nvGrpSpPr>
                <p:grpSpPr>
                  <a:xfrm>
                    <a:off x="6642000" y="5207040"/>
                    <a:ext cx="147600" cy="511920"/>
                    <a:chOff x="6642000" y="5207040"/>
                    <a:chExt cx="147600" cy="511920"/>
                  </a:xfrm>
                </p:grpSpPr>
                <p:sp>
                  <p:nvSpPr>
                    <p:cNvPr id="702" name=""/>
                    <p:cNvSpPr/>
                    <p:nvPr/>
                  </p:nvSpPr>
                  <p:spPr>
                    <a:xfrm flipV="1">
                      <a:off x="664200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03" name=""/>
                    <p:cNvSpPr/>
                    <p:nvPr/>
                  </p:nvSpPr>
                  <p:spPr>
                    <a:xfrm flipV="1">
                      <a:off x="674208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04" name=""/>
                    <p:cNvSpPr/>
                    <p:nvPr/>
                  </p:nvSpPr>
                  <p:spPr>
                    <a:xfrm flipV="1">
                      <a:off x="6654960" y="5207040"/>
                      <a:ext cx="37800" cy="3499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05" name=""/>
                  <p:cNvGrpSpPr/>
                  <p:nvPr/>
                </p:nvGrpSpPr>
                <p:grpSpPr>
                  <a:xfrm>
                    <a:off x="6797520" y="5207040"/>
                    <a:ext cx="147960" cy="511920"/>
                    <a:chOff x="6797520" y="5207040"/>
                    <a:chExt cx="147960" cy="511920"/>
                  </a:xfrm>
                </p:grpSpPr>
                <p:sp>
                  <p:nvSpPr>
                    <p:cNvPr id="706" name=""/>
                    <p:cNvSpPr/>
                    <p:nvPr/>
                  </p:nvSpPr>
                  <p:spPr>
                    <a:xfrm flipV="1">
                      <a:off x="6797520" y="5572080"/>
                      <a:ext cx="14796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07" name=""/>
                    <p:cNvSpPr/>
                    <p:nvPr/>
                  </p:nvSpPr>
                  <p:spPr>
                    <a:xfrm flipV="1">
                      <a:off x="689760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08" name=""/>
                    <p:cNvSpPr/>
                    <p:nvPr/>
                  </p:nvSpPr>
                  <p:spPr>
                    <a:xfrm flipV="1">
                      <a:off x="681048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709" name=""/>
              <p:cNvGrpSpPr/>
              <p:nvPr/>
            </p:nvGrpSpPr>
            <p:grpSpPr>
              <a:xfrm>
                <a:off x="6962760" y="4664160"/>
                <a:ext cx="768240" cy="1054800"/>
                <a:chOff x="6962760" y="4664160"/>
                <a:chExt cx="768240" cy="1054800"/>
              </a:xfrm>
            </p:grpSpPr>
            <p:grpSp>
              <p:nvGrpSpPr>
                <p:cNvPr id="710" name=""/>
                <p:cNvGrpSpPr/>
                <p:nvPr/>
              </p:nvGrpSpPr>
              <p:grpSpPr>
                <a:xfrm>
                  <a:off x="6962760" y="4664160"/>
                  <a:ext cx="768240" cy="512640"/>
                  <a:chOff x="6962760" y="4664160"/>
                  <a:chExt cx="768240" cy="512640"/>
                </a:xfrm>
              </p:grpSpPr>
              <p:grpSp>
                <p:nvGrpSpPr>
                  <p:cNvPr id="711" name=""/>
                  <p:cNvGrpSpPr/>
                  <p:nvPr/>
                </p:nvGrpSpPr>
                <p:grpSpPr>
                  <a:xfrm>
                    <a:off x="6962760" y="4664160"/>
                    <a:ext cx="147600" cy="512640"/>
                    <a:chOff x="6962760" y="4664160"/>
                    <a:chExt cx="147600" cy="512640"/>
                  </a:xfrm>
                </p:grpSpPr>
                <p:sp>
                  <p:nvSpPr>
                    <p:cNvPr id="712" name=""/>
                    <p:cNvSpPr/>
                    <p:nvPr/>
                  </p:nvSpPr>
                  <p:spPr>
                    <a:xfrm>
                      <a:off x="696276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13" name=""/>
                    <p:cNvSpPr/>
                    <p:nvPr/>
                  </p:nvSpPr>
                  <p:spPr>
                    <a:xfrm>
                      <a:off x="706284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14" name=""/>
                    <p:cNvSpPr/>
                    <p:nvPr/>
                  </p:nvSpPr>
                  <p:spPr>
                    <a:xfrm>
                      <a:off x="697536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15" name=""/>
                  <p:cNvGrpSpPr/>
                  <p:nvPr/>
                </p:nvGrpSpPr>
                <p:grpSpPr>
                  <a:xfrm>
                    <a:off x="7118280" y="4664160"/>
                    <a:ext cx="147600" cy="512640"/>
                    <a:chOff x="7118280" y="4664160"/>
                    <a:chExt cx="147600" cy="512640"/>
                  </a:xfrm>
                </p:grpSpPr>
                <p:sp>
                  <p:nvSpPr>
                    <p:cNvPr id="716" name=""/>
                    <p:cNvSpPr/>
                    <p:nvPr/>
                  </p:nvSpPr>
                  <p:spPr>
                    <a:xfrm>
                      <a:off x="711828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17" name=""/>
                    <p:cNvSpPr/>
                    <p:nvPr/>
                  </p:nvSpPr>
                  <p:spPr>
                    <a:xfrm>
                      <a:off x="721836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18" name=""/>
                    <p:cNvSpPr/>
                    <p:nvPr/>
                  </p:nvSpPr>
                  <p:spPr>
                    <a:xfrm>
                      <a:off x="712944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19" name=""/>
                  <p:cNvGrpSpPr/>
                  <p:nvPr/>
                </p:nvGrpSpPr>
                <p:grpSpPr>
                  <a:xfrm>
                    <a:off x="7272360" y="4664160"/>
                    <a:ext cx="147600" cy="512640"/>
                    <a:chOff x="7272360" y="4664160"/>
                    <a:chExt cx="147600" cy="512640"/>
                  </a:xfrm>
                </p:grpSpPr>
                <p:sp>
                  <p:nvSpPr>
                    <p:cNvPr id="720" name=""/>
                    <p:cNvSpPr/>
                    <p:nvPr/>
                  </p:nvSpPr>
                  <p:spPr>
                    <a:xfrm>
                      <a:off x="7272360" y="466416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21" name=""/>
                    <p:cNvSpPr/>
                    <p:nvPr/>
                  </p:nvSpPr>
                  <p:spPr>
                    <a:xfrm>
                      <a:off x="7372440" y="481176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22" name=""/>
                    <p:cNvSpPr/>
                    <p:nvPr/>
                  </p:nvSpPr>
                  <p:spPr>
                    <a:xfrm>
                      <a:off x="7283520" y="4827600"/>
                      <a:ext cx="39600" cy="349200"/>
                    </a:xfrm>
                    <a:custGeom>
                      <a:avLst/>
                      <a:gdLst>
                        <a:gd name="textAreaLeft" fmla="*/ 0 w 39600"/>
                        <a:gd name="textAreaRight" fmla="*/ 39960 w 396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23" name=""/>
                  <p:cNvGrpSpPr/>
                  <p:nvPr/>
                </p:nvGrpSpPr>
                <p:grpSpPr>
                  <a:xfrm>
                    <a:off x="7427880" y="4664160"/>
                    <a:ext cx="147600" cy="512640"/>
                    <a:chOff x="7427880" y="4664160"/>
                    <a:chExt cx="147600" cy="512640"/>
                  </a:xfrm>
                </p:grpSpPr>
                <p:sp>
                  <p:nvSpPr>
                    <p:cNvPr id="724" name=""/>
                    <p:cNvSpPr/>
                    <p:nvPr/>
                  </p:nvSpPr>
                  <p:spPr>
                    <a:xfrm>
                      <a:off x="742788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25" name=""/>
                    <p:cNvSpPr/>
                    <p:nvPr/>
                  </p:nvSpPr>
                  <p:spPr>
                    <a:xfrm>
                      <a:off x="752796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26" name=""/>
                    <p:cNvSpPr/>
                    <p:nvPr/>
                  </p:nvSpPr>
                  <p:spPr>
                    <a:xfrm>
                      <a:off x="7440480" y="4827600"/>
                      <a:ext cx="38160" cy="3492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27" name=""/>
                  <p:cNvGrpSpPr/>
                  <p:nvPr/>
                </p:nvGrpSpPr>
                <p:grpSpPr>
                  <a:xfrm>
                    <a:off x="7583400" y="4664160"/>
                    <a:ext cx="147600" cy="512640"/>
                    <a:chOff x="7583400" y="4664160"/>
                    <a:chExt cx="147600" cy="512640"/>
                  </a:xfrm>
                </p:grpSpPr>
                <p:sp>
                  <p:nvSpPr>
                    <p:cNvPr id="728" name=""/>
                    <p:cNvSpPr/>
                    <p:nvPr/>
                  </p:nvSpPr>
                  <p:spPr>
                    <a:xfrm>
                      <a:off x="7583400" y="466416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29" name=""/>
                    <p:cNvSpPr/>
                    <p:nvPr/>
                  </p:nvSpPr>
                  <p:spPr>
                    <a:xfrm>
                      <a:off x="7683480" y="481176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30" name=""/>
                    <p:cNvSpPr/>
                    <p:nvPr/>
                  </p:nvSpPr>
                  <p:spPr>
                    <a:xfrm>
                      <a:off x="7596360" y="4827600"/>
                      <a:ext cx="37800" cy="3492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9200"/>
                        <a:gd name="textAreaBottom" fmla="*/ 349560 h 3492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731" name=""/>
                <p:cNvGrpSpPr/>
                <p:nvPr/>
              </p:nvGrpSpPr>
              <p:grpSpPr>
                <a:xfrm>
                  <a:off x="6962760" y="5207040"/>
                  <a:ext cx="768240" cy="511920"/>
                  <a:chOff x="6962760" y="5207040"/>
                  <a:chExt cx="768240" cy="511920"/>
                </a:xfrm>
              </p:grpSpPr>
              <p:grpSp>
                <p:nvGrpSpPr>
                  <p:cNvPr id="732" name=""/>
                  <p:cNvGrpSpPr/>
                  <p:nvPr/>
                </p:nvGrpSpPr>
                <p:grpSpPr>
                  <a:xfrm>
                    <a:off x="6962760" y="5207040"/>
                    <a:ext cx="147600" cy="511920"/>
                    <a:chOff x="6962760" y="5207040"/>
                    <a:chExt cx="147600" cy="511920"/>
                  </a:xfrm>
                </p:grpSpPr>
                <p:sp>
                  <p:nvSpPr>
                    <p:cNvPr id="733" name=""/>
                    <p:cNvSpPr/>
                    <p:nvPr/>
                  </p:nvSpPr>
                  <p:spPr>
                    <a:xfrm flipV="1">
                      <a:off x="696276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34" name=""/>
                    <p:cNvSpPr/>
                    <p:nvPr/>
                  </p:nvSpPr>
                  <p:spPr>
                    <a:xfrm flipV="1">
                      <a:off x="706284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35" name=""/>
                    <p:cNvSpPr/>
                    <p:nvPr/>
                  </p:nvSpPr>
                  <p:spPr>
                    <a:xfrm flipV="1">
                      <a:off x="697536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36" name=""/>
                  <p:cNvGrpSpPr/>
                  <p:nvPr/>
                </p:nvGrpSpPr>
                <p:grpSpPr>
                  <a:xfrm>
                    <a:off x="7118280" y="5207040"/>
                    <a:ext cx="147600" cy="511920"/>
                    <a:chOff x="7118280" y="5207040"/>
                    <a:chExt cx="147600" cy="511920"/>
                  </a:xfrm>
                </p:grpSpPr>
                <p:sp>
                  <p:nvSpPr>
                    <p:cNvPr id="737" name=""/>
                    <p:cNvSpPr/>
                    <p:nvPr/>
                  </p:nvSpPr>
                  <p:spPr>
                    <a:xfrm flipV="1">
                      <a:off x="711828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38" name=""/>
                    <p:cNvSpPr/>
                    <p:nvPr/>
                  </p:nvSpPr>
                  <p:spPr>
                    <a:xfrm flipV="1">
                      <a:off x="721836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39" name=""/>
                    <p:cNvSpPr/>
                    <p:nvPr/>
                  </p:nvSpPr>
                  <p:spPr>
                    <a:xfrm flipV="1">
                      <a:off x="712944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40" name=""/>
                  <p:cNvGrpSpPr/>
                  <p:nvPr/>
                </p:nvGrpSpPr>
                <p:grpSpPr>
                  <a:xfrm>
                    <a:off x="7272360" y="5207040"/>
                    <a:ext cx="147600" cy="511920"/>
                    <a:chOff x="7272360" y="5207040"/>
                    <a:chExt cx="147600" cy="511920"/>
                  </a:xfrm>
                </p:grpSpPr>
                <p:sp>
                  <p:nvSpPr>
                    <p:cNvPr id="741" name=""/>
                    <p:cNvSpPr/>
                    <p:nvPr/>
                  </p:nvSpPr>
                  <p:spPr>
                    <a:xfrm flipV="1">
                      <a:off x="7272360" y="5572080"/>
                      <a:ext cx="14616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42" name=""/>
                    <p:cNvSpPr/>
                    <p:nvPr/>
                  </p:nvSpPr>
                  <p:spPr>
                    <a:xfrm flipV="1">
                      <a:off x="7372440" y="5221440"/>
                      <a:ext cx="47520" cy="34992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43" name=""/>
                    <p:cNvSpPr/>
                    <p:nvPr/>
                  </p:nvSpPr>
                  <p:spPr>
                    <a:xfrm flipV="1">
                      <a:off x="7283520" y="5207040"/>
                      <a:ext cx="39600" cy="349920"/>
                    </a:xfrm>
                    <a:custGeom>
                      <a:avLst/>
                      <a:gdLst>
                        <a:gd name="textAreaLeft" fmla="*/ 0 w 39600"/>
                        <a:gd name="textAreaRight" fmla="*/ 39960 w 3960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44" name=""/>
                  <p:cNvGrpSpPr/>
                  <p:nvPr/>
                </p:nvGrpSpPr>
                <p:grpSpPr>
                  <a:xfrm>
                    <a:off x="7427880" y="5207040"/>
                    <a:ext cx="147600" cy="511920"/>
                    <a:chOff x="7427880" y="5207040"/>
                    <a:chExt cx="147600" cy="511920"/>
                  </a:xfrm>
                </p:grpSpPr>
                <p:sp>
                  <p:nvSpPr>
                    <p:cNvPr id="745" name=""/>
                    <p:cNvSpPr/>
                    <p:nvPr/>
                  </p:nvSpPr>
                  <p:spPr>
                    <a:xfrm flipV="1">
                      <a:off x="742788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46" name=""/>
                    <p:cNvSpPr/>
                    <p:nvPr/>
                  </p:nvSpPr>
                  <p:spPr>
                    <a:xfrm flipV="1">
                      <a:off x="752796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47" name=""/>
                    <p:cNvSpPr/>
                    <p:nvPr/>
                  </p:nvSpPr>
                  <p:spPr>
                    <a:xfrm flipV="1">
                      <a:off x="7440480" y="5207040"/>
                      <a:ext cx="38160" cy="3499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48" name=""/>
                  <p:cNvGrpSpPr/>
                  <p:nvPr/>
                </p:nvGrpSpPr>
                <p:grpSpPr>
                  <a:xfrm>
                    <a:off x="7583400" y="5207040"/>
                    <a:ext cx="147600" cy="511920"/>
                    <a:chOff x="7583400" y="5207040"/>
                    <a:chExt cx="147600" cy="511920"/>
                  </a:xfrm>
                </p:grpSpPr>
                <p:sp>
                  <p:nvSpPr>
                    <p:cNvPr id="749" name=""/>
                    <p:cNvSpPr/>
                    <p:nvPr/>
                  </p:nvSpPr>
                  <p:spPr>
                    <a:xfrm flipV="1">
                      <a:off x="7583400" y="5572080"/>
                      <a:ext cx="147600" cy="1465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50" name=""/>
                    <p:cNvSpPr/>
                    <p:nvPr/>
                  </p:nvSpPr>
                  <p:spPr>
                    <a:xfrm flipV="1">
                      <a:off x="7683480" y="5221440"/>
                      <a:ext cx="46080" cy="3499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9920"/>
                        <a:gd name="textAreaBottom" fmla="*/ 350640 h 3499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51" name=""/>
                    <p:cNvSpPr/>
                    <p:nvPr/>
                  </p:nvSpPr>
                  <p:spPr>
                    <a:xfrm flipV="1">
                      <a:off x="7596360" y="5207040"/>
                      <a:ext cx="37800" cy="3499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360 h 349920"/>
                        <a:gd name="textAreaBottom" fmla="*/ 350640 h 3499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752" name=""/>
            <p:cNvSpPr/>
            <p:nvPr/>
          </p:nvSpPr>
          <p:spPr>
            <a:xfrm>
              <a:off x="4500720" y="4508640"/>
              <a:ext cx="423720" cy="1360440"/>
            </a:xfrm>
            <a:prstGeom prst="can">
              <a:avLst>
                <a:gd name="adj" fmla="val 7888"/>
              </a:avLst>
            </a:prstGeom>
            <a:solidFill>
              <a:srgbClr val="FFFFFF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"/>
            <p:cNvSpPr/>
            <p:nvPr/>
          </p:nvSpPr>
          <p:spPr>
            <a:xfrm>
              <a:off x="6156360" y="4508640"/>
              <a:ext cx="423720" cy="1360440"/>
            </a:xfrm>
            <a:prstGeom prst="can">
              <a:avLst>
                <a:gd name="adj" fmla="val 7888"/>
              </a:avLst>
            </a:prstGeom>
            <a:solidFill>
              <a:srgbClr val="FFFFFF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"/>
            <p:cNvSpPr/>
            <p:nvPr/>
          </p:nvSpPr>
          <p:spPr>
            <a:xfrm flipH="1">
              <a:off x="4363920" y="5732640"/>
              <a:ext cx="208080" cy="20952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5" name=""/>
          <p:cNvSpPr/>
          <p:nvPr/>
        </p:nvSpPr>
        <p:spPr>
          <a:xfrm>
            <a:off x="3200400" y="1143000"/>
            <a:ext cx="914400" cy="1030320"/>
          </a:xfrm>
          <a:custGeom>
            <a:avLst/>
            <a:gdLst/>
            <a:ahLst/>
            <a:rect l="l" t="t" r="r" b="b"/>
            <a:pathLst>
              <a:path w="2541" h="2861">
                <a:moveTo>
                  <a:pt x="0" y="0"/>
                </a:moveTo>
                <a:cubicBezTo>
                  <a:pt x="1905" y="2860"/>
                  <a:pt x="2540" y="0"/>
                  <a:pt x="2540" y="0"/>
                </a:cubicBezTo>
              </a:path>
            </a:pathLst>
          </a:custGeom>
          <a:noFill/>
          <a:ln w="183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4925880" y="1158840"/>
            <a:ext cx="914400" cy="1030320"/>
          </a:xfrm>
          <a:custGeom>
            <a:avLst/>
            <a:gdLst/>
            <a:ahLst/>
            <a:rect l="l" t="t" r="r" b="b"/>
            <a:pathLst>
              <a:path w="2541" h="2861">
                <a:moveTo>
                  <a:pt x="0" y="0"/>
                </a:moveTo>
                <a:cubicBezTo>
                  <a:pt x="1905" y="2860"/>
                  <a:pt x="2540" y="0"/>
                  <a:pt x="2540" y="0"/>
                </a:cubicBezTo>
              </a:path>
            </a:pathLst>
          </a:custGeom>
          <a:noFill/>
          <a:ln w="183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>
            <a:off x="4529160" y="2583000"/>
            <a:ext cx="914400" cy="1042920"/>
          </a:xfrm>
          <a:custGeom>
            <a:avLst/>
            <a:gdLst/>
            <a:ahLst/>
            <a:rect l="l" t="t" r="r" b="b"/>
            <a:pathLst>
              <a:path w="2540" h="2895">
                <a:moveTo>
                  <a:pt x="2539" y="2894"/>
                </a:moveTo>
                <a:cubicBezTo>
                  <a:pt x="686" y="0"/>
                  <a:pt x="0" y="2848"/>
                  <a:pt x="0" y="2848"/>
                </a:cubicBezTo>
              </a:path>
            </a:pathLst>
          </a:custGeom>
          <a:noFill/>
          <a:ln w="183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4645080" y="3429000"/>
            <a:ext cx="384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3465A4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u="none" strike="noStrike" baseline="33000">
                <a:solidFill>
                  <a:srgbClr val="3465A4"/>
                </a:solidFill>
                <a:effectLst/>
                <a:uFillTx/>
                <a:latin typeface="Comic Sans M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3502080" y="1042920"/>
            <a:ext cx="384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3465A4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u="none" strike="noStrike" baseline="33000">
                <a:solidFill>
                  <a:srgbClr val="3465A4"/>
                </a:solidFill>
                <a:effectLst/>
                <a:uFillTx/>
                <a:latin typeface="Comic Sans M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6134040" y="3994200"/>
            <a:ext cx="542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Na</a:t>
            </a:r>
            <a:r>
              <a:rPr lang="en-US" sz="1800" b="0" u="none" strike="noStrike" baseline="33000">
                <a:solidFill>
                  <a:srgbClr val="FF0000"/>
                </a:solidFill>
                <a:effectLst/>
                <a:uFillTx/>
                <a:latin typeface="Comic Sans M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6711480" y="4186080"/>
            <a:ext cx="1092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Outside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6665760" y="5869080"/>
            <a:ext cx="860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1792440" y="5003640"/>
            <a:ext cx="113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Lipophilic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3068640" y="5992920"/>
            <a:ext cx="131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Hydrophilic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 flipV="1">
            <a:off x="4729320" y="4349880"/>
            <a:ext cx="1440" cy="1828800"/>
          </a:xfrm>
          <a:prstGeom prst="line">
            <a:avLst/>
          </a:prstGeom>
          <a:ln w="54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6400800" y="4343400"/>
            <a:ext cx="1440" cy="182880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4537080" y="6165720"/>
            <a:ext cx="38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3465A4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u="none" strike="noStrike" baseline="33000">
                <a:solidFill>
                  <a:srgbClr val="3465A4"/>
                </a:solidFill>
                <a:effectLst/>
                <a:uFillTx/>
                <a:latin typeface="Comic Sans M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5126040" y="1042920"/>
            <a:ext cx="542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Na</a:t>
            </a:r>
            <a:r>
              <a:rPr lang="en-US" sz="1800" b="0" u="none" strike="noStrike" baseline="33000">
                <a:solidFill>
                  <a:srgbClr val="FF0000"/>
                </a:solidFill>
                <a:effectLst/>
                <a:uFillTx/>
                <a:latin typeface="Comic Sans M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>
            <a:off x="2484360" y="3978360"/>
            <a:ext cx="224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Ion channel protein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dur="indefinite" fill="hold">
                      <p:stCondLst>
                        <p:cond delay="indefinite"/>
                      </p:stCondLst>
                      <p:childTnLst>
                        <p:par>
                          <p:cTn id="7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7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dur="indefinite" fill="hold">
                      <p:stCondLst>
                        <p:cond delay="indefinite"/>
                      </p:stCondLst>
                      <p:childTnLst>
                        <p:par>
                          <p:cTn id="9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0" name=""/>
          <p:cNvGrpSpPr/>
          <p:nvPr/>
        </p:nvGrpSpPr>
        <p:grpSpPr>
          <a:xfrm>
            <a:off x="2314440" y="1709640"/>
            <a:ext cx="4691880" cy="1058400"/>
            <a:chOff x="2314440" y="1709640"/>
            <a:chExt cx="4691880" cy="1058400"/>
          </a:xfrm>
        </p:grpSpPr>
        <p:grpSp>
          <p:nvGrpSpPr>
            <p:cNvPr id="771" name=""/>
            <p:cNvGrpSpPr/>
            <p:nvPr/>
          </p:nvGrpSpPr>
          <p:grpSpPr>
            <a:xfrm>
              <a:off x="2314440" y="1712880"/>
              <a:ext cx="1552680" cy="1055160"/>
              <a:chOff x="2314440" y="1712880"/>
              <a:chExt cx="1552680" cy="1055160"/>
            </a:xfrm>
          </p:grpSpPr>
          <p:grpSp>
            <p:nvGrpSpPr>
              <p:cNvPr id="772" name=""/>
              <p:cNvGrpSpPr/>
              <p:nvPr/>
            </p:nvGrpSpPr>
            <p:grpSpPr>
              <a:xfrm>
                <a:off x="2314440" y="1712880"/>
                <a:ext cx="768600" cy="1055160"/>
                <a:chOff x="2314440" y="1712880"/>
                <a:chExt cx="768600" cy="1055160"/>
              </a:xfrm>
            </p:grpSpPr>
            <p:grpSp>
              <p:nvGrpSpPr>
                <p:cNvPr id="773" name=""/>
                <p:cNvGrpSpPr/>
                <p:nvPr/>
              </p:nvGrpSpPr>
              <p:grpSpPr>
                <a:xfrm>
                  <a:off x="2314440" y="1712880"/>
                  <a:ext cx="768600" cy="512640"/>
                  <a:chOff x="2314440" y="1712880"/>
                  <a:chExt cx="768600" cy="512640"/>
                </a:xfrm>
              </p:grpSpPr>
              <p:grpSp>
                <p:nvGrpSpPr>
                  <p:cNvPr id="774" name=""/>
                  <p:cNvGrpSpPr/>
                  <p:nvPr/>
                </p:nvGrpSpPr>
                <p:grpSpPr>
                  <a:xfrm>
                    <a:off x="2314440" y="1712880"/>
                    <a:ext cx="147600" cy="512640"/>
                    <a:chOff x="2314440" y="1712880"/>
                    <a:chExt cx="147600" cy="512640"/>
                  </a:xfrm>
                </p:grpSpPr>
                <p:sp>
                  <p:nvSpPr>
                    <p:cNvPr id="775" name=""/>
                    <p:cNvSpPr/>
                    <p:nvPr/>
                  </p:nvSpPr>
                  <p:spPr>
                    <a:xfrm>
                      <a:off x="231444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76" name=""/>
                    <p:cNvSpPr/>
                    <p:nvPr/>
                  </p:nvSpPr>
                  <p:spPr>
                    <a:xfrm>
                      <a:off x="2414520" y="186372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77" name=""/>
                    <p:cNvSpPr/>
                    <p:nvPr/>
                  </p:nvSpPr>
                  <p:spPr>
                    <a:xfrm>
                      <a:off x="2327400" y="187812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78" name=""/>
                  <p:cNvGrpSpPr/>
                  <p:nvPr/>
                </p:nvGrpSpPr>
                <p:grpSpPr>
                  <a:xfrm>
                    <a:off x="2470320" y="1712880"/>
                    <a:ext cx="147600" cy="512640"/>
                    <a:chOff x="2470320" y="1712880"/>
                    <a:chExt cx="147600" cy="512640"/>
                  </a:xfrm>
                </p:grpSpPr>
                <p:sp>
                  <p:nvSpPr>
                    <p:cNvPr id="779" name=""/>
                    <p:cNvSpPr/>
                    <p:nvPr/>
                  </p:nvSpPr>
                  <p:spPr>
                    <a:xfrm>
                      <a:off x="247032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80" name=""/>
                    <p:cNvSpPr/>
                    <p:nvPr/>
                  </p:nvSpPr>
                  <p:spPr>
                    <a:xfrm>
                      <a:off x="2568600" y="186372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81" name=""/>
                    <p:cNvSpPr/>
                    <p:nvPr/>
                  </p:nvSpPr>
                  <p:spPr>
                    <a:xfrm>
                      <a:off x="2481120" y="187812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82" name=""/>
                  <p:cNvGrpSpPr/>
                  <p:nvPr/>
                </p:nvGrpSpPr>
                <p:grpSpPr>
                  <a:xfrm>
                    <a:off x="2624040" y="1712880"/>
                    <a:ext cx="147600" cy="512640"/>
                    <a:chOff x="2624040" y="1712880"/>
                    <a:chExt cx="147600" cy="512640"/>
                  </a:xfrm>
                </p:grpSpPr>
                <p:sp>
                  <p:nvSpPr>
                    <p:cNvPr id="783" name=""/>
                    <p:cNvSpPr/>
                    <p:nvPr/>
                  </p:nvSpPr>
                  <p:spPr>
                    <a:xfrm>
                      <a:off x="262404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84" name=""/>
                    <p:cNvSpPr/>
                    <p:nvPr/>
                  </p:nvSpPr>
                  <p:spPr>
                    <a:xfrm>
                      <a:off x="2724120" y="186372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85" name=""/>
                    <p:cNvSpPr/>
                    <p:nvPr/>
                  </p:nvSpPr>
                  <p:spPr>
                    <a:xfrm>
                      <a:off x="2637000" y="1878120"/>
                      <a:ext cx="37800" cy="34740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86" name=""/>
                  <p:cNvGrpSpPr/>
                  <p:nvPr/>
                </p:nvGrpSpPr>
                <p:grpSpPr>
                  <a:xfrm>
                    <a:off x="2779560" y="1712880"/>
                    <a:ext cx="147960" cy="512640"/>
                    <a:chOff x="2779560" y="1712880"/>
                    <a:chExt cx="147960" cy="512640"/>
                  </a:xfrm>
                </p:grpSpPr>
                <p:sp>
                  <p:nvSpPr>
                    <p:cNvPr id="787" name=""/>
                    <p:cNvSpPr/>
                    <p:nvPr/>
                  </p:nvSpPr>
                  <p:spPr>
                    <a:xfrm>
                      <a:off x="2779560" y="171288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88" name=""/>
                    <p:cNvSpPr/>
                    <p:nvPr/>
                  </p:nvSpPr>
                  <p:spPr>
                    <a:xfrm>
                      <a:off x="2879640" y="186372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89" name=""/>
                    <p:cNvSpPr/>
                    <p:nvPr/>
                  </p:nvSpPr>
                  <p:spPr>
                    <a:xfrm>
                      <a:off x="2792520" y="187812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90" name=""/>
                  <p:cNvGrpSpPr/>
                  <p:nvPr/>
                </p:nvGrpSpPr>
                <p:grpSpPr>
                  <a:xfrm>
                    <a:off x="2935440" y="1712880"/>
                    <a:ext cx="147600" cy="512640"/>
                    <a:chOff x="2935440" y="1712880"/>
                    <a:chExt cx="147600" cy="512640"/>
                  </a:xfrm>
                </p:grpSpPr>
                <p:sp>
                  <p:nvSpPr>
                    <p:cNvPr id="791" name=""/>
                    <p:cNvSpPr/>
                    <p:nvPr/>
                  </p:nvSpPr>
                  <p:spPr>
                    <a:xfrm>
                      <a:off x="293544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92" name=""/>
                    <p:cNvSpPr/>
                    <p:nvPr/>
                  </p:nvSpPr>
                  <p:spPr>
                    <a:xfrm>
                      <a:off x="3035160" y="186372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93" name=""/>
                    <p:cNvSpPr/>
                    <p:nvPr/>
                  </p:nvSpPr>
                  <p:spPr>
                    <a:xfrm>
                      <a:off x="2948040" y="187812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794" name=""/>
                <p:cNvGrpSpPr/>
                <p:nvPr/>
              </p:nvGrpSpPr>
              <p:grpSpPr>
                <a:xfrm>
                  <a:off x="2314440" y="2257200"/>
                  <a:ext cx="768600" cy="510840"/>
                  <a:chOff x="2314440" y="2257200"/>
                  <a:chExt cx="768600" cy="510840"/>
                </a:xfrm>
              </p:grpSpPr>
              <p:grpSp>
                <p:nvGrpSpPr>
                  <p:cNvPr id="795" name=""/>
                  <p:cNvGrpSpPr/>
                  <p:nvPr/>
                </p:nvGrpSpPr>
                <p:grpSpPr>
                  <a:xfrm>
                    <a:off x="2314440" y="2257200"/>
                    <a:ext cx="147600" cy="510840"/>
                    <a:chOff x="2314440" y="2257200"/>
                    <a:chExt cx="147600" cy="510840"/>
                  </a:xfrm>
                </p:grpSpPr>
                <p:sp>
                  <p:nvSpPr>
                    <p:cNvPr id="796" name=""/>
                    <p:cNvSpPr/>
                    <p:nvPr/>
                  </p:nvSpPr>
                  <p:spPr>
                    <a:xfrm flipV="1">
                      <a:off x="231444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97" name=""/>
                    <p:cNvSpPr/>
                    <p:nvPr/>
                  </p:nvSpPr>
                  <p:spPr>
                    <a:xfrm flipV="1">
                      <a:off x="2414520" y="2266920"/>
                      <a:ext cx="46080" cy="3520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98" name=""/>
                    <p:cNvSpPr/>
                    <p:nvPr/>
                  </p:nvSpPr>
                  <p:spPr>
                    <a:xfrm flipV="1">
                      <a:off x="2327400" y="2256840"/>
                      <a:ext cx="37800" cy="35028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99" name=""/>
                  <p:cNvGrpSpPr/>
                  <p:nvPr/>
                </p:nvGrpSpPr>
                <p:grpSpPr>
                  <a:xfrm>
                    <a:off x="2470320" y="2257200"/>
                    <a:ext cx="147600" cy="510840"/>
                    <a:chOff x="2470320" y="2257200"/>
                    <a:chExt cx="147600" cy="510840"/>
                  </a:xfrm>
                </p:grpSpPr>
                <p:sp>
                  <p:nvSpPr>
                    <p:cNvPr id="800" name=""/>
                    <p:cNvSpPr/>
                    <p:nvPr/>
                  </p:nvSpPr>
                  <p:spPr>
                    <a:xfrm flipV="1">
                      <a:off x="247032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01" name=""/>
                    <p:cNvSpPr/>
                    <p:nvPr/>
                  </p:nvSpPr>
                  <p:spPr>
                    <a:xfrm flipV="1">
                      <a:off x="2568600" y="2266920"/>
                      <a:ext cx="46080" cy="3520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02" name=""/>
                    <p:cNvSpPr/>
                    <p:nvPr/>
                  </p:nvSpPr>
                  <p:spPr>
                    <a:xfrm flipV="1">
                      <a:off x="2481120" y="2256840"/>
                      <a:ext cx="38160" cy="35028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03" name=""/>
                  <p:cNvGrpSpPr/>
                  <p:nvPr/>
                </p:nvGrpSpPr>
                <p:grpSpPr>
                  <a:xfrm>
                    <a:off x="2624040" y="2257200"/>
                    <a:ext cx="147600" cy="510840"/>
                    <a:chOff x="2624040" y="2257200"/>
                    <a:chExt cx="147600" cy="510840"/>
                  </a:xfrm>
                </p:grpSpPr>
                <p:sp>
                  <p:nvSpPr>
                    <p:cNvPr id="804" name=""/>
                    <p:cNvSpPr/>
                    <p:nvPr/>
                  </p:nvSpPr>
                  <p:spPr>
                    <a:xfrm flipV="1">
                      <a:off x="262404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05" name=""/>
                    <p:cNvSpPr/>
                    <p:nvPr/>
                  </p:nvSpPr>
                  <p:spPr>
                    <a:xfrm flipV="1">
                      <a:off x="2724120" y="2266920"/>
                      <a:ext cx="47520" cy="35208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06" name=""/>
                    <p:cNvSpPr/>
                    <p:nvPr/>
                  </p:nvSpPr>
                  <p:spPr>
                    <a:xfrm flipV="1">
                      <a:off x="2637000" y="2256840"/>
                      <a:ext cx="37800" cy="35028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07" name=""/>
                  <p:cNvGrpSpPr/>
                  <p:nvPr/>
                </p:nvGrpSpPr>
                <p:grpSpPr>
                  <a:xfrm>
                    <a:off x="2779560" y="2257200"/>
                    <a:ext cx="147960" cy="510840"/>
                    <a:chOff x="2779560" y="2257200"/>
                    <a:chExt cx="147960" cy="510840"/>
                  </a:xfrm>
                </p:grpSpPr>
                <p:sp>
                  <p:nvSpPr>
                    <p:cNvPr id="808" name=""/>
                    <p:cNvSpPr/>
                    <p:nvPr/>
                  </p:nvSpPr>
                  <p:spPr>
                    <a:xfrm flipV="1">
                      <a:off x="2779560" y="2619720"/>
                      <a:ext cx="14796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09" name=""/>
                    <p:cNvSpPr/>
                    <p:nvPr/>
                  </p:nvSpPr>
                  <p:spPr>
                    <a:xfrm flipV="1">
                      <a:off x="2879640" y="2266920"/>
                      <a:ext cx="46080" cy="3520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10" name=""/>
                    <p:cNvSpPr/>
                    <p:nvPr/>
                  </p:nvSpPr>
                  <p:spPr>
                    <a:xfrm flipV="1">
                      <a:off x="2792520" y="2256840"/>
                      <a:ext cx="38160" cy="35028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11" name=""/>
                  <p:cNvGrpSpPr/>
                  <p:nvPr/>
                </p:nvGrpSpPr>
                <p:grpSpPr>
                  <a:xfrm>
                    <a:off x="2935440" y="2257200"/>
                    <a:ext cx="147600" cy="510840"/>
                    <a:chOff x="2935440" y="2257200"/>
                    <a:chExt cx="147600" cy="510840"/>
                  </a:xfrm>
                </p:grpSpPr>
                <p:sp>
                  <p:nvSpPr>
                    <p:cNvPr id="812" name=""/>
                    <p:cNvSpPr/>
                    <p:nvPr/>
                  </p:nvSpPr>
                  <p:spPr>
                    <a:xfrm flipV="1">
                      <a:off x="293544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13" name=""/>
                    <p:cNvSpPr/>
                    <p:nvPr/>
                  </p:nvSpPr>
                  <p:spPr>
                    <a:xfrm flipV="1">
                      <a:off x="3035160" y="2266920"/>
                      <a:ext cx="46080" cy="3520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14" name=""/>
                    <p:cNvSpPr/>
                    <p:nvPr/>
                  </p:nvSpPr>
                  <p:spPr>
                    <a:xfrm flipV="1">
                      <a:off x="2948040" y="2256840"/>
                      <a:ext cx="38160" cy="35028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815" name=""/>
              <p:cNvGrpSpPr/>
              <p:nvPr/>
            </p:nvGrpSpPr>
            <p:grpSpPr>
              <a:xfrm>
                <a:off x="3098880" y="1712880"/>
                <a:ext cx="768240" cy="1055160"/>
                <a:chOff x="3098880" y="1712880"/>
                <a:chExt cx="768240" cy="1055160"/>
              </a:xfrm>
            </p:grpSpPr>
            <p:grpSp>
              <p:nvGrpSpPr>
                <p:cNvPr id="816" name=""/>
                <p:cNvGrpSpPr/>
                <p:nvPr/>
              </p:nvGrpSpPr>
              <p:grpSpPr>
                <a:xfrm>
                  <a:off x="3098880" y="1712880"/>
                  <a:ext cx="768240" cy="512640"/>
                  <a:chOff x="3098880" y="1712880"/>
                  <a:chExt cx="768240" cy="512640"/>
                </a:xfrm>
              </p:grpSpPr>
              <p:grpSp>
                <p:nvGrpSpPr>
                  <p:cNvPr id="817" name=""/>
                  <p:cNvGrpSpPr/>
                  <p:nvPr/>
                </p:nvGrpSpPr>
                <p:grpSpPr>
                  <a:xfrm>
                    <a:off x="3098880" y="1712880"/>
                    <a:ext cx="147600" cy="512640"/>
                    <a:chOff x="3098880" y="1712880"/>
                    <a:chExt cx="147600" cy="512640"/>
                  </a:xfrm>
                </p:grpSpPr>
                <p:sp>
                  <p:nvSpPr>
                    <p:cNvPr id="818" name=""/>
                    <p:cNvSpPr/>
                    <p:nvPr/>
                  </p:nvSpPr>
                  <p:spPr>
                    <a:xfrm>
                      <a:off x="309888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19" name=""/>
                    <p:cNvSpPr/>
                    <p:nvPr/>
                  </p:nvSpPr>
                  <p:spPr>
                    <a:xfrm>
                      <a:off x="3198960" y="186372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20" name=""/>
                    <p:cNvSpPr/>
                    <p:nvPr/>
                  </p:nvSpPr>
                  <p:spPr>
                    <a:xfrm>
                      <a:off x="3111480" y="187812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21" name=""/>
                  <p:cNvGrpSpPr/>
                  <p:nvPr/>
                </p:nvGrpSpPr>
                <p:grpSpPr>
                  <a:xfrm>
                    <a:off x="3254400" y="1712880"/>
                    <a:ext cx="147600" cy="512640"/>
                    <a:chOff x="3254400" y="1712880"/>
                    <a:chExt cx="147600" cy="512640"/>
                  </a:xfrm>
                </p:grpSpPr>
                <p:sp>
                  <p:nvSpPr>
                    <p:cNvPr id="822" name=""/>
                    <p:cNvSpPr/>
                    <p:nvPr/>
                  </p:nvSpPr>
                  <p:spPr>
                    <a:xfrm>
                      <a:off x="325440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23" name=""/>
                    <p:cNvSpPr/>
                    <p:nvPr/>
                  </p:nvSpPr>
                  <p:spPr>
                    <a:xfrm>
                      <a:off x="3354480" y="186372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24" name=""/>
                    <p:cNvSpPr/>
                    <p:nvPr/>
                  </p:nvSpPr>
                  <p:spPr>
                    <a:xfrm>
                      <a:off x="3267000" y="187812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25" name=""/>
                  <p:cNvGrpSpPr/>
                  <p:nvPr/>
                </p:nvGrpSpPr>
                <p:grpSpPr>
                  <a:xfrm>
                    <a:off x="3409920" y="1712880"/>
                    <a:ext cx="147600" cy="512640"/>
                    <a:chOff x="3409920" y="1712880"/>
                    <a:chExt cx="147600" cy="512640"/>
                  </a:xfrm>
                </p:grpSpPr>
                <p:sp>
                  <p:nvSpPr>
                    <p:cNvPr id="826" name=""/>
                    <p:cNvSpPr/>
                    <p:nvPr/>
                  </p:nvSpPr>
                  <p:spPr>
                    <a:xfrm>
                      <a:off x="340992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27" name=""/>
                    <p:cNvSpPr/>
                    <p:nvPr/>
                  </p:nvSpPr>
                  <p:spPr>
                    <a:xfrm>
                      <a:off x="3510000" y="1863720"/>
                      <a:ext cx="47520" cy="34920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28" name=""/>
                    <p:cNvSpPr/>
                    <p:nvPr/>
                  </p:nvSpPr>
                  <p:spPr>
                    <a:xfrm>
                      <a:off x="3421080" y="187812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29" name=""/>
                  <p:cNvGrpSpPr/>
                  <p:nvPr/>
                </p:nvGrpSpPr>
                <p:grpSpPr>
                  <a:xfrm>
                    <a:off x="3564000" y="1712880"/>
                    <a:ext cx="147600" cy="512640"/>
                    <a:chOff x="3564000" y="1712880"/>
                    <a:chExt cx="147600" cy="512640"/>
                  </a:xfrm>
                </p:grpSpPr>
                <p:sp>
                  <p:nvSpPr>
                    <p:cNvPr id="830" name=""/>
                    <p:cNvSpPr/>
                    <p:nvPr/>
                  </p:nvSpPr>
                  <p:spPr>
                    <a:xfrm>
                      <a:off x="356400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31" name=""/>
                    <p:cNvSpPr/>
                    <p:nvPr/>
                  </p:nvSpPr>
                  <p:spPr>
                    <a:xfrm>
                      <a:off x="3664080" y="186372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32" name=""/>
                    <p:cNvSpPr/>
                    <p:nvPr/>
                  </p:nvSpPr>
                  <p:spPr>
                    <a:xfrm>
                      <a:off x="3576600" y="187812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33" name=""/>
                  <p:cNvGrpSpPr/>
                  <p:nvPr/>
                </p:nvGrpSpPr>
                <p:grpSpPr>
                  <a:xfrm>
                    <a:off x="3719520" y="1712880"/>
                    <a:ext cx="147600" cy="512640"/>
                    <a:chOff x="3719520" y="1712880"/>
                    <a:chExt cx="147600" cy="512640"/>
                  </a:xfrm>
                </p:grpSpPr>
                <p:sp>
                  <p:nvSpPr>
                    <p:cNvPr id="834" name=""/>
                    <p:cNvSpPr/>
                    <p:nvPr/>
                  </p:nvSpPr>
                  <p:spPr>
                    <a:xfrm>
                      <a:off x="3719520" y="171288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35" name=""/>
                    <p:cNvSpPr/>
                    <p:nvPr/>
                  </p:nvSpPr>
                  <p:spPr>
                    <a:xfrm>
                      <a:off x="3819600" y="186372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36" name=""/>
                    <p:cNvSpPr/>
                    <p:nvPr/>
                  </p:nvSpPr>
                  <p:spPr>
                    <a:xfrm>
                      <a:off x="3732120" y="1878120"/>
                      <a:ext cx="38160" cy="34740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400"/>
                        <a:gd name="textAreaBottom" fmla="*/ 347400 h 34740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837" name=""/>
                <p:cNvGrpSpPr/>
                <p:nvPr/>
              </p:nvGrpSpPr>
              <p:grpSpPr>
                <a:xfrm>
                  <a:off x="3098880" y="2257200"/>
                  <a:ext cx="768240" cy="510840"/>
                  <a:chOff x="3098880" y="2257200"/>
                  <a:chExt cx="768240" cy="510840"/>
                </a:xfrm>
              </p:grpSpPr>
              <p:grpSp>
                <p:nvGrpSpPr>
                  <p:cNvPr id="838" name=""/>
                  <p:cNvGrpSpPr/>
                  <p:nvPr/>
                </p:nvGrpSpPr>
                <p:grpSpPr>
                  <a:xfrm>
                    <a:off x="3098880" y="2257200"/>
                    <a:ext cx="147600" cy="510840"/>
                    <a:chOff x="3098880" y="2257200"/>
                    <a:chExt cx="147600" cy="510840"/>
                  </a:xfrm>
                </p:grpSpPr>
                <p:sp>
                  <p:nvSpPr>
                    <p:cNvPr id="839" name=""/>
                    <p:cNvSpPr/>
                    <p:nvPr/>
                  </p:nvSpPr>
                  <p:spPr>
                    <a:xfrm flipV="1">
                      <a:off x="309888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40" name=""/>
                    <p:cNvSpPr/>
                    <p:nvPr/>
                  </p:nvSpPr>
                  <p:spPr>
                    <a:xfrm flipV="1">
                      <a:off x="3198960" y="2266920"/>
                      <a:ext cx="45720" cy="35208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41" name=""/>
                    <p:cNvSpPr/>
                    <p:nvPr/>
                  </p:nvSpPr>
                  <p:spPr>
                    <a:xfrm flipV="1">
                      <a:off x="3111480" y="2256840"/>
                      <a:ext cx="38160" cy="35028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42" name=""/>
                  <p:cNvGrpSpPr/>
                  <p:nvPr/>
                </p:nvGrpSpPr>
                <p:grpSpPr>
                  <a:xfrm>
                    <a:off x="3254400" y="2257200"/>
                    <a:ext cx="147600" cy="510840"/>
                    <a:chOff x="3254400" y="2257200"/>
                    <a:chExt cx="147600" cy="510840"/>
                  </a:xfrm>
                </p:grpSpPr>
                <p:sp>
                  <p:nvSpPr>
                    <p:cNvPr id="843" name=""/>
                    <p:cNvSpPr/>
                    <p:nvPr/>
                  </p:nvSpPr>
                  <p:spPr>
                    <a:xfrm flipV="1">
                      <a:off x="325440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44" name=""/>
                    <p:cNvSpPr/>
                    <p:nvPr/>
                  </p:nvSpPr>
                  <p:spPr>
                    <a:xfrm flipV="1">
                      <a:off x="3354480" y="2266920"/>
                      <a:ext cx="46080" cy="3520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45" name=""/>
                    <p:cNvSpPr/>
                    <p:nvPr/>
                  </p:nvSpPr>
                  <p:spPr>
                    <a:xfrm flipV="1">
                      <a:off x="3267000" y="2256840"/>
                      <a:ext cx="38160" cy="35028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46" name=""/>
                  <p:cNvGrpSpPr/>
                  <p:nvPr/>
                </p:nvGrpSpPr>
                <p:grpSpPr>
                  <a:xfrm>
                    <a:off x="3409920" y="2257200"/>
                    <a:ext cx="147600" cy="510840"/>
                    <a:chOff x="3409920" y="2257200"/>
                    <a:chExt cx="147600" cy="510840"/>
                  </a:xfrm>
                </p:grpSpPr>
                <p:sp>
                  <p:nvSpPr>
                    <p:cNvPr id="847" name=""/>
                    <p:cNvSpPr/>
                    <p:nvPr/>
                  </p:nvSpPr>
                  <p:spPr>
                    <a:xfrm flipV="1">
                      <a:off x="340992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48" name=""/>
                    <p:cNvSpPr/>
                    <p:nvPr/>
                  </p:nvSpPr>
                  <p:spPr>
                    <a:xfrm flipV="1">
                      <a:off x="3510000" y="2266920"/>
                      <a:ext cx="47520" cy="352080"/>
                    </a:xfrm>
                    <a:custGeom>
                      <a:avLst/>
                      <a:gdLst>
                        <a:gd name="textAreaLeft" fmla="*/ 0 w 47520"/>
                        <a:gd name="textAreaRight" fmla="*/ 47880 w 4752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49" name=""/>
                    <p:cNvSpPr/>
                    <p:nvPr/>
                  </p:nvSpPr>
                  <p:spPr>
                    <a:xfrm flipV="1">
                      <a:off x="3421080" y="2256840"/>
                      <a:ext cx="38160" cy="35028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50" name=""/>
                  <p:cNvGrpSpPr/>
                  <p:nvPr/>
                </p:nvGrpSpPr>
                <p:grpSpPr>
                  <a:xfrm>
                    <a:off x="3564000" y="2257200"/>
                    <a:ext cx="147600" cy="510840"/>
                    <a:chOff x="3564000" y="2257200"/>
                    <a:chExt cx="147600" cy="510840"/>
                  </a:xfrm>
                </p:grpSpPr>
                <p:sp>
                  <p:nvSpPr>
                    <p:cNvPr id="851" name=""/>
                    <p:cNvSpPr/>
                    <p:nvPr/>
                  </p:nvSpPr>
                  <p:spPr>
                    <a:xfrm flipV="1">
                      <a:off x="356400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52" name=""/>
                    <p:cNvSpPr/>
                    <p:nvPr/>
                  </p:nvSpPr>
                  <p:spPr>
                    <a:xfrm flipV="1">
                      <a:off x="3664080" y="2266920"/>
                      <a:ext cx="46080" cy="3520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53" name=""/>
                    <p:cNvSpPr/>
                    <p:nvPr/>
                  </p:nvSpPr>
                  <p:spPr>
                    <a:xfrm flipV="1">
                      <a:off x="3576600" y="2256840"/>
                      <a:ext cx="38160" cy="35028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54" name=""/>
                  <p:cNvGrpSpPr/>
                  <p:nvPr/>
                </p:nvGrpSpPr>
                <p:grpSpPr>
                  <a:xfrm>
                    <a:off x="3719520" y="2257200"/>
                    <a:ext cx="147600" cy="510840"/>
                    <a:chOff x="3719520" y="2257200"/>
                    <a:chExt cx="147600" cy="510840"/>
                  </a:xfrm>
                </p:grpSpPr>
                <p:sp>
                  <p:nvSpPr>
                    <p:cNvPr id="855" name=""/>
                    <p:cNvSpPr/>
                    <p:nvPr/>
                  </p:nvSpPr>
                  <p:spPr>
                    <a:xfrm flipV="1">
                      <a:off x="3719520" y="2619720"/>
                      <a:ext cx="147600" cy="147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56" name=""/>
                    <p:cNvSpPr/>
                    <p:nvPr/>
                  </p:nvSpPr>
                  <p:spPr>
                    <a:xfrm flipV="1">
                      <a:off x="3819600" y="2266920"/>
                      <a:ext cx="46080" cy="35208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52080"/>
                        <a:gd name="textAreaBottom" fmla="*/ 352800 h 35208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57" name=""/>
                    <p:cNvSpPr/>
                    <p:nvPr/>
                  </p:nvSpPr>
                  <p:spPr>
                    <a:xfrm flipV="1">
                      <a:off x="3732120" y="2256840"/>
                      <a:ext cx="38160" cy="35028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-360 h 350280"/>
                        <a:gd name="textAreaBottom" fmla="*/ 350280 h 35028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858" name=""/>
            <p:cNvGrpSpPr/>
            <p:nvPr/>
          </p:nvGrpSpPr>
          <p:grpSpPr>
            <a:xfrm>
              <a:off x="3886200" y="1709640"/>
              <a:ext cx="1550880" cy="1055880"/>
              <a:chOff x="3886200" y="1709640"/>
              <a:chExt cx="1550880" cy="1055880"/>
            </a:xfrm>
          </p:grpSpPr>
          <p:grpSp>
            <p:nvGrpSpPr>
              <p:cNvPr id="859" name=""/>
              <p:cNvGrpSpPr/>
              <p:nvPr/>
            </p:nvGrpSpPr>
            <p:grpSpPr>
              <a:xfrm>
                <a:off x="3886200" y="1709640"/>
                <a:ext cx="766800" cy="1055880"/>
                <a:chOff x="3886200" y="1709640"/>
                <a:chExt cx="766800" cy="1055880"/>
              </a:xfrm>
            </p:grpSpPr>
            <p:grpSp>
              <p:nvGrpSpPr>
                <p:cNvPr id="860" name=""/>
                <p:cNvGrpSpPr/>
                <p:nvPr/>
              </p:nvGrpSpPr>
              <p:grpSpPr>
                <a:xfrm>
                  <a:off x="3886200" y="1709640"/>
                  <a:ext cx="766800" cy="513000"/>
                  <a:chOff x="3886200" y="1709640"/>
                  <a:chExt cx="766800" cy="513000"/>
                </a:xfrm>
              </p:grpSpPr>
              <p:grpSp>
                <p:nvGrpSpPr>
                  <p:cNvPr id="861" name=""/>
                  <p:cNvGrpSpPr/>
                  <p:nvPr/>
                </p:nvGrpSpPr>
                <p:grpSpPr>
                  <a:xfrm>
                    <a:off x="3886200" y="1709640"/>
                    <a:ext cx="147600" cy="513000"/>
                    <a:chOff x="3886200" y="1709640"/>
                    <a:chExt cx="147600" cy="513000"/>
                  </a:xfrm>
                </p:grpSpPr>
                <p:sp>
                  <p:nvSpPr>
                    <p:cNvPr id="862" name=""/>
                    <p:cNvSpPr/>
                    <p:nvPr/>
                  </p:nvSpPr>
                  <p:spPr>
                    <a:xfrm>
                      <a:off x="3886200" y="17096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63" name=""/>
                    <p:cNvSpPr/>
                    <p:nvPr/>
                  </p:nvSpPr>
                  <p:spPr>
                    <a:xfrm>
                      <a:off x="3986280" y="18590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64" name=""/>
                    <p:cNvSpPr/>
                    <p:nvPr/>
                  </p:nvSpPr>
                  <p:spPr>
                    <a:xfrm>
                      <a:off x="3898800" y="187488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65" name=""/>
                  <p:cNvGrpSpPr/>
                  <p:nvPr/>
                </p:nvGrpSpPr>
                <p:grpSpPr>
                  <a:xfrm>
                    <a:off x="4041720" y="1709640"/>
                    <a:ext cx="146160" cy="513000"/>
                    <a:chOff x="4041720" y="1709640"/>
                    <a:chExt cx="146160" cy="513000"/>
                  </a:xfrm>
                </p:grpSpPr>
                <p:sp>
                  <p:nvSpPr>
                    <p:cNvPr id="866" name=""/>
                    <p:cNvSpPr/>
                    <p:nvPr/>
                  </p:nvSpPr>
                  <p:spPr>
                    <a:xfrm>
                      <a:off x="4041720" y="170964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67" name=""/>
                    <p:cNvSpPr/>
                    <p:nvPr/>
                  </p:nvSpPr>
                  <p:spPr>
                    <a:xfrm>
                      <a:off x="4141800" y="18590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68" name=""/>
                    <p:cNvSpPr/>
                    <p:nvPr/>
                  </p:nvSpPr>
                  <p:spPr>
                    <a:xfrm>
                      <a:off x="4052880" y="187488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69" name=""/>
                  <p:cNvGrpSpPr/>
                  <p:nvPr/>
                </p:nvGrpSpPr>
                <p:grpSpPr>
                  <a:xfrm>
                    <a:off x="4195800" y="1709640"/>
                    <a:ext cx="146160" cy="513000"/>
                    <a:chOff x="4195800" y="1709640"/>
                    <a:chExt cx="146160" cy="513000"/>
                  </a:xfrm>
                </p:grpSpPr>
                <p:sp>
                  <p:nvSpPr>
                    <p:cNvPr id="870" name=""/>
                    <p:cNvSpPr/>
                    <p:nvPr/>
                  </p:nvSpPr>
                  <p:spPr>
                    <a:xfrm>
                      <a:off x="4195800" y="170964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71" name=""/>
                    <p:cNvSpPr/>
                    <p:nvPr/>
                  </p:nvSpPr>
                  <p:spPr>
                    <a:xfrm>
                      <a:off x="4295880" y="18590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72" name=""/>
                    <p:cNvSpPr/>
                    <p:nvPr/>
                  </p:nvSpPr>
                  <p:spPr>
                    <a:xfrm>
                      <a:off x="421020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73" name=""/>
                  <p:cNvGrpSpPr/>
                  <p:nvPr/>
                </p:nvGrpSpPr>
                <p:grpSpPr>
                  <a:xfrm>
                    <a:off x="4351320" y="1709640"/>
                    <a:ext cx="147600" cy="513000"/>
                    <a:chOff x="4351320" y="1709640"/>
                    <a:chExt cx="147600" cy="513000"/>
                  </a:xfrm>
                </p:grpSpPr>
                <p:sp>
                  <p:nvSpPr>
                    <p:cNvPr id="874" name=""/>
                    <p:cNvSpPr/>
                    <p:nvPr/>
                  </p:nvSpPr>
                  <p:spPr>
                    <a:xfrm>
                      <a:off x="4351320" y="17096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75" name=""/>
                    <p:cNvSpPr/>
                    <p:nvPr/>
                  </p:nvSpPr>
                  <p:spPr>
                    <a:xfrm>
                      <a:off x="4448160" y="18590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76" name=""/>
                    <p:cNvSpPr/>
                    <p:nvPr/>
                  </p:nvSpPr>
                  <p:spPr>
                    <a:xfrm>
                      <a:off x="436104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77" name=""/>
                  <p:cNvGrpSpPr/>
                  <p:nvPr/>
                </p:nvGrpSpPr>
                <p:grpSpPr>
                  <a:xfrm>
                    <a:off x="4505400" y="1709640"/>
                    <a:ext cx="147600" cy="513000"/>
                    <a:chOff x="4505400" y="1709640"/>
                    <a:chExt cx="147600" cy="513000"/>
                  </a:xfrm>
                </p:grpSpPr>
                <p:sp>
                  <p:nvSpPr>
                    <p:cNvPr id="878" name=""/>
                    <p:cNvSpPr/>
                    <p:nvPr/>
                  </p:nvSpPr>
                  <p:spPr>
                    <a:xfrm>
                      <a:off x="4505400" y="17096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79" name=""/>
                    <p:cNvSpPr/>
                    <p:nvPr/>
                  </p:nvSpPr>
                  <p:spPr>
                    <a:xfrm>
                      <a:off x="4603680" y="18590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80" name=""/>
                    <p:cNvSpPr/>
                    <p:nvPr/>
                  </p:nvSpPr>
                  <p:spPr>
                    <a:xfrm>
                      <a:off x="451656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881" name=""/>
                <p:cNvGrpSpPr/>
                <p:nvPr/>
              </p:nvGrpSpPr>
              <p:grpSpPr>
                <a:xfrm>
                  <a:off x="3886200" y="2252520"/>
                  <a:ext cx="766800" cy="513000"/>
                  <a:chOff x="3886200" y="2252520"/>
                  <a:chExt cx="766800" cy="513000"/>
                </a:xfrm>
              </p:grpSpPr>
              <p:grpSp>
                <p:nvGrpSpPr>
                  <p:cNvPr id="882" name=""/>
                  <p:cNvGrpSpPr/>
                  <p:nvPr/>
                </p:nvGrpSpPr>
                <p:grpSpPr>
                  <a:xfrm>
                    <a:off x="3886200" y="2252520"/>
                    <a:ext cx="147600" cy="513000"/>
                    <a:chOff x="3886200" y="2252520"/>
                    <a:chExt cx="147600" cy="513000"/>
                  </a:xfrm>
                </p:grpSpPr>
                <p:sp>
                  <p:nvSpPr>
                    <p:cNvPr id="883" name=""/>
                    <p:cNvSpPr/>
                    <p:nvPr/>
                  </p:nvSpPr>
                  <p:spPr>
                    <a:xfrm flipV="1">
                      <a:off x="3886200" y="26179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84" name=""/>
                    <p:cNvSpPr/>
                    <p:nvPr/>
                  </p:nvSpPr>
                  <p:spPr>
                    <a:xfrm flipV="1">
                      <a:off x="3986280" y="2268360"/>
                      <a:ext cx="46080" cy="3463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85" name=""/>
                    <p:cNvSpPr/>
                    <p:nvPr/>
                  </p:nvSpPr>
                  <p:spPr>
                    <a:xfrm flipV="1">
                      <a:off x="3898800" y="2252520"/>
                      <a:ext cx="38160" cy="3463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86" name=""/>
                  <p:cNvGrpSpPr/>
                  <p:nvPr/>
                </p:nvGrpSpPr>
                <p:grpSpPr>
                  <a:xfrm>
                    <a:off x="4041720" y="2252520"/>
                    <a:ext cx="146160" cy="513000"/>
                    <a:chOff x="4041720" y="2252520"/>
                    <a:chExt cx="146160" cy="513000"/>
                  </a:xfrm>
                </p:grpSpPr>
                <p:sp>
                  <p:nvSpPr>
                    <p:cNvPr id="887" name=""/>
                    <p:cNvSpPr/>
                    <p:nvPr/>
                  </p:nvSpPr>
                  <p:spPr>
                    <a:xfrm flipV="1">
                      <a:off x="4041720" y="261792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88" name=""/>
                    <p:cNvSpPr/>
                    <p:nvPr/>
                  </p:nvSpPr>
                  <p:spPr>
                    <a:xfrm flipV="1">
                      <a:off x="4141800" y="2268360"/>
                      <a:ext cx="46080" cy="3463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89" name=""/>
                    <p:cNvSpPr/>
                    <p:nvPr/>
                  </p:nvSpPr>
                  <p:spPr>
                    <a:xfrm flipV="1">
                      <a:off x="4052880" y="2252520"/>
                      <a:ext cx="38160" cy="3463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90" name=""/>
                  <p:cNvGrpSpPr/>
                  <p:nvPr/>
                </p:nvGrpSpPr>
                <p:grpSpPr>
                  <a:xfrm>
                    <a:off x="4195800" y="2252520"/>
                    <a:ext cx="146160" cy="513000"/>
                    <a:chOff x="4195800" y="2252520"/>
                    <a:chExt cx="146160" cy="513000"/>
                  </a:xfrm>
                </p:grpSpPr>
                <p:sp>
                  <p:nvSpPr>
                    <p:cNvPr id="891" name=""/>
                    <p:cNvSpPr/>
                    <p:nvPr/>
                  </p:nvSpPr>
                  <p:spPr>
                    <a:xfrm flipV="1">
                      <a:off x="4195800" y="261792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92" name=""/>
                    <p:cNvSpPr/>
                    <p:nvPr/>
                  </p:nvSpPr>
                  <p:spPr>
                    <a:xfrm flipV="1">
                      <a:off x="4295880" y="2268360"/>
                      <a:ext cx="46080" cy="3463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93" name=""/>
                    <p:cNvSpPr/>
                    <p:nvPr/>
                  </p:nvSpPr>
                  <p:spPr>
                    <a:xfrm flipV="1">
                      <a:off x="421020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94" name=""/>
                  <p:cNvGrpSpPr/>
                  <p:nvPr/>
                </p:nvGrpSpPr>
                <p:grpSpPr>
                  <a:xfrm>
                    <a:off x="4351320" y="2252520"/>
                    <a:ext cx="147600" cy="513000"/>
                    <a:chOff x="4351320" y="2252520"/>
                    <a:chExt cx="147600" cy="513000"/>
                  </a:xfrm>
                </p:grpSpPr>
                <p:sp>
                  <p:nvSpPr>
                    <p:cNvPr id="895" name=""/>
                    <p:cNvSpPr/>
                    <p:nvPr/>
                  </p:nvSpPr>
                  <p:spPr>
                    <a:xfrm flipV="1">
                      <a:off x="4351320" y="26179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96" name=""/>
                    <p:cNvSpPr/>
                    <p:nvPr/>
                  </p:nvSpPr>
                  <p:spPr>
                    <a:xfrm flipV="1">
                      <a:off x="4448160" y="2268360"/>
                      <a:ext cx="46080" cy="3463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97" name=""/>
                    <p:cNvSpPr/>
                    <p:nvPr/>
                  </p:nvSpPr>
                  <p:spPr>
                    <a:xfrm flipV="1">
                      <a:off x="436104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98" name=""/>
                  <p:cNvGrpSpPr/>
                  <p:nvPr/>
                </p:nvGrpSpPr>
                <p:grpSpPr>
                  <a:xfrm>
                    <a:off x="4505400" y="2252520"/>
                    <a:ext cx="147600" cy="513000"/>
                    <a:chOff x="4505400" y="2252520"/>
                    <a:chExt cx="147600" cy="513000"/>
                  </a:xfrm>
                </p:grpSpPr>
                <p:sp>
                  <p:nvSpPr>
                    <p:cNvPr id="899" name=""/>
                    <p:cNvSpPr/>
                    <p:nvPr/>
                  </p:nvSpPr>
                  <p:spPr>
                    <a:xfrm flipV="1">
                      <a:off x="4505400" y="26179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00" name=""/>
                    <p:cNvSpPr/>
                    <p:nvPr/>
                  </p:nvSpPr>
                  <p:spPr>
                    <a:xfrm flipV="1">
                      <a:off x="4603680" y="2268360"/>
                      <a:ext cx="46080" cy="3463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01" name=""/>
                    <p:cNvSpPr/>
                    <p:nvPr/>
                  </p:nvSpPr>
                  <p:spPr>
                    <a:xfrm flipV="1">
                      <a:off x="451656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902" name=""/>
              <p:cNvGrpSpPr/>
              <p:nvPr/>
            </p:nvGrpSpPr>
            <p:grpSpPr>
              <a:xfrm>
                <a:off x="4670280" y="1709640"/>
                <a:ext cx="766800" cy="1055880"/>
                <a:chOff x="4670280" y="1709640"/>
                <a:chExt cx="766800" cy="1055880"/>
              </a:xfrm>
            </p:grpSpPr>
            <p:grpSp>
              <p:nvGrpSpPr>
                <p:cNvPr id="903" name=""/>
                <p:cNvGrpSpPr/>
                <p:nvPr/>
              </p:nvGrpSpPr>
              <p:grpSpPr>
                <a:xfrm>
                  <a:off x="4670280" y="1709640"/>
                  <a:ext cx="766800" cy="513000"/>
                  <a:chOff x="4670280" y="1709640"/>
                  <a:chExt cx="766800" cy="513000"/>
                </a:xfrm>
              </p:grpSpPr>
              <p:grpSp>
                <p:nvGrpSpPr>
                  <p:cNvPr id="904" name=""/>
                  <p:cNvGrpSpPr/>
                  <p:nvPr/>
                </p:nvGrpSpPr>
                <p:grpSpPr>
                  <a:xfrm>
                    <a:off x="4670280" y="1709640"/>
                    <a:ext cx="147960" cy="513000"/>
                    <a:chOff x="4670280" y="1709640"/>
                    <a:chExt cx="147960" cy="513000"/>
                  </a:xfrm>
                </p:grpSpPr>
                <p:sp>
                  <p:nvSpPr>
                    <p:cNvPr id="905" name=""/>
                    <p:cNvSpPr/>
                    <p:nvPr/>
                  </p:nvSpPr>
                  <p:spPr>
                    <a:xfrm>
                      <a:off x="4670280" y="170964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06" name=""/>
                    <p:cNvSpPr/>
                    <p:nvPr/>
                  </p:nvSpPr>
                  <p:spPr>
                    <a:xfrm>
                      <a:off x="4770360" y="18590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07" name=""/>
                    <p:cNvSpPr/>
                    <p:nvPr/>
                  </p:nvSpPr>
                  <p:spPr>
                    <a:xfrm>
                      <a:off x="4683240" y="187488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08" name=""/>
                  <p:cNvGrpSpPr/>
                  <p:nvPr/>
                </p:nvGrpSpPr>
                <p:grpSpPr>
                  <a:xfrm>
                    <a:off x="4824360" y="1709640"/>
                    <a:ext cx="147600" cy="513000"/>
                    <a:chOff x="4824360" y="1709640"/>
                    <a:chExt cx="147600" cy="513000"/>
                  </a:xfrm>
                </p:grpSpPr>
                <p:sp>
                  <p:nvSpPr>
                    <p:cNvPr id="909" name=""/>
                    <p:cNvSpPr/>
                    <p:nvPr/>
                  </p:nvSpPr>
                  <p:spPr>
                    <a:xfrm>
                      <a:off x="4824360" y="17096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10" name=""/>
                    <p:cNvSpPr/>
                    <p:nvPr/>
                  </p:nvSpPr>
                  <p:spPr>
                    <a:xfrm>
                      <a:off x="4924440" y="18590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11" name=""/>
                    <p:cNvSpPr/>
                    <p:nvPr/>
                  </p:nvSpPr>
                  <p:spPr>
                    <a:xfrm>
                      <a:off x="4835520" y="187488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12" name=""/>
                  <p:cNvGrpSpPr/>
                  <p:nvPr/>
                </p:nvGrpSpPr>
                <p:grpSpPr>
                  <a:xfrm>
                    <a:off x="4978440" y="1709640"/>
                    <a:ext cx="147600" cy="513000"/>
                    <a:chOff x="4978440" y="1709640"/>
                    <a:chExt cx="147600" cy="513000"/>
                  </a:xfrm>
                </p:grpSpPr>
                <p:sp>
                  <p:nvSpPr>
                    <p:cNvPr id="913" name=""/>
                    <p:cNvSpPr/>
                    <p:nvPr/>
                  </p:nvSpPr>
                  <p:spPr>
                    <a:xfrm>
                      <a:off x="4978440" y="17096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14" name=""/>
                    <p:cNvSpPr/>
                    <p:nvPr/>
                  </p:nvSpPr>
                  <p:spPr>
                    <a:xfrm>
                      <a:off x="5076720" y="1859040"/>
                      <a:ext cx="47880" cy="349200"/>
                    </a:xfrm>
                    <a:custGeom>
                      <a:avLst/>
                      <a:gdLst>
                        <a:gd name="textAreaLeft" fmla="*/ 0 w 47880"/>
                        <a:gd name="textAreaRight" fmla="*/ 48240 w 478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15" name=""/>
                    <p:cNvSpPr/>
                    <p:nvPr/>
                  </p:nvSpPr>
                  <p:spPr>
                    <a:xfrm>
                      <a:off x="4989600" y="187488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16" name=""/>
                  <p:cNvGrpSpPr/>
                  <p:nvPr/>
                </p:nvGrpSpPr>
                <p:grpSpPr>
                  <a:xfrm>
                    <a:off x="5133960" y="1709640"/>
                    <a:ext cx="146160" cy="513000"/>
                    <a:chOff x="5133960" y="1709640"/>
                    <a:chExt cx="146160" cy="513000"/>
                  </a:xfrm>
                </p:grpSpPr>
                <p:sp>
                  <p:nvSpPr>
                    <p:cNvPr id="917" name=""/>
                    <p:cNvSpPr/>
                    <p:nvPr/>
                  </p:nvSpPr>
                  <p:spPr>
                    <a:xfrm>
                      <a:off x="5133960" y="170964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18" name=""/>
                    <p:cNvSpPr/>
                    <p:nvPr/>
                  </p:nvSpPr>
                  <p:spPr>
                    <a:xfrm>
                      <a:off x="5232240" y="1859040"/>
                      <a:ext cx="46080" cy="34920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19" name=""/>
                    <p:cNvSpPr/>
                    <p:nvPr/>
                  </p:nvSpPr>
                  <p:spPr>
                    <a:xfrm>
                      <a:off x="5146560" y="187488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20" name=""/>
                  <p:cNvGrpSpPr/>
                  <p:nvPr/>
                </p:nvGrpSpPr>
                <p:grpSpPr>
                  <a:xfrm>
                    <a:off x="5289480" y="1709640"/>
                    <a:ext cx="147600" cy="513000"/>
                    <a:chOff x="5289480" y="1709640"/>
                    <a:chExt cx="147600" cy="513000"/>
                  </a:xfrm>
                </p:grpSpPr>
                <p:sp>
                  <p:nvSpPr>
                    <p:cNvPr id="921" name=""/>
                    <p:cNvSpPr/>
                    <p:nvPr/>
                  </p:nvSpPr>
                  <p:spPr>
                    <a:xfrm>
                      <a:off x="5289480" y="17096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22" name=""/>
                    <p:cNvSpPr/>
                    <p:nvPr/>
                  </p:nvSpPr>
                  <p:spPr>
                    <a:xfrm>
                      <a:off x="5388120" y="18590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23" name=""/>
                    <p:cNvSpPr/>
                    <p:nvPr/>
                  </p:nvSpPr>
                  <p:spPr>
                    <a:xfrm>
                      <a:off x="5300640" y="1874880"/>
                      <a:ext cx="38160" cy="34776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924" name=""/>
                <p:cNvGrpSpPr/>
                <p:nvPr/>
              </p:nvGrpSpPr>
              <p:grpSpPr>
                <a:xfrm>
                  <a:off x="4670280" y="2252520"/>
                  <a:ext cx="766800" cy="513000"/>
                  <a:chOff x="4670280" y="2252520"/>
                  <a:chExt cx="766800" cy="513000"/>
                </a:xfrm>
              </p:grpSpPr>
              <p:grpSp>
                <p:nvGrpSpPr>
                  <p:cNvPr id="925" name=""/>
                  <p:cNvGrpSpPr/>
                  <p:nvPr/>
                </p:nvGrpSpPr>
                <p:grpSpPr>
                  <a:xfrm>
                    <a:off x="4670280" y="2252520"/>
                    <a:ext cx="147960" cy="513000"/>
                    <a:chOff x="4670280" y="2252520"/>
                    <a:chExt cx="147960" cy="513000"/>
                  </a:xfrm>
                </p:grpSpPr>
                <p:sp>
                  <p:nvSpPr>
                    <p:cNvPr id="926" name=""/>
                    <p:cNvSpPr/>
                    <p:nvPr/>
                  </p:nvSpPr>
                  <p:spPr>
                    <a:xfrm flipV="1">
                      <a:off x="4670280" y="2617920"/>
                      <a:ext cx="1479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27" name=""/>
                    <p:cNvSpPr/>
                    <p:nvPr/>
                  </p:nvSpPr>
                  <p:spPr>
                    <a:xfrm flipV="1">
                      <a:off x="4770360" y="2268360"/>
                      <a:ext cx="46080" cy="3463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28" name=""/>
                    <p:cNvSpPr/>
                    <p:nvPr/>
                  </p:nvSpPr>
                  <p:spPr>
                    <a:xfrm flipV="1">
                      <a:off x="4683240" y="2252520"/>
                      <a:ext cx="38160" cy="3463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29" name=""/>
                  <p:cNvGrpSpPr/>
                  <p:nvPr/>
                </p:nvGrpSpPr>
                <p:grpSpPr>
                  <a:xfrm>
                    <a:off x="4824360" y="2252520"/>
                    <a:ext cx="147600" cy="513000"/>
                    <a:chOff x="4824360" y="2252520"/>
                    <a:chExt cx="147600" cy="513000"/>
                  </a:xfrm>
                </p:grpSpPr>
                <p:sp>
                  <p:nvSpPr>
                    <p:cNvPr id="930" name=""/>
                    <p:cNvSpPr/>
                    <p:nvPr/>
                  </p:nvSpPr>
                  <p:spPr>
                    <a:xfrm flipV="1">
                      <a:off x="4824360" y="26179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31" name=""/>
                    <p:cNvSpPr/>
                    <p:nvPr/>
                  </p:nvSpPr>
                  <p:spPr>
                    <a:xfrm flipV="1">
                      <a:off x="4924440" y="2268360"/>
                      <a:ext cx="46080" cy="3463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32" name=""/>
                    <p:cNvSpPr/>
                    <p:nvPr/>
                  </p:nvSpPr>
                  <p:spPr>
                    <a:xfrm flipV="1">
                      <a:off x="4835520" y="2252520"/>
                      <a:ext cx="38160" cy="3463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33" name=""/>
                  <p:cNvGrpSpPr/>
                  <p:nvPr/>
                </p:nvGrpSpPr>
                <p:grpSpPr>
                  <a:xfrm>
                    <a:off x="4978440" y="2252520"/>
                    <a:ext cx="147600" cy="513000"/>
                    <a:chOff x="4978440" y="2252520"/>
                    <a:chExt cx="147600" cy="513000"/>
                  </a:xfrm>
                </p:grpSpPr>
                <p:sp>
                  <p:nvSpPr>
                    <p:cNvPr id="934" name=""/>
                    <p:cNvSpPr/>
                    <p:nvPr/>
                  </p:nvSpPr>
                  <p:spPr>
                    <a:xfrm flipV="1">
                      <a:off x="4978440" y="26179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35" name=""/>
                    <p:cNvSpPr/>
                    <p:nvPr/>
                  </p:nvSpPr>
                  <p:spPr>
                    <a:xfrm flipV="1">
                      <a:off x="5076720" y="2268360"/>
                      <a:ext cx="47880" cy="346320"/>
                    </a:xfrm>
                    <a:custGeom>
                      <a:avLst/>
                      <a:gdLst>
                        <a:gd name="textAreaLeft" fmla="*/ 0 w 47880"/>
                        <a:gd name="textAreaRight" fmla="*/ 48240 w 478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36" name=""/>
                    <p:cNvSpPr/>
                    <p:nvPr/>
                  </p:nvSpPr>
                  <p:spPr>
                    <a:xfrm flipV="1">
                      <a:off x="4989600" y="2252520"/>
                      <a:ext cx="38160" cy="3463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37" name=""/>
                  <p:cNvGrpSpPr/>
                  <p:nvPr/>
                </p:nvGrpSpPr>
                <p:grpSpPr>
                  <a:xfrm>
                    <a:off x="5133960" y="2252520"/>
                    <a:ext cx="146160" cy="513000"/>
                    <a:chOff x="5133960" y="2252520"/>
                    <a:chExt cx="146160" cy="513000"/>
                  </a:xfrm>
                </p:grpSpPr>
                <p:sp>
                  <p:nvSpPr>
                    <p:cNvPr id="938" name=""/>
                    <p:cNvSpPr/>
                    <p:nvPr/>
                  </p:nvSpPr>
                  <p:spPr>
                    <a:xfrm flipV="1">
                      <a:off x="5133960" y="2617920"/>
                      <a:ext cx="14616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39" name=""/>
                    <p:cNvSpPr/>
                    <p:nvPr/>
                  </p:nvSpPr>
                  <p:spPr>
                    <a:xfrm flipV="1">
                      <a:off x="5232240" y="2268360"/>
                      <a:ext cx="46080" cy="346320"/>
                    </a:xfrm>
                    <a:custGeom>
                      <a:avLst/>
                      <a:gdLst>
                        <a:gd name="textAreaLeft" fmla="*/ 0 w 46080"/>
                        <a:gd name="textAreaRight" fmla="*/ 46440 w 4608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40" name=""/>
                    <p:cNvSpPr/>
                    <p:nvPr/>
                  </p:nvSpPr>
                  <p:spPr>
                    <a:xfrm flipV="1">
                      <a:off x="5146560" y="2252520"/>
                      <a:ext cx="38160" cy="3463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41" name=""/>
                  <p:cNvGrpSpPr/>
                  <p:nvPr/>
                </p:nvGrpSpPr>
                <p:grpSpPr>
                  <a:xfrm>
                    <a:off x="5289480" y="2252520"/>
                    <a:ext cx="147600" cy="513000"/>
                    <a:chOff x="5289480" y="2252520"/>
                    <a:chExt cx="147600" cy="513000"/>
                  </a:xfrm>
                </p:grpSpPr>
                <p:sp>
                  <p:nvSpPr>
                    <p:cNvPr id="942" name=""/>
                    <p:cNvSpPr/>
                    <p:nvPr/>
                  </p:nvSpPr>
                  <p:spPr>
                    <a:xfrm flipV="1">
                      <a:off x="5289480" y="26179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43" name=""/>
                    <p:cNvSpPr/>
                    <p:nvPr/>
                  </p:nvSpPr>
                  <p:spPr>
                    <a:xfrm flipV="1">
                      <a:off x="5388120" y="2268360"/>
                      <a:ext cx="45720" cy="34632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44" name=""/>
                    <p:cNvSpPr/>
                    <p:nvPr/>
                  </p:nvSpPr>
                  <p:spPr>
                    <a:xfrm flipV="1">
                      <a:off x="5300640" y="2252520"/>
                      <a:ext cx="38160" cy="346320"/>
                    </a:xfrm>
                    <a:custGeom>
                      <a:avLst/>
                      <a:gdLst>
                        <a:gd name="textAreaLeft" fmla="*/ 0 w 38160"/>
                        <a:gd name="textAreaRight" fmla="*/ 38520 w 3816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945" name=""/>
            <p:cNvGrpSpPr/>
            <p:nvPr/>
          </p:nvGrpSpPr>
          <p:grpSpPr>
            <a:xfrm>
              <a:off x="5456160" y="1709640"/>
              <a:ext cx="1550160" cy="1055880"/>
              <a:chOff x="5456160" y="1709640"/>
              <a:chExt cx="1550160" cy="1055880"/>
            </a:xfrm>
          </p:grpSpPr>
          <p:grpSp>
            <p:nvGrpSpPr>
              <p:cNvPr id="946" name=""/>
              <p:cNvGrpSpPr/>
              <p:nvPr/>
            </p:nvGrpSpPr>
            <p:grpSpPr>
              <a:xfrm>
                <a:off x="5456160" y="1709640"/>
                <a:ext cx="765360" cy="1055880"/>
                <a:chOff x="5456160" y="1709640"/>
                <a:chExt cx="765360" cy="1055880"/>
              </a:xfrm>
            </p:grpSpPr>
            <p:grpSp>
              <p:nvGrpSpPr>
                <p:cNvPr id="947" name=""/>
                <p:cNvGrpSpPr/>
                <p:nvPr/>
              </p:nvGrpSpPr>
              <p:grpSpPr>
                <a:xfrm>
                  <a:off x="5456160" y="1709640"/>
                  <a:ext cx="765360" cy="513000"/>
                  <a:chOff x="5456160" y="1709640"/>
                  <a:chExt cx="765360" cy="513000"/>
                </a:xfrm>
              </p:grpSpPr>
              <p:grpSp>
                <p:nvGrpSpPr>
                  <p:cNvPr id="948" name=""/>
                  <p:cNvGrpSpPr/>
                  <p:nvPr/>
                </p:nvGrpSpPr>
                <p:grpSpPr>
                  <a:xfrm>
                    <a:off x="5456160" y="1709640"/>
                    <a:ext cx="147240" cy="513000"/>
                    <a:chOff x="5456160" y="1709640"/>
                    <a:chExt cx="147240" cy="513000"/>
                  </a:xfrm>
                </p:grpSpPr>
                <p:sp>
                  <p:nvSpPr>
                    <p:cNvPr id="949" name=""/>
                    <p:cNvSpPr/>
                    <p:nvPr/>
                  </p:nvSpPr>
                  <p:spPr>
                    <a:xfrm>
                      <a:off x="545616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50" name=""/>
                    <p:cNvSpPr/>
                    <p:nvPr/>
                  </p:nvSpPr>
                  <p:spPr>
                    <a:xfrm>
                      <a:off x="5555880" y="18590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51" name=""/>
                    <p:cNvSpPr/>
                    <p:nvPr/>
                  </p:nvSpPr>
                  <p:spPr>
                    <a:xfrm>
                      <a:off x="546840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52" name=""/>
                  <p:cNvGrpSpPr/>
                  <p:nvPr/>
                </p:nvGrpSpPr>
                <p:grpSpPr>
                  <a:xfrm>
                    <a:off x="5609880" y="1709640"/>
                    <a:ext cx="147240" cy="513000"/>
                    <a:chOff x="5609880" y="1709640"/>
                    <a:chExt cx="147240" cy="513000"/>
                  </a:xfrm>
                </p:grpSpPr>
                <p:sp>
                  <p:nvSpPr>
                    <p:cNvPr id="953" name=""/>
                    <p:cNvSpPr/>
                    <p:nvPr/>
                  </p:nvSpPr>
                  <p:spPr>
                    <a:xfrm>
                      <a:off x="560988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54" name=""/>
                    <p:cNvSpPr/>
                    <p:nvPr/>
                  </p:nvSpPr>
                  <p:spPr>
                    <a:xfrm>
                      <a:off x="5709600" y="18590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55" name=""/>
                    <p:cNvSpPr/>
                    <p:nvPr/>
                  </p:nvSpPr>
                  <p:spPr>
                    <a:xfrm>
                      <a:off x="562068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56" name=""/>
                  <p:cNvGrpSpPr/>
                  <p:nvPr/>
                </p:nvGrpSpPr>
                <p:grpSpPr>
                  <a:xfrm>
                    <a:off x="5765040" y="1709640"/>
                    <a:ext cx="147240" cy="513000"/>
                    <a:chOff x="5765040" y="1709640"/>
                    <a:chExt cx="147240" cy="513000"/>
                  </a:xfrm>
                </p:grpSpPr>
                <p:sp>
                  <p:nvSpPr>
                    <p:cNvPr id="957" name=""/>
                    <p:cNvSpPr/>
                    <p:nvPr/>
                  </p:nvSpPr>
                  <p:spPr>
                    <a:xfrm>
                      <a:off x="576504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58" name=""/>
                    <p:cNvSpPr/>
                    <p:nvPr/>
                  </p:nvSpPr>
                  <p:spPr>
                    <a:xfrm>
                      <a:off x="5863320" y="1859040"/>
                      <a:ext cx="47160" cy="349200"/>
                    </a:xfrm>
                    <a:custGeom>
                      <a:avLst/>
                      <a:gdLst>
                        <a:gd name="textAreaLeft" fmla="*/ 0 w 47160"/>
                        <a:gd name="textAreaRight" fmla="*/ 47520 w 4716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59" name=""/>
                    <p:cNvSpPr/>
                    <p:nvPr/>
                  </p:nvSpPr>
                  <p:spPr>
                    <a:xfrm>
                      <a:off x="577584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60" name=""/>
                  <p:cNvGrpSpPr/>
                  <p:nvPr/>
                </p:nvGrpSpPr>
                <p:grpSpPr>
                  <a:xfrm>
                    <a:off x="5922360" y="1709640"/>
                    <a:ext cx="147240" cy="513000"/>
                    <a:chOff x="5922360" y="1709640"/>
                    <a:chExt cx="147240" cy="513000"/>
                  </a:xfrm>
                </p:grpSpPr>
                <p:sp>
                  <p:nvSpPr>
                    <p:cNvPr id="961" name=""/>
                    <p:cNvSpPr/>
                    <p:nvPr/>
                  </p:nvSpPr>
                  <p:spPr>
                    <a:xfrm>
                      <a:off x="592236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62" name=""/>
                    <p:cNvSpPr/>
                    <p:nvPr/>
                  </p:nvSpPr>
                  <p:spPr>
                    <a:xfrm>
                      <a:off x="6018840" y="18590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63" name=""/>
                    <p:cNvSpPr/>
                    <p:nvPr/>
                  </p:nvSpPr>
                  <p:spPr>
                    <a:xfrm>
                      <a:off x="592992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64" name=""/>
                  <p:cNvGrpSpPr/>
                  <p:nvPr/>
                </p:nvGrpSpPr>
                <p:grpSpPr>
                  <a:xfrm>
                    <a:off x="6074280" y="1709640"/>
                    <a:ext cx="147240" cy="513000"/>
                    <a:chOff x="6074280" y="1709640"/>
                    <a:chExt cx="147240" cy="513000"/>
                  </a:xfrm>
                </p:grpSpPr>
                <p:sp>
                  <p:nvSpPr>
                    <p:cNvPr id="965" name=""/>
                    <p:cNvSpPr/>
                    <p:nvPr/>
                  </p:nvSpPr>
                  <p:spPr>
                    <a:xfrm>
                      <a:off x="607428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66" name=""/>
                    <p:cNvSpPr/>
                    <p:nvPr/>
                  </p:nvSpPr>
                  <p:spPr>
                    <a:xfrm>
                      <a:off x="6174000" y="18590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67" name=""/>
                    <p:cNvSpPr/>
                    <p:nvPr/>
                  </p:nvSpPr>
                  <p:spPr>
                    <a:xfrm>
                      <a:off x="608508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968" name=""/>
                <p:cNvGrpSpPr/>
                <p:nvPr/>
              </p:nvGrpSpPr>
              <p:grpSpPr>
                <a:xfrm>
                  <a:off x="5456160" y="2252520"/>
                  <a:ext cx="765360" cy="513000"/>
                  <a:chOff x="5456160" y="2252520"/>
                  <a:chExt cx="765360" cy="513000"/>
                </a:xfrm>
              </p:grpSpPr>
              <p:grpSp>
                <p:nvGrpSpPr>
                  <p:cNvPr id="969" name=""/>
                  <p:cNvGrpSpPr/>
                  <p:nvPr/>
                </p:nvGrpSpPr>
                <p:grpSpPr>
                  <a:xfrm>
                    <a:off x="5456160" y="2252520"/>
                    <a:ext cx="147240" cy="513000"/>
                    <a:chOff x="5456160" y="2252520"/>
                    <a:chExt cx="147240" cy="513000"/>
                  </a:xfrm>
                </p:grpSpPr>
                <p:sp>
                  <p:nvSpPr>
                    <p:cNvPr id="970" name=""/>
                    <p:cNvSpPr/>
                    <p:nvPr/>
                  </p:nvSpPr>
                  <p:spPr>
                    <a:xfrm flipV="1">
                      <a:off x="545616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71" name=""/>
                    <p:cNvSpPr/>
                    <p:nvPr/>
                  </p:nvSpPr>
                  <p:spPr>
                    <a:xfrm flipV="1">
                      <a:off x="5555880" y="2268360"/>
                      <a:ext cx="45720" cy="34632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72" name=""/>
                    <p:cNvSpPr/>
                    <p:nvPr/>
                  </p:nvSpPr>
                  <p:spPr>
                    <a:xfrm flipV="1">
                      <a:off x="546840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73" name=""/>
                  <p:cNvGrpSpPr/>
                  <p:nvPr/>
                </p:nvGrpSpPr>
                <p:grpSpPr>
                  <a:xfrm>
                    <a:off x="5609880" y="2252520"/>
                    <a:ext cx="147240" cy="513000"/>
                    <a:chOff x="5609880" y="2252520"/>
                    <a:chExt cx="147240" cy="513000"/>
                  </a:xfrm>
                </p:grpSpPr>
                <p:sp>
                  <p:nvSpPr>
                    <p:cNvPr id="974" name=""/>
                    <p:cNvSpPr/>
                    <p:nvPr/>
                  </p:nvSpPr>
                  <p:spPr>
                    <a:xfrm flipV="1">
                      <a:off x="560988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75" name=""/>
                    <p:cNvSpPr/>
                    <p:nvPr/>
                  </p:nvSpPr>
                  <p:spPr>
                    <a:xfrm flipV="1">
                      <a:off x="5709600" y="2268360"/>
                      <a:ext cx="45720" cy="34632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76" name=""/>
                    <p:cNvSpPr/>
                    <p:nvPr/>
                  </p:nvSpPr>
                  <p:spPr>
                    <a:xfrm flipV="1">
                      <a:off x="562068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77" name=""/>
                  <p:cNvGrpSpPr/>
                  <p:nvPr/>
                </p:nvGrpSpPr>
                <p:grpSpPr>
                  <a:xfrm>
                    <a:off x="5765040" y="2252520"/>
                    <a:ext cx="147240" cy="513000"/>
                    <a:chOff x="5765040" y="2252520"/>
                    <a:chExt cx="147240" cy="513000"/>
                  </a:xfrm>
                </p:grpSpPr>
                <p:sp>
                  <p:nvSpPr>
                    <p:cNvPr id="978" name=""/>
                    <p:cNvSpPr/>
                    <p:nvPr/>
                  </p:nvSpPr>
                  <p:spPr>
                    <a:xfrm flipV="1">
                      <a:off x="576504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79" name=""/>
                    <p:cNvSpPr/>
                    <p:nvPr/>
                  </p:nvSpPr>
                  <p:spPr>
                    <a:xfrm flipV="1">
                      <a:off x="5863320" y="2268360"/>
                      <a:ext cx="47160" cy="346320"/>
                    </a:xfrm>
                    <a:custGeom>
                      <a:avLst/>
                      <a:gdLst>
                        <a:gd name="textAreaLeft" fmla="*/ 0 w 47160"/>
                        <a:gd name="textAreaRight" fmla="*/ 47520 w 4716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80" name=""/>
                    <p:cNvSpPr/>
                    <p:nvPr/>
                  </p:nvSpPr>
                  <p:spPr>
                    <a:xfrm flipV="1">
                      <a:off x="577584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81" name=""/>
                  <p:cNvGrpSpPr/>
                  <p:nvPr/>
                </p:nvGrpSpPr>
                <p:grpSpPr>
                  <a:xfrm>
                    <a:off x="5922360" y="2252520"/>
                    <a:ext cx="147240" cy="513000"/>
                    <a:chOff x="5922360" y="2252520"/>
                    <a:chExt cx="147240" cy="513000"/>
                  </a:xfrm>
                </p:grpSpPr>
                <p:sp>
                  <p:nvSpPr>
                    <p:cNvPr id="982" name=""/>
                    <p:cNvSpPr/>
                    <p:nvPr/>
                  </p:nvSpPr>
                  <p:spPr>
                    <a:xfrm flipV="1">
                      <a:off x="592236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83" name=""/>
                    <p:cNvSpPr/>
                    <p:nvPr/>
                  </p:nvSpPr>
                  <p:spPr>
                    <a:xfrm flipV="1">
                      <a:off x="6018840" y="2268360"/>
                      <a:ext cx="45720" cy="34632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84" name=""/>
                    <p:cNvSpPr/>
                    <p:nvPr/>
                  </p:nvSpPr>
                  <p:spPr>
                    <a:xfrm flipV="1">
                      <a:off x="592992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85" name=""/>
                  <p:cNvGrpSpPr/>
                  <p:nvPr/>
                </p:nvGrpSpPr>
                <p:grpSpPr>
                  <a:xfrm>
                    <a:off x="6074280" y="2252520"/>
                    <a:ext cx="147240" cy="513000"/>
                    <a:chOff x="6074280" y="2252520"/>
                    <a:chExt cx="147240" cy="513000"/>
                  </a:xfrm>
                </p:grpSpPr>
                <p:sp>
                  <p:nvSpPr>
                    <p:cNvPr id="986" name=""/>
                    <p:cNvSpPr/>
                    <p:nvPr/>
                  </p:nvSpPr>
                  <p:spPr>
                    <a:xfrm flipV="1">
                      <a:off x="607428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87" name=""/>
                    <p:cNvSpPr/>
                    <p:nvPr/>
                  </p:nvSpPr>
                  <p:spPr>
                    <a:xfrm flipV="1">
                      <a:off x="6174000" y="2268360"/>
                      <a:ext cx="45720" cy="34632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88" name=""/>
                    <p:cNvSpPr/>
                    <p:nvPr/>
                  </p:nvSpPr>
                  <p:spPr>
                    <a:xfrm flipV="1">
                      <a:off x="608508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989" name=""/>
              <p:cNvGrpSpPr/>
              <p:nvPr/>
            </p:nvGrpSpPr>
            <p:grpSpPr>
              <a:xfrm>
                <a:off x="6241320" y="1709640"/>
                <a:ext cx="765000" cy="1055880"/>
                <a:chOff x="6241320" y="1709640"/>
                <a:chExt cx="765000" cy="1055880"/>
              </a:xfrm>
            </p:grpSpPr>
            <p:grpSp>
              <p:nvGrpSpPr>
                <p:cNvPr id="990" name=""/>
                <p:cNvGrpSpPr/>
                <p:nvPr/>
              </p:nvGrpSpPr>
              <p:grpSpPr>
                <a:xfrm>
                  <a:off x="6241320" y="1709640"/>
                  <a:ext cx="765000" cy="513000"/>
                  <a:chOff x="6241320" y="1709640"/>
                  <a:chExt cx="765000" cy="513000"/>
                </a:xfrm>
              </p:grpSpPr>
              <p:grpSp>
                <p:nvGrpSpPr>
                  <p:cNvPr id="991" name=""/>
                  <p:cNvGrpSpPr/>
                  <p:nvPr/>
                </p:nvGrpSpPr>
                <p:grpSpPr>
                  <a:xfrm>
                    <a:off x="6241320" y="1709640"/>
                    <a:ext cx="147240" cy="513000"/>
                    <a:chOff x="6241320" y="1709640"/>
                    <a:chExt cx="147240" cy="513000"/>
                  </a:xfrm>
                </p:grpSpPr>
                <p:sp>
                  <p:nvSpPr>
                    <p:cNvPr id="992" name=""/>
                    <p:cNvSpPr/>
                    <p:nvPr/>
                  </p:nvSpPr>
                  <p:spPr>
                    <a:xfrm>
                      <a:off x="624132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93" name=""/>
                    <p:cNvSpPr/>
                    <p:nvPr/>
                  </p:nvSpPr>
                  <p:spPr>
                    <a:xfrm>
                      <a:off x="6337800" y="1859040"/>
                      <a:ext cx="45360" cy="349200"/>
                    </a:xfrm>
                    <a:custGeom>
                      <a:avLst/>
                      <a:gdLst>
                        <a:gd name="textAreaLeft" fmla="*/ 0 w 45360"/>
                        <a:gd name="textAreaRight" fmla="*/ 45720 w 4536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94" name=""/>
                    <p:cNvSpPr/>
                    <p:nvPr/>
                  </p:nvSpPr>
                  <p:spPr>
                    <a:xfrm>
                      <a:off x="625032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95" name=""/>
                  <p:cNvGrpSpPr/>
                  <p:nvPr/>
                </p:nvGrpSpPr>
                <p:grpSpPr>
                  <a:xfrm>
                    <a:off x="6393240" y="1709640"/>
                    <a:ext cx="147240" cy="513000"/>
                    <a:chOff x="6393240" y="1709640"/>
                    <a:chExt cx="147240" cy="513000"/>
                  </a:xfrm>
                </p:grpSpPr>
                <p:sp>
                  <p:nvSpPr>
                    <p:cNvPr id="996" name=""/>
                    <p:cNvSpPr/>
                    <p:nvPr/>
                  </p:nvSpPr>
                  <p:spPr>
                    <a:xfrm>
                      <a:off x="639324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97" name=""/>
                    <p:cNvSpPr/>
                    <p:nvPr/>
                  </p:nvSpPr>
                  <p:spPr>
                    <a:xfrm>
                      <a:off x="6492960" y="18590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98" name=""/>
                    <p:cNvSpPr/>
                    <p:nvPr/>
                  </p:nvSpPr>
                  <p:spPr>
                    <a:xfrm>
                      <a:off x="640548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99" name=""/>
                  <p:cNvGrpSpPr/>
                  <p:nvPr/>
                </p:nvGrpSpPr>
                <p:grpSpPr>
                  <a:xfrm>
                    <a:off x="6548400" y="1709640"/>
                    <a:ext cx="147240" cy="513000"/>
                    <a:chOff x="6548400" y="1709640"/>
                    <a:chExt cx="147240" cy="513000"/>
                  </a:xfrm>
                </p:grpSpPr>
                <p:sp>
                  <p:nvSpPr>
                    <p:cNvPr id="1000" name=""/>
                    <p:cNvSpPr/>
                    <p:nvPr/>
                  </p:nvSpPr>
                  <p:spPr>
                    <a:xfrm>
                      <a:off x="654840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01" name=""/>
                    <p:cNvSpPr/>
                    <p:nvPr/>
                  </p:nvSpPr>
                  <p:spPr>
                    <a:xfrm>
                      <a:off x="6648120" y="1859040"/>
                      <a:ext cx="47160" cy="349200"/>
                    </a:xfrm>
                    <a:custGeom>
                      <a:avLst/>
                      <a:gdLst>
                        <a:gd name="textAreaLeft" fmla="*/ 0 w 47160"/>
                        <a:gd name="textAreaRight" fmla="*/ 47520 w 4716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02" name=""/>
                    <p:cNvSpPr/>
                    <p:nvPr/>
                  </p:nvSpPr>
                  <p:spPr>
                    <a:xfrm>
                      <a:off x="656064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003" name=""/>
                  <p:cNvGrpSpPr/>
                  <p:nvPr/>
                </p:nvGrpSpPr>
                <p:grpSpPr>
                  <a:xfrm>
                    <a:off x="6703560" y="1709640"/>
                    <a:ext cx="147240" cy="513000"/>
                    <a:chOff x="6703560" y="1709640"/>
                    <a:chExt cx="147240" cy="513000"/>
                  </a:xfrm>
                </p:grpSpPr>
                <p:sp>
                  <p:nvSpPr>
                    <p:cNvPr id="1004" name=""/>
                    <p:cNvSpPr/>
                    <p:nvPr/>
                  </p:nvSpPr>
                  <p:spPr>
                    <a:xfrm>
                      <a:off x="6703560" y="170964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05" name=""/>
                    <p:cNvSpPr/>
                    <p:nvPr/>
                  </p:nvSpPr>
                  <p:spPr>
                    <a:xfrm>
                      <a:off x="6801840" y="18590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06" name=""/>
                    <p:cNvSpPr/>
                    <p:nvPr/>
                  </p:nvSpPr>
                  <p:spPr>
                    <a:xfrm>
                      <a:off x="6716160" y="1874880"/>
                      <a:ext cx="37440" cy="347760"/>
                    </a:xfrm>
                    <a:custGeom>
                      <a:avLst/>
                      <a:gdLst>
                        <a:gd name="textAreaLeft" fmla="*/ 0 w 37440"/>
                        <a:gd name="textAreaRight" fmla="*/ 37800 w 3744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007" name=""/>
                  <p:cNvGrpSpPr/>
                  <p:nvPr/>
                </p:nvGrpSpPr>
                <p:grpSpPr>
                  <a:xfrm>
                    <a:off x="6858720" y="1709640"/>
                    <a:ext cx="147600" cy="513000"/>
                    <a:chOff x="6858720" y="1709640"/>
                    <a:chExt cx="147600" cy="513000"/>
                  </a:xfrm>
                </p:grpSpPr>
                <p:sp>
                  <p:nvSpPr>
                    <p:cNvPr id="1008" name=""/>
                    <p:cNvSpPr/>
                    <p:nvPr/>
                  </p:nvSpPr>
                  <p:spPr>
                    <a:xfrm>
                      <a:off x="6858720" y="170964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09" name=""/>
                    <p:cNvSpPr/>
                    <p:nvPr/>
                  </p:nvSpPr>
                  <p:spPr>
                    <a:xfrm>
                      <a:off x="6953760" y="1859040"/>
                      <a:ext cx="45720" cy="34920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0 h 349200"/>
                        <a:gd name="textAreaBottom" fmla="*/ 349560 h 34920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10" name=""/>
                    <p:cNvSpPr/>
                    <p:nvPr/>
                  </p:nvSpPr>
                  <p:spPr>
                    <a:xfrm>
                      <a:off x="6866280" y="1874880"/>
                      <a:ext cx="37800" cy="34776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7760"/>
                        <a:gd name="textAreaBottom" fmla="*/ 348120 h 347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1011" name=""/>
                <p:cNvGrpSpPr/>
                <p:nvPr/>
              </p:nvGrpSpPr>
              <p:grpSpPr>
                <a:xfrm>
                  <a:off x="6241320" y="2252520"/>
                  <a:ext cx="765000" cy="513000"/>
                  <a:chOff x="6241320" y="2252520"/>
                  <a:chExt cx="765000" cy="513000"/>
                </a:xfrm>
              </p:grpSpPr>
              <p:grpSp>
                <p:nvGrpSpPr>
                  <p:cNvPr id="1012" name=""/>
                  <p:cNvGrpSpPr/>
                  <p:nvPr/>
                </p:nvGrpSpPr>
                <p:grpSpPr>
                  <a:xfrm>
                    <a:off x="6241320" y="2252520"/>
                    <a:ext cx="147240" cy="513000"/>
                    <a:chOff x="6241320" y="2252520"/>
                    <a:chExt cx="147240" cy="513000"/>
                  </a:xfrm>
                </p:grpSpPr>
                <p:sp>
                  <p:nvSpPr>
                    <p:cNvPr id="1013" name=""/>
                    <p:cNvSpPr/>
                    <p:nvPr/>
                  </p:nvSpPr>
                  <p:spPr>
                    <a:xfrm flipV="1">
                      <a:off x="624132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14" name=""/>
                    <p:cNvSpPr/>
                    <p:nvPr/>
                  </p:nvSpPr>
                  <p:spPr>
                    <a:xfrm flipV="1">
                      <a:off x="6337800" y="2268360"/>
                      <a:ext cx="45360" cy="346320"/>
                    </a:xfrm>
                    <a:custGeom>
                      <a:avLst/>
                      <a:gdLst>
                        <a:gd name="textAreaLeft" fmla="*/ 0 w 45360"/>
                        <a:gd name="textAreaRight" fmla="*/ 45720 w 4536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15" name=""/>
                    <p:cNvSpPr/>
                    <p:nvPr/>
                  </p:nvSpPr>
                  <p:spPr>
                    <a:xfrm flipV="1">
                      <a:off x="625032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016" name=""/>
                  <p:cNvGrpSpPr/>
                  <p:nvPr/>
                </p:nvGrpSpPr>
                <p:grpSpPr>
                  <a:xfrm>
                    <a:off x="6393240" y="2252520"/>
                    <a:ext cx="147240" cy="513000"/>
                    <a:chOff x="6393240" y="2252520"/>
                    <a:chExt cx="147240" cy="513000"/>
                  </a:xfrm>
                </p:grpSpPr>
                <p:sp>
                  <p:nvSpPr>
                    <p:cNvPr id="1017" name=""/>
                    <p:cNvSpPr/>
                    <p:nvPr/>
                  </p:nvSpPr>
                  <p:spPr>
                    <a:xfrm flipV="1">
                      <a:off x="639324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18" name=""/>
                    <p:cNvSpPr/>
                    <p:nvPr/>
                  </p:nvSpPr>
                  <p:spPr>
                    <a:xfrm flipV="1">
                      <a:off x="6492960" y="2268360"/>
                      <a:ext cx="45720" cy="34632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19" name=""/>
                    <p:cNvSpPr/>
                    <p:nvPr/>
                  </p:nvSpPr>
                  <p:spPr>
                    <a:xfrm flipV="1">
                      <a:off x="640548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020" name=""/>
                  <p:cNvGrpSpPr/>
                  <p:nvPr/>
                </p:nvGrpSpPr>
                <p:grpSpPr>
                  <a:xfrm>
                    <a:off x="6548400" y="2252520"/>
                    <a:ext cx="147240" cy="513000"/>
                    <a:chOff x="6548400" y="2252520"/>
                    <a:chExt cx="147240" cy="513000"/>
                  </a:xfrm>
                </p:grpSpPr>
                <p:sp>
                  <p:nvSpPr>
                    <p:cNvPr id="1021" name=""/>
                    <p:cNvSpPr/>
                    <p:nvPr/>
                  </p:nvSpPr>
                  <p:spPr>
                    <a:xfrm flipV="1">
                      <a:off x="654840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22" name=""/>
                    <p:cNvSpPr/>
                    <p:nvPr/>
                  </p:nvSpPr>
                  <p:spPr>
                    <a:xfrm flipV="1">
                      <a:off x="6648120" y="2268360"/>
                      <a:ext cx="47160" cy="346320"/>
                    </a:xfrm>
                    <a:custGeom>
                      <a:avLst/>
                      <a:gdLst>
                        <a:gd name="textAreaLeft" fmla="*/ 0 w 47160"/>
                        <a:gd name="textAreaRight" fmla="*/ 47520 w 4716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23" name=""/>
                    <p:cNvSpPr/>
                    <p:nvPr/>
                  </p:nvSpPr>
                  <p:spPr>
                    <a:xfrm flipV="1">
                      <a:off x="656064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024" name=""/>
                  <p:cNvGrpSpPr/>
                  <p:nvPr/>
                </p:nvGrpSpPr>
                <p:grpSpPr>
                  <a:xfrm>
                    <a:off x="6703560" y="2252520"/>
                    <a:ext cx="147240" cy="513000"/>
                    <a:chOff x="6703560" y="2252520"/>
                    <a:chExt cx="147240" cy="513000"/>
                  </a:xfrm>
                </p:grpSpPr>
                <p:sp>
                  <p:nvSpPr>
                    <p:cNvPr id="1025" name=""/>
                    <p:cNvSpPr/>
                    <p:nvPr/>
                  </p:nvSpPr>
                  <p:spPr>
                    <a:xfrm flipV="1">
                      <a:off x="6703560" y="2617920"/>
                      <a:ext cx="14724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26" name=""/>
                    <p:cNvSpPr/>
                    <p:nvPr/>
                  </p:nvSpPr>
                  <p:spPr>
                    <a:xfrm flipV="1">
                      <a:off x="6801840" y="2268360"/>
                      <a:ext cx="45720" cy="34632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27" name=""/>
                    <p:cNvSpPr/>
                    <p:nvPr/>
                  </p:nvSpPr>
                  <p:spPr>
                    <a:xfrm flipV="1">
                      <a:off x="6716160" y="2252520"/>
                      <a:ext cx="37440" cy="346320"/>
                    </a:xfrm>
                    <a:custGeom>
                      <a:avLst/>
                      <a:gdLst>
                        <a:gd name="textAreaLeft" fmla="*/ 0 w 37440"/>
                        <a:gd name="textAreaRight" fmla="*/ 37800 w 3744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028" name=""/>
                  <p:cNvGrpSpPr/>
                  <p:nvPr/>
                </p:nvGrpSpPr>
                <p:grpSpPr>
                  <a:xfrm>
                    <a:off x="6858720" y="2252520"/>
                    <a:ext cx="147600" cy="513000"/>
                    <a:chOff x="6858720" y="2252520"/>
                    <a:chExt cx="147600" cy="513000"/>
                  </a:xfrm>
                </p:grpSpPr>
                <p:sp>
                  <p:nvSpPr>
                    <p:cNvPr id="1029" name=""/>
                    <p:cNvSpPr/>
                    <p:nvPr/>
                  </p:nvSpPr>
                  <p:spPr>
                    <a:xfrm flipV="1">
                      <a:off x="6858720" y="2617920"/>
                      <a:ext cx="147600" cy="14760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30" name=""/>
                    <p:cNvSpPr/>
                    <p:nvPr/>
                  </p:nvSpPr>
                  <p:spPr>
                    <a:xfrm flipV="1">
                      <a:off x="6953760" y="2268360"/>
                      <a:ext cx="45720" cy="346320"/>
                    </a:xfrm>
                    <a:custGeom>
                      <a:avLst/>
                      <a:gdLst>
                        <a:gd name="textAreaLeft" fmla="*/ 0 w 45720"/>
                        <a:gd name="textAreaRight" fmla="*/ 46080 w 45720"/>
                        <a:gd name="textAreaTop" fmla="*/ 360 h 346320"/>
                        <a:gd name="textAreaBottom" fmla="*/ 347040 h 3463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31" name=""/>
                    <p:cNvSpPr/>
                    <p:nvPr/>
                  </p:nvSpPr>
                  <p:spPr>
                    <a:xfrm flipV="1">
                      <a:off x="6866280" y="2252520"/>
                      <a:ext cx="37800" cy="346320"/>
                    </a:xfrm>
                    <a:custGeom>
                      <a:avLst/>
                      <a:gdLst>
                        <a:gd name="textAreaLeft" fmla="*/ 0 w 37800"/>
                        <a:gd name="textAreaRight" fmla="*/ 38160 w 37800"/>
                        <a:gd name="textAreaTop" fmla="*/ 0 h 346320"/>
                        <a:gd name="textAreaBottom" fmla="*/ 346320 h 3463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1032" name=""/>
          <p:cNvSpPr/>
          <p:nvPr/>
        </p:nvSpPr>
        <p:spPr>
          <a:xfrm>
            <a:off x="4500720" y="1565280"/>
            <a:ext cx="1150920" cy="129708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"/>
          <p:cNvSpPr/>
          <p:nvPr/>
        </p:nvSpPr>
        <p:spPr>
          <a:xfrm rot="13500000">
            <a:off x="5260680" y="2535120"/>
            <a:ext cx="216000" cy="199800"/>
          </a:xfrm>
          <a:prstGeom prst="flowChartDelay">
            <a:avLst/>
          </a:prstGeom>
          <a:solidFill>
            <a:srgbClr val="FFFFFF"/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"/>
          <p:cNvSpPr/>
          <p:nvPr/>
        </p:nvSpPr>
        <p:spPr>
          <a:xfrm rot="15960000">
            <a:off x="5010840" y="2651760"/>
            <a:ext cx="216000" cy="198360"/>
          </a:xfrm>
          <a:prstGeom prst="flowChartDelay">
            <a:avLst/>
          </a:prstGeom>
          <a:solidFill>
            <a:srgbClr val="FFFFFF"/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"/>
          <p:cNvSpPr/>
          <p:nvPr/>
        </p:nvSpPr>
        <p:spPr>
          <a:xfrm rot="18600000">
            <a:off x="4721400" y="2563560"/>
            <a:ext cx="215640" cy="199800"/>
          </a:xfrm>
          <a:prstGeom prst="flowChartDelay">
            <a:avLst/>
          </a:prstGeom>
          <a:solidFill>
            <a:srgbClr val="FFFFFF"/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"/>
          <p:cNvSpPr/>
          <p:nvPr/>
        </p:nvSpPr>
        <p:spPr>
          <a:xfrm rot="4440000">
            <a:off x="4844160" y="1604160"/>
            <a:ext cx="215640" cy="198360"/>
          </a:xfrm>
          <a:prstGeom prst="flowChartDelay">
            <a:avLst/>
          </a:prstGeom>
          <a:solidFill>
            <a:srgbClr val="FFFFFF"/>
          </a:solidFill>
          <a:ln w="1260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"/>
          <p:cNvSpPr/>
          <p:nvPr/>
        </p:nvSpPr>
        <p:spPr>
          <a:xfrm rot="7080000">
            <a:off x="5145840" y="1620000"/>
            <a:ext cx="216000" cy="198720"/>
          </a:xfrm>
          <a:prstGeom prst="flowChartDelay">
            <a:avLst/>
          </a:prstGeom>
          <a:solidFill>
            <a:srgbClr val="FFFFFF"/>
          </a:solidFill>
          <a:ln w="1260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"/>
          <p:cNvSpPr/>
          <p:nvPr/>
        </p:nvSpPr>
        <p:spPr>
          <a:xfrm>
            <a:off x="4738680" y="2614680"/>
            <a:ext cx="144360" cy="144360"/>
          </a:xfrm>
          <a:prstGeom prst="flowChartConnector">
            <a:avLst/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"/>
          <p:cNvSpPr/>
          <p:nvPr/>
        </p:nvSpPr>
        <p:spPr>
          <a:xfrm>
            <a:off x="5043600" y="2695680"/>
            <a:ext cx="144360" cy="142920"/>
          </a:xfrm>
          <a:prstGeom prst="flowChartConnector">
            <a:avLst/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"/>
          <p:cNvSpPr/>
          <p:nvPr/>
        </p:nvSpPr>
        <p:spPr>
          <a:xfrm>
            <a:off x="5308560" y="2573280"/>
            <a:ext cx="144360" cy="144360"/>
          </a:xfrm>
          <a:prstGeom prst="flowChartConnector">
            <a:avLst/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"/>
          <p:cNvSpPr/>
          <p:nvPr/>
        </p:nvSpPr>
        <p:spPr>
          <a:xfrm>
            <a:off x="4867200" y="1606680"/>
            <a:ext cx="144360" cy="142920"/>
          </a:xfrm>
          <a:prstGeom prst="flowChartConnector">
            <a:avLst/>
          </a:prstGeom>
          <a:solidFill>
            <a:srgbClr val="0000FF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"/>
          <p:cNvSpPr/>
          <p:nvPr/>
        </p:nvSpPr>
        <p:spPr>
          <a:xfrm>
            <a:off x="5187960" y="1628640"/>
            <a:ext cx="144360" cy="144720"/>
          </a:xfrm>
          <a:prstGeom prst="flowChartConnector">
            <a:avLst/>
          </a:prstGeom>
          <a:solidFill>
            <a:srgbClr val="0000FF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"/>
          <p:cNvSpPr/>
          <p:nvPr/>
        </p:nvSpPr>
        <p:spPr>
          <a:xfrm>
            <a:off x="4254480" y="1266840"/>
            <a:ext cx="270000" cy="2028960"/>
          </a:xfrm>
          <a:custGeom>
            <a:avLst/>
            <a:gdLst>
              <a:gd name="GluePoint1X" fmla="*/ 79375 w 270344"/>
              <a:gd name="GluePoint1Y" fmla="*/ 0 h 2027583"/>
              <a:gd name="GluePoint2X" fmla="*/ 206375 w 270344"/>
              <a:gd name="GluePoint2Y" fmla="*/ 628538 h 2027583"/>
              <a:gd name="GluePoint3X" fmla="*/ 238125 w 270344"/>
              <a:gd name="GluePoint3Y" fmla="*/ 970653 h 2027583"/>
              <a:gd name="GluePoint4X" fmla="*/ 230188 w 270344"/>
              <a:gd name="GluePoint4Y" fmla="*/ 1455980 h 2027583"/>
              <a:gd name="GluePoint5X" fmla="*/ 0 w 270344"/>
              <a:gd name="GluePoint5Y" fmla="*/ 2028825 h 202758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70344" h="2027583">
                <a:moveTo>
                  <a:pt x="79513" y="0"/>
                </a:moveTo>
                <a:cubicBezTo>
                  <a:pt x="129871" y="233238"/>
                  <a:pt x="180230" y="466477"/>
                  <a:pt x="206734" y="628153"/>
                </a:cubicBezTo>
                <a:cubicBezTo>
                  <a:pt x="233238" y="789829"/>
                  <a:pt x="234563" y="832236"/>
                  <a:pt x="238539" y="970059"/>
                </a:cubicBezTo>
                <a:cubicBezTo>
                  <a:pt x="242515" y="1107882"/>
                  <a:pt x="270344" y="1278835"/>
                  <a:pt x="230588" y="1455089"/>
                </a:cubicBezTo>
                <a:cubicBezTo>
                  <a:pt x="190832" y="1631343"/>
                  <a:pt x="95416" y="1829463"/>
                  <a:pt x="0" y="2027583"/>
                </a:cubicBezTo>
              </a:path>
            </a:pathLst>
          </a:custGeom>
          <a:noFill/>
          <a:ln w="38160">
            <a:solidFill>
              <a:srgbClr val="0000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"/>
          <p:cNvSpPr/>
          <p:nvPr/>
        </p:nvSpPr>
        <p:spPr>
          <a:xfrm rot="10800000">
            <a:off x="5654520" y="1269720"/>
            <a:ext cx="270000" cy="2027160"/>
          </a:xfrm>
          <a:custGeom>
            <a:avLst/>
            <a:gdLst>
              <a:gd name="GluePoint1X" fmla="*/ 79375 w 270344"/>
              <a:gd name="GluePoint1Y" fmla="*/ 0 h 2027583"/>
              <a:gd name="GluePoint2X" fmla="*/ 206375 w 270344"/>
              <a:gd name="GluePoint2Y" fmla="*/ 628046 h 2027583"/>
              <a:gd name="GluePoint3X" fmla="*/ 238125 w 270344"/>
              <a:gd name="GluePoint3Y" fmla="*/ 969894 h 2027583"/>
              <a:gd name="GluePoint4X" fmla="*/ 230188 w 270344"/>
              <a:gd name="GluePoint4Y" fmla="*/ 1454841 h 2027583"/>
              <a:gd name="GluePoint5X" fmla="*/ 0 w 270344"/>
              <a:gd name="GluePoint5Y" fmla="*/ 2027238 h 202758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70344" h="2027583">
                <a:moveTo>
                  <a:pt x="79513" y="0"/>
                </a:moveTo>
                <a:cubicBezTo>
                  <a:pt x="129871" y="233238"/>
                  <a:pt x="180230" y="466477"/>
                  <a:pt x="206734" y="628153"/>
                </a:cubicBezTo>
                <a:cubicBezTo>
                  <a:pt x="233238" y="789829"/>
                  <a:pt x="234563" y="832236"/>
                  <a:pt x="238539" y="970059"/>
                </a:cubicBezTo>
                <a:cubicBezTo>
                  <a:pt x="242515" y="1107882"/>
                  <a:pt x="270344" y="1278835"/>
                  <a:pt x="230588" y="1455089"/>
                </a:cubicBezTo>
                <a:cubicBezTo>
                  <a:pt x="190832" y="1631343"/>
                  <a:pt x="95416" y="1829463"/>
                  <a:pt x="0" y="2027583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"/>
          <p:cNvSpPr/>
          <p:nvPr/>
        </p:nvSpPr>
        <p:spPr>
          <a:xfrm>
            <a:off x="3649680" y="765000"/>
            <a:ext cx="7902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2K</a:t>
            </a:r>
            <a:r>
              <a:rPr lang="en-GB" sz="3200" b="0" u="none" strike="noStrike" baseline="30000">
                <a:solidFill>
                  <a:srgbClr val="0000FF"/>
                </a:solidFill>
                <a:effectLst/>
                <a:uFillTx/>
                <a:latin typeface="Comic Sans MS"/>
              </a:rPr>
              <a:t>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"/>
          <p:cNvSpPr/>
          <p:nvPr/>
        </p:nvSpPr>
        <p:spPr>
          <a:xfrm>
            <a:off x="5859720" y="3005280"/>
            <a:ext cx="10742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3Na</a:t>
            </a:r>
            <a:r>
              <a:rPr lang="en-GB" sz="3200" b="0" u="none" strike="noStrike" baseline="30000">
                <a:solidFill>
                  <a:srgbClr val="FF0000"/>
                </a:solidFill>
                <a:effectLst/>
                <a:uFillTx/>
                <a:latin typeface="Comic Sans MS"/>
              </a:rPr>
              <a:t>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"/>
          <p:cNvSpPr/>
          <p:nvPr/>
        </p:nvSpPr>
        <p:spPr>
          <a:xfrm>
            <a:off x="906120" y="1996920"/>
            <a:ext cx="1292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"/>
          <p:cNvSpPr/>
          <p:nvPr/>
        </p:nvSpPr>
        <p:spPr>
          <a:xfrm>
            <a:off x="2417400" y="1278000"/>
            <a:ext cx="1092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Outside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"/>
          <p:cNvSpPr/>
          <p:nvPr/>
        </p:nvSpPr>
        <p:spPr>
          <a:xfrm>
            <a:off x="2417760" y="2862360"/>
            <a:ext cx="860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"/>
          <p:cNvSpPr/>
          <p:nvPr/>
        </p:nvSpPr>
        <p:spPr>
          <a:xfrm>
            <a:off x="3908520" y="2638440"/>
            <a:ext cx="282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"/>
          <p:cNvSpPr/>
          <p:nvPr/>
        </p:nvSpPr>
        <p:spPr>
          <a:xfrm>
            <a:off x="3882960" y="1373040"/>
            <a:ext cx="311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"/>
          <p:cNvSpPr/>
          <p:nvPr/>
        </p:nvSpPr>
        <p:spPr>
          <a:xfrm>
            <a:off x="4608720" y="1982880"/>
            <a:ext cx="991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PUMP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"/>
          <p:cNvSpPr/>
          <p:nvPr/>
        </p:nvSpPr>
        <p:spPr>
          <a:xfrm>
            <a:off x="150840" y="0"/>
            <a:ext cx="72108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Na-K ATP-ase/ Na-K pump / Sodium pump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"/>
          <p:cNvSpPr/>
          <p:nvPr/>
        </p:nvSpPr>
        <p:spPr>
          <a:xfrm>
            <a:off x="1736640" y="3335400"/>
            <a:ext cx="1958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Electrogenic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"/>
          <p:cNvSpPr/>
          <p:nvPr/>
        </p:nvSpPr>
        <p:spPr>
          <a:xfrm>
            <a:off x="3784680" y="3870360"/>
            <a:ext cx="769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ATP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"/>
          <p:cNvSpPr/>
          <p:nvPr/>
        </p:nvSpPr>
        <p:spPr>
          <a:xfrm>
            <a:off x="5383440" y="3870360"/>
            <a:ext cx="1355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ADP + 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"/>
          <p:cNvSpPr/>
          <p:nvPr/>
        </p:nvSpPr>
        <p:spPr>
          <a:xfrm>
            <a:off x="4219560" y="3021120"/>
            <a:ext cx="1584360" cy="833400"/>
          </a:xfrm>
          <a:custGeom>
            <a:avLst/>
            <a:gdLst>
              <a:gd name="GluePoint1X" fmla="*/ 0 w 1584095"/>
              <a:gd name="GluePoint1Y" fmla="*/ 817283 h 711642"/>
              <a:gd name="GluePoint2X" fmla="*/ 176740 w 1584095"/>
              <a:gd name="GluePoint2Y" fmla="*/ 423702 h 711642"/>
              <a:gd name="GluePoint3X" fmla="*/ 478933 w 1584095"/>
              <a:gd name="GluePoint3Y" fmla="*/ 97778 h 711642"/>
              <a:gd name="GluePoint4X" fmla="*/ 812936 w 1584095"/>
              <a:gd name="GluePoint4Y" fmla="*/ 13968 h 711642"/>
              <a:gd name="GluePoint5X" fmla="*/ 1059463 w 1584095"/>
              <a:gd name="GluePoint5Y" fmla="*/ 23280 h 711642"/>
              <a:gd name="GluePoint6X" fmla="*/ 1298036 w 1584095"/>
              <a:gd name="GluePoint6Y" fmla="*/ 153651 h 711642"/>
              <a:gd name="GluePoint7X" fmla="*/ 1496847 w 1584095"/>
              <a:gd name="GluePoint7Y" fmla="*/ 470263 h 711642"/>
              <a:gd name="GluePoint8X" fmla="*/ 1584325 w 1584095"/>
              <a:gd name="GluePoint8Y" fmla="*/ 833437 h 71164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1584095" h="711642">
                <a:moveTo>
                  <a:pt x="0" y="697849"/>
                </a:moveTo>
                <a:cubicBezTo>
                  <a:pt x="57647" y="555387"/>
                  <a:pt x="96904" y="464177"/>
                  <a:pt x="176714" y="361784"/>
                </a:cubicBezTo>
                <a:cubicBezTo>
                  <a:pt x="256525" y="259391"/>
                  <a:pt x="372846" y="141799"/>
                  <a:pt x="478863" y="83489"/>
                </a:cubicBezTo>
                <a:cubicBezTo>
                  <a:pt x="584880" y="25180"/>
                  <a:pt x="716077" y="22529"/>
                  <a:pt x="812818" y="11927"/>
                </a:cubicBezTo>
                <a:cubicBezTo>
                  <a:pt x="909559" y="1325"/>
                  <a:pt x="978471" y="0"/>
                  <a:pt x="1059309" y="19878"/>
                </a:cubicBezTo>
                <a:cubicBezTo>
                  <a:pt x="1140147" y="39756"/>
                  <a:pt x="1224961" y="67587"/>
                  <a:pt x="1297848" y="131197"/>
                </a:cubicBezTo>
                <a:cubicBezTo>
                  <a:pt x="1370735" y="194808"/>
                  <a:pt x="1448922" y="304800"/>
                  <a:pt x="1496630" y="401541"/>
                </a:cubicBezTo>
                <a:cubicBezTo>
                  <a:pt x="1544338" y="498282"/>
                  <a:pt x="1564216" y="604962"/>
                  <a:pt x="1584095" y="711642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"/>
          <p:cNvSpPr/>
          <p:nvPr/>
        </p:nvSpPr>
        <p:spPr>
          <a:xfrm rot="10800000">
            <a:off x="4211280" y="4331880"/>
            <a:ext cx="1584360" cy="833400"/>
          </a:xfrm>
          <a:custGeom>
            <a:avLst/>
            <a:gdLst>
              <a:gd name="GluePoint1X" fmla="*/ 0 w 1584095"/>
              <a:gd name="GluePoint1Y" fmla="*/ 817283 h 711642"/>
              <a:gd name="GluePoint2X" fmla="*/ 176740 w 1584095"/>
              <a:gd name="GluePoint2Y" fmla="*/ 423702 h 711642"/>
              <a:gd name="GluePoint3X" fmla="*/ 478933 w 1584095"/>
              <a:gd name="GluePoint3Y" fmla="*/ 97778 h 711642"/>
              <a:gd name="GluePoint4X" fmla="*/ 812936 w 1584095"/>
              <a:gd name="GluePoint4Y" fmla="*/ 13968 h 711642"/>
              <a:gd name="GluePoint5X" fmla="*/ 1059463 w 1584095"/>
              <a:gd name="GluePoint5Y" fmla="*/ 23280 h 711642"/>
              <a:gd name="GluePoint6X" fmla="*/ 1298036 w 1584095"/>
              <a:gd name="GluePoint6Y" fmla="*/ 153651 h 711642"/>
              <a:gd name="GluePoint7X" fmla="*/ 1496847 w 1584095"/>
              <a:gd name="GluePoint7Y" fmla="*/ 470263 h 711642"/>
              <a:gd name="GluePoint8X" fmla="*/ 1584325 w 1584095"/>
              <a:gd name="GluePoint8Y" fmla="*/ 833437 h 71164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1584095" h="711642">
                <a:moveTo>
                  <a:pt x="0" y="697849"/>
                </a:moveTo>
                <a:cubicBezTo>
                  <a:pt x="57647" y="555387"/>
                  <a:pt x="96904" y="464177"/>
                  <a:pt x="176714" y="361784"/>
                </a:cubicBezTo>
                <a:cubicBezTo>
                  <a:pt x="256525" y="259391"/>
                  <a:pt x="372846" y="141799"/>
                  <a:pt x="478863" y="83489"/>
                </a:cubicBezTo>
                <a:cubicBezTo>
                  <a:pt x="584880" y="25180"/>
                  <a:pt x="716077" y="22529"/>
                  <a:pt x="812818" y="11927"/>
                </a:cubicBezTo>
                <a:cubicBezTo>
                  <a:pt x="909559" y="1325"/>
                  <a:pt x="978471" y="0"/>
                  <a:pt x="1059309" y="19878"/>
                </a:cubicBezTo>
                <a:cubicBezTo>
                  <a:pt x="1140147" y="39756"/>
                  <a:pt x="1224961" y="67587"/>
                  <a:pt x="1297848" y="131197"/>
                </a:cubicBezTo>
                <a:cubicBezTo>
                  <a:pt x="1370735" y="194808"/>
                  <a:pt x="1448922" y="304800"/>
                  <a:pt x="1496630" y="401541"/>
                </a:cubicBezTo>
                <a:cubicBezTo>
                  <a:pt x="1544338" y="498282"/>
                  <a:pt x="1564216" y="604962"/>
                  <a:pt x="1584095" y="711642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"/>
          <p:cNvSpPr/>
          <p:nvPr/>
        </p:nvSpPr>
        <p:spPr>
          <a:xfrm flipH="1">
            <a:off x="4155480" y="5157720"/>
            <a:ext cx="1584360" cy="831960"/>
          </a:xfrm>
          <a:custGeom>
            <a:avLst/>
            <a:gdLst>
              <a:gd name="GluePoint1X" fmla="*/ 0 w 1584095"/>
              <a:gd name="GluePoint1Y" fmla="*/ 815727 h 711642"/>
              <a:gd name="GluePoint2X" fmla="*/ 176740 w 1584095"/>
              <a:gd name="GluePoint2Y" fmla="*/ 422895 h 711642"/>
              <a:gd name="GluePoint3X" fmla="*/ 478933 w 1584095"/>
              <a:gd name="GluePoint3Y" fmla="*/ 97592 h 711642"/>
              <a:gd name="GluePoint4X" fmla="*/ 812936 w 1584095"/>
              <a:gd name="GluePoint4Y" fmla="*/ 13942 h 711642"/>
              <a:gd name="GluePoint5X" fmla="*/ 1059463 w 1584095"/>
              <a:gd name="GluePoint5Y" fmla="*/ 23236 h 711642"/>
              <a:gd name="GluePoint6X" fmla="*/ 1298036 w 1584095"/>
              <a:gd name="GluePoint6Y" fmla="*/ 153358 h 711642"/>
              <a:gd name="GluePoint7X" fmla="*/ 1496847 w 1584095"/>
              <a:gd name="GluePoint7Y" fmla="*/ 469368 h 711642"/>
              <a:gd name="GluePoint8X" fmla="*/ 1584325 w 1584095"/>
              <a:gd name="GluePoint8Y" fmla="*/ 831850 h 71164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1584095" h="711642">
                <a:moveTo>
                  <a:pt x="0" y="697849"/>
                </a:moveTo>
                <a:cubicBezTo>
                  <a:pt x="57647" y="555387"/>
                  <a:pt x="96904" y="464177"/>
                  <a:pt x="176714" y="361784"/>
                </a:cubicBezTo>
                <a:cubicBezTo>
                  <a:pt x="256525" y="259391"/>
                  <a:pt x="372846" y="141799"/>
                  <a:pt x="478863" y="83489"/>
                </a:cubicBezTo>
                <a:cubicBezTo>
                  <a:pt x="584880" y="25180"/>
                  <a:pt x="716077" y="22529"/>
                  <a:pt x="812818" y="11927"/>
                </a:cubicBezTo>
                <a:cubicBezTo>
                  <a:pt x="909559" y="1325"/>
                  <a:pt x="978471" y="0"/>
                  <a:pt x="1059309" y="19878"/>
                </a:cubicBezTo>
                <a:cubicBezTo>
                  <a:pt x="1140147" y="39756"/>
                  <a:pt x="1224961" y="67587"/>
                  <a:pt x="1297848" y="131197"/>
                </a:cubicBezTo>
                <a:cubicBezTo>
                  <a:pt x="1370735" y="194808"/>
                  <a:pt x="1448922" y="304800"/>
                  <a:pt x="1496630" y="401541"/>
                </a:cubicBezTo>
                <a:cubicBezTo>
                  <a:pt x="1544338" y="498282"/>
                  <a:pt x="1564216" y="604962"/>
                  <a:pt x="1584095" y="711642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"/>
          <p:cNvSpPr/>
          <p:nvPr/>
        </p:nvSpPr>
        <p:spPr>
          <a:xfrm>
            <a:off x="3443760" y="5991120"/>
            <a:ext cx="15724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</a:t>
            </a:r>
            <a:r>
              <a:rPr lang="en-GB" sz="24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+ H</a:t>
            </a:r>
            <a:r>
              <a:rPr lang="en-GB" sz="24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"/>
          <p:cNvSpPr/>
          <p:nvPr/>
        </p:nvSpPr>
        <p:spPr>
          <a:xfrm>
            <a:off x="5424480" y="5991120"/>
            <a:ext cx="17434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</a:t>
            </a:r>
            <a:r>
              <a:rPr lang="en-GB" sz="24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glucose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16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7" dur="indefinite" presetID="0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208 -0.03634 -0.00417 -0.07269 -0.00191 -0.10903 C 0.00035 -0.14537 0.00816 -0.19051 0.01337 -0.21806 C 0.01858 -0.2456 0.02708 -0.26505 0.02986 -0.27431 E">
                                      <p:cBhvr>
                                        <p:cTn id="118" dur="2000" fill="hold"/>
                                        <p:tgtEl>
                                          <p:spTgt spid="10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dur="indefinite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208 -0.03634 -0.00417 -0.07269 -0.00191 -0.10903 C 0.00035 -0.14537 0.00816 -0.19051 0.01337 -0.21806 C 0.01858 -0.2456 0.02708 -0.26505 0.02986 -0.27431 E">
                                      <p:cBhvr>
                                        <p:cTn id="120" dur="2000" fill="hold"/>
                                        <p:tgtEl>
                                          <p:spTgt spid="103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dur="indefinite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208 -0.03634 -0.00417 -0.07269 -0.00191 -0.10903 C 0.00035 -0.14537 0.00816 -0.19051 0.01337 -0.21806 C 0.01858 -0.2456 0.02708 -0.26505 0.02986 -0.27431 E">
                                      <p:cBhvr>
                                        <p:cTn id="122" dur="2000" fill="hold"/>
                                        <p:tgtEl>
                                          <p:spTgt spid="104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2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5" dur="indefinite" presetID="0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56 0.03541 0.0033 0.07083 0.00278 0.1 C 0.00226 0.12916 0.00191 0.14884 -0.00295 0.17569 C -0.00781 0.20254 -0.02222 0.24722 -0.02604 0.26157 E">
                                      <p:cBhvr>
                                        <p:cTn id="126" dur="2000" fill="hold"/>
                                        <p:tgtEl>
                                          <p:spTgt spid="104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dur="indefinite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56 0.03541 0.0033 0.07083 0.00278 0.1 C 0.00226 0.12916 0.00191 0.14884 -0.00295 0.17569 C -0.00781 0.20254 -0.02222 0.24722 -0.02604 0.26157 E">
                                      <p:cBhvr>
                                        <p:cTn id="128" dur="2000" fill="hold"/>
                                        <p:tgtEl>
                                          <p:spTgt spid="104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"/>
          <p:cNvSpPr/>
          <p:nvPr/>
        </p:nvSpPr>
        <p:spPr>
          <a:xfrm>
            <a:off x="3419640" y="1484280"/>
            <a:ext cx="4105080" cy="396072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"/>
          <p:cNvSpPr/>
          <p:nvPr/>
        </p:nvSpPr>
        <p:spPr>
          <a:xfrm>
            <a:off x="4773600" y="2502000"/>
            <a:ext cx="2289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4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K</a:t>
            </a:r>
            <a:r>
              <a:rPr lang="en-GB" sz="4800" b="0" u="none" strike="noStrike" baseline="30000">
                <a:solidFill>
                  <a:srgbClr val="0000FF"/>
                </a:solidFill>
                <a:effectLst/>
                <a:uFillTx/>
                <a:latin typeface="Comic Sans MS"/>
              </a:rPr>
              <a:t>+  </a:t>
            </a: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125mM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"/>
          <p:cNvSpPr/>
          <p:nvPr/>
        </p:nvSpPr>
        <p:spPr>
          <a:xfrm>
            <a:off x="565560" y="1733400"/>
            <a:ext cx="26251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120mM </a:t>
            </a:r>
            <a:r>
              <a:rPr lang="en-GB" sz="4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Na</a:t>
            </a:r>
            <a:r>
              <a:rPr lang="en-GB" sz="4800" b="0" u="none" strike="noStrike" baseline="30000">
                <a:solidFill>
                  <a:srgbClr val="FF0000"/>
                </a:solidFill>
                <a:effectLst/>
                <a:uFillTx/>
                <a:latin typeface="Comic Sans MS"/>
              </a:rPr>
              <a:t>+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"/>
          <p:cNvSpPr/>
          <p:nvPr/>
        </p:nvSpPr>
        <p:spPr>
          <a:xfrm>
            <a:off x="987480" y="2541600"/>
            <a:ext cx="15872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5mM K</a:t>
            </a:r>
            <a:r>
              <a:rPr lang="en-GB" sz="3200" b="0" u="none" strike="noStrike" baseline="30000">
                <a:solidFill>
                  <a:srgbClr val="0000FF"/>
                </a:solidFill>
                <a:effectLst/>
                <a:uFillTx/>
                <a:latin typeface="Comic Sans MS"/>
              </a:rPr>
              <a:t>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"/>
          <p:cNvSpPr/>
          <p:nvPr/>
        </p:nvSpPr>
        <p:spPr>
          <a:xfrm>
            <a:off x="4816440" y="1908000"/>
            <a:ext cx="20732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Na</a:t>
            </a:r>
            <a:r>
              <a:rPr lang="en-GB" sz="3200" b="0" u="none" strike="noStrike" baseline="30000">
                <a:solidFill>
                  <a:srgbClr val="FF0000"/>
                </a:solidFill>
                <a:effectLst/>
                <a:uFillTx/>
                <a:latin typeface="Comic Sans MS"/>
              </a:rPr>
              <a:t>+  </a:t>
            </a:r>
            <a:r>
              <a:rPr lang="en-GB" sz="32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10mM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"/>
          <p:cNvSpPr/>
          <p:nvPr/>
        </p:nvSpPr>
        <p:spPr>
          <a:xfrm>
            <a:off x="3156120" y="2052720"/>
            <a:ext cx="1439640" cy="288720"/>
          </a:xfrm>
          <a:prstGeom prst="rightArrow">
            <a:avLst>
              <a:gd name="adj1" fmla="val 50000"/>
              <a:gd name="adj2" fmla="val 50024"/>
            </a:avLst>
          </a:prstGeom>
          <a:solidFill>
            <a:srgbClr val="FFFFFF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"/>
          <p:cNvSpPr/>
          <p:nvPr/>
        </p:nvSpPr>
        <p:spPr>
          <a:xfrm flipH="1">
            <a:off x="3132000" y="2708280"/>
            <a:ext cx="1440000" cy="289080"/>
          </a:xfrm>
          <a:prstGeom prst="rightArrow">
            <a:avLst>
              <a:gd name="adj1" fmla="val 50000"/>
              <a:gd name="adj2" fmla="val 49975"/>
            </a:avLst>
          </a:prstGeom>
          <a:solidFill>
            <a:srgbClr val="FFFFFF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"/>
          <p:cNvSpPr/>
          <p:nvPr/>
        </p:nvSpPr>
        <p:spPr>
          <a:xfrm>
            <a:off x="565200" y="3141720"/>
            <a:ext cx="23997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125mM</a:t>
            </a:r>
            <a:r>
              <a:rPr lang="en-GB" sz="48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 Cl</a:t>
            </a:r>
            <a:r>
              <a:rPr lang="en-GB" sz="4800" b="0" u="none" strike="noStrike" baseline="30000">
                <a:solidFill>
                  <a:srgbClr val="00B050"/>
                </a:solidFill>
                <a:effectLst/>
                <a:uFillTx/>
                <a:latin typeface="Comic Sans MS"/>
              </a:rPr>
              <a:t>-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"/>
          <p:cNvSpPr/>
          <p:nvPr/>
        </p:nvSpPr>
        <p:spPr>
          <a:xfrm>
            <a:off x="4797720" y="3338640"/>
            <a:ext cx="1809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Cl</a:t>
            </a:r>
            <a:r>
              <a:rPr lang="en-GB" sz="2800" b="0" u="none" strike="noStrike" baseline="30000">
                <a:solidFill>
                  <a:srgbClr val="00B050"/>
                </a:solidFill>
                <a:effectLst/>
                <a:uFillTx/>
                <a:latin typeface="Comic Sans MS"/>
              </a:rPr>
              <a:t>-     </a:t>
            </a:r>
            <a:r>
              <a:rPr lang="en-GB" sz="3200" b="0" u="none" strike="noStrike">
                <a:solidFill>
                  <a:srgbClr val="00B050"/>
                </a:solidFill>
                <a:effectLst/>
                <a:uFillTx/>
                <a:latin typeface="Comic Sans MS"/>
              </a:rPr>
              <a:t>5mM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"/>
          <p:cNvSpPr/>
          <p:nvPr/>
        </p:nvSpPr>
        <p:spPr>
          <a:xfrm>
            <a:off x="3132000" y="3429000"/>
            <a:ext cx="1440000" cy="287280"/>
          </a:xfrm>
          <a:prstGeom prst="rightArrow">
            <a:avLst>
              <a:gd name="adj1" fmla="val 50000"/>
              <a:gd name="adj2" fmla="val 50009"/>
            </a:avLst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"/>
          <p:cNvSpPr/>
          <p:nvPr/>
        </p:nvSpPr>
        <p:spPr>
          <a:xfrm>
            <a:off x="4746600" y="4254480"/>
            <a:ext cx="22352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4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GB" sz="48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- </a:t>
            </a: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130mM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"/>
          <p:cNvSpPr/>
          <p:nvPr/>
        </p:nvSpPr>
        <p:spPr>
          <a:xfrm>
            <a:off x="3833640" y="4167360"/>
            <a:ext cx="825840" cy="555480"/>
          </a:xfrm>
          <a:custGeom>
            <a:avLst/>
            <a:gdLst>
              <a:gd name="GluePoint1X" fmla="*/ 825500 w 825611"/>
              <a:gd name="GluePoint1Y" fmla="*/ 501257 h 555265"/>
              <a:gd name="GluePoint2X" fmla="*/ 284884 w 825611"/>
              <a:gd name="GluePoint2Y" fmla="*/ 533082 h 555265"/>
              <a:gd name="GluePoint3X" fmla="*/ 133829 w 825611"/>
              <a:gd name="GluePoint3Y" fmla="*/ 541039 h 555265"/>
              <a:gd name="GluePoint4X" fmla="*/ 22526 w 825611"/>
              <a:gd name="GluePoint4Y" fmla="*/ 445562 h 555265"/>
              <a:gd name="GluePoint5X" fmla="*/ 6625 w 825611"/>
              <a:gd name="GluePoint5Y" fmla="*/ 318258 h 555265"/>
              <a:gd name="GluePoint6X" fmla="*/ 62278 w 825611"/>
              <a:gd name="GluePoint6Y" fmla="*/ 206868 h 555265"/>
              <a:gd name="GluePoint7X" fmla="*/ 213331 w 825611"/>
              <a:gd name="GluePoint7Y" fmla="*/ 135260 h 555265"/>
              <a:gd name="GluePoint8X" fmla="*/ 586993 w 825611"/>
              <a:gd name="GluePoint8Y" fmla="*/ 0 h 5552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825611" h="555265">
                <a:moveTo>
                  <a:pt x="825611" y="500932"/>
                </a:moveTo>
                <a:lnTo>
                  <a:pt x="284922" y="532737"/>
                </a:lnTo>
                <a:cubicBezTo>
                  <a:pt x="169628" y="539363"/>
                  <a:pt x="177579" y="555265"/>
                  <a:pt x="133847" y="540688"/>
                </a:cubicBezTo>
                <a:cubicBezTo>
                  <a:pt x="90115" y="526111"/>
                  <a:pt x="43732" y="482379"/>
                  <a:pt x="22529" y="445273"/>
                </a:cubicBezTo>
                <a:cubicBezTo>
                  <a:pt x="1326" y="408167"/>
                  <a:pt x="0" y="357809"/>
                  <a:pt x="6626" y="318052"/>
                </a:cubicBezTo>
                <a:cubicBezTo>
                  <a:pt x="13252" y="278296"/>
                  <a:pt x="27830" y="237214"/>
                  <a:pt x="62286" y="206734"/>
                </a:cubicBezTo>
                <a:cubicBezTo>
                  <a:pt x="96742" y="176254"/>
                  <a:pt x="125896" y="169628"/>
                  <a:pt x="213360" y="135172"/>
                </a:cubicBezTo>
                <a:cubicBezTo>
                  <a:pt x="300824" y="100716"/>
                  <a:pt x="443948" y="50358"/>
                  <a:pt x="587072" y="0"/>
                </a:cubicBezTo>
              </a:path>
            </a:pathLst>
          </a:custGeom>
          <a:noFill/>
          <a:ln w="5724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"/>
          <p:cNvSpPr/>
          <p:nvPr/>
        </p:nvSpPr>
        <p:spPr>
          <a:xfrm>
            <a:off x="4649760" y="5589720"/>
            <a:ext cx="17848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Neurone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"/>
          <p:cNvSpPr/>
          <p:nvPr/>
        </p:nvSpPr>
        <p:spPr>
          <a:xfrm>
            <a:off x="623880" y="601560"/>
            <a:ext cx="2251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Extracellular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"/>
          <p:cNvSpPr/>
          <p:nvPr/>
        </p:nvSpPr>
        <p:spPr>
          <a:xfrm>
            <a:off x="4433760" y="596880"/>
            <a:ext cx="2205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Intracellular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"/>
          <p:cNvSpPr/>
          <p:nvPr/>
        </p:nvSpPr>
        <p:spPr>
          <a:xfrm>
            <a:off x="3008160" y="1276200"/>
            <a:ext cx="177048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Concentration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gradients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"/>
          <p:cNvSpPr/>
          <p:nvPr/>
        </p:nvSpPr>
        <p:spPr>
          <a:xfrm>
            <a:off x="3038760" y="0"/>
            <a:ext cx="28108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Ionic gradients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9" name=""/>
          <p:cNvGrpSpPr/>
          <p:nvPr/>
        </p:nvGrpSpPr>
        <p:grpSpPr>
          <a:xfrm>
            <a:off x="2272320" y="969840"/>
            <a:ext cx="4770720" cy="4322880"/>
            <a:chOff x="2272320" y="969840"/>
            <a:chExt cx="4770720" cy="4322880"/>
          </a:xfrm>
        </p:grpSpPr>
        <p:sp>
          <p:nvSpPr>
            <p:cNvPr id="1080" name=""/>
            <p:cNvSpPr/>
            <p:nvPr/>
          </p:nvSpPr>
          <p:spPr>
            <a:xfrm>
              <a:off x="4209480" y="1844640"/>
              <a:ext cx="134280" cy="3448080"/>
            </a:xfrm>
            <a:prstGeom prst="rect">
              <a:avLst/>
            </a:prstGeom>
            <a:gradFill rotWithShape="0">
              <a:gsLst>
                <a:gs pos="0">
                  <a:srgbClr val="8080FF"/>
                </a:gs>
                <a:gs pos="100000">
                  <a:srgbClr val="DADAFF"/>
                </a:gs>
              </a:gsLst>
              <a:lin ang="13500000"/>
            </a:gra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1" name=""/>
            <p:cNvSpPr/>
            <p:nvPr/>
          </p:nvSpPr>
          <p:spPr>
            <a:xfrm>
              <a:off x="3595320" y="1339920"/>
              <a:ext cx="12927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Membrane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2" name=""/>
            <p:cNvSpPr/>
            <p:nvPr/>
          </p:nvSpPr>
          <p:spPr>
            <a:xfrm>
              <a:off x="2960640" y="971640"/>
              <a:ext cx="10929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Outside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3" name=""/>
            <p:cNvSpPr/>
            <p:nvPr/>
          </p:nvSpPr>
          <p:spPr>
            <a:xfrm>
              <a:off x="4562640" y="969840"/>
              <a:ext cx="860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Inside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4" name=""/>
            <p:cNvSpPr/>
            <p:nvPr/>
          </p:nvSpPr>
          <p:spPr>
            <a:xfrm>
              <a:off x="5756760" y="2897280"/>
              <a:ext cx="1216800" cy="10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6600" b="0" u="none" strike="noStrike">
                  <a:solidFill>
                    <a:srgbClr val="0000FF"/>
                  </a:solidFill>
                  <a:effectLst/>
                  <a:uFillTx/>
                  <a:latin typeface="Comic Sans MS"/>
                </a:rPr>
                <a:t>K</a:t>
              </a:r>
              <a:r>
                <a:rPr lang="en-GB" sz="6600" b="0" u="none" strike="noStrike" baseline="30000">
                  <a:solidFill>
                    <a:srgbClr val="0000FF"/>
                  </a:solidFill>
                  <a:effectLst/>
                  <a:uFillTx/>
                  <a:latin typeface="Comic Sans MS"/>
                </a:rPr>
                <a:t>+  </a:t>
              </a:r>
              <a:endPara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"/>
            <p:cNvSpPr/>
            <p:nvPr/>
          </p:nvSpPr>
          <p:spPr>
            <a:xfrm>
              <a:off x="2272320" y="3112920"/>
              <a:ext cx="541800" cy="58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3200" b="0" u="none" strike="noStrike">
                  <a:solidFill>
                    <a:srgbClr val="0000FF"/>
                  </a:solidFill>
                  <a:effectLst/>
                  <a:uFillTx/>
                  <a:latin typeface="Comic Sans MS"/>
                </a:rPr>
                <a:t>K</a:t>
              </a:r>
              <a:r>
                <a:rPr lang="en-GB" sz="3200" b="0" u="none" strike="noStrike" baseline="30000">
                  <a:solidFill>
                    <a:srgbClr val="0000FF"/>
                  </a:solidFill>
                  <a:effectLst/>
                  <a:uFillTx/>
                  <a:latin typeface="Comic Sans MS"/>
                </a:rPr>
                <a:t>+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"/>
            <p:cNvSpPr/>
            <p:nvPr/>
          </p:nvSpPr>
          <p:spPr>
            <a:xfrm rot="10800000">
              <a:off x="3128760" y="3048120"/>
              <a:ext cx="2148480" cy="784080"/>
            </a:xfrm>
            <a:prstGeom prst="rightArrow">
              <a:avLst>
                <a:gd name="adj1" fmla="val 50000"/>
                <a:gd name="adj2" fmla="val 50236"/>
              </a:avLst>
            </a:prstGeom>
            <a:solidFill>
              <a:srgbClr val="FFFFFF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"/>
            <p:cNvSpPr/>
            <p:nvPr/>
          </p:nvSpPr>
          <p:spPr>
            <a:xfrm>
              <a:off x="3584880" y="3247920"/>
              <a:ext cx="15408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Net gradient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88" name=""/>
            <p:cNvCxnSpPr/>
            <p:nvPr/>
          </p:nvCxnSpPr>
          <p:spPr>
            <a:xfrm flipH="1" flipV="1">
              <a:off x="3342240" y="4725360"/>
              <a:ext cx="1932120" cy="1080"/>
            </a:xfrm>
            <a:prstGeom prst="straightConnector1">
              <a:avLst/>
            </a:prstGeom>
            <a:ln w="76320">
              <a:solidFill>
                <a:srgbClr val="0000FF"/>
              </a:solidFill>
              <a:miter/>
              <a:tailEnd len="med" type="arrow" w="med"/>
            </a:ln>
          </p:spPr>
        </p:cxnSp>
        <p:cxnSp>
          <p:nvCxnSpPr>
            <p:cNvPr id="1089" name=""/>
            <p:cNvCxnSpPr/>
            <p:nvPr/>
          </p:nvCxnSpPr>
          <p:spPr>
            <a:xfrm>
              <a:off x="3488400" y="2349000"/>
              <a:ext cx="1793880" cy="1080"/>
            </a:xfrm>
            <a:prstGeom prst="straightConnector1">
              <a:avLst/>
            </a:prstGeom>
            <a:ln w="19080">
              <a:solidFill>
                <a:srgbClr val="0000FF"/>
              </a:solidFill>
              <a:miter/>
              <a:tailEnd len="med" type="arrow" w="med"/>
            </a:ln>
          </p:spPr>
        </p:cxnSp>
        <p:sp>
          <p:nvSpPr>
            <p:cNvPr id="1090" name=""/>
            <p:cNvSpPr/>
            <p:nvPr/>
          </p:nvSpPr>
          <p:spPr>
            <a:xfrm>
              <a:off x="5331960" y="4367160"/>
              <a:ext cx="1711080" cy="65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Concentration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gradient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1" name=""/>
            <p:cNvSpPr/>
            <p:nvPr/>
          </p:nvSpPr>
          <p:spPr>
            <a:xfrm>
              <a:off x="2325960" y="1990800"/>
              <a:ext cx="1138320" cy="65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Electrical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gradient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2" name=""/>
            <p:cNvSpPr/>
            <p:nvPr/>
          </p:nvSpPr>
          <p:spPr>
            <a:xfrm>
              <a:off x="3749760" y="1568520"/>
              <a:ext cx="470880" cy="70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4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+</a:t>
              </a:r>
              <a:endPara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3" name=""/>
            <p:cNvSpPr/>
            <p:nvPr/>
          </p:nvSpPr>
          <p:spPr>
            <a:xfrm>
              <a:off x="4373640" y="1357200"/>
              <a:ext cx="406080" cy="70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4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_</a:t>
              </a:r>
              <a:endPara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4" name=""/>
          <p:cNvSpPr/>
          <p:nvPr/>
        </p:nvSpPr>
        <p:spPr>
          <a:xfrm>
            <a:off x="184320" y="0"/>
            <a:ext cx="3484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Membrane potential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"/>
          <p:cNvSpPr/>
          <p:nvPr/>
        </p:nvSpPr>
        <p:spPr>
          <a:xfrm>
            <a:off x="4211640" y="2060640"/>
            <a:ext cx="144360" cy="3456000"/>
          </a:xfrm>
          <a:prstGeom prst="rect">
            <a:avLst/>
          </a:prstGeom>
          <a:gradFill rotWithShape="0">
            <a:gsLst>
              <a:gs pos="0">
                <a:srgbClr val="8080FF"/>
              </a:gs>
              <a:gs pos="100000">
                <a:srgbClr val="DADAFF"/>
              </a:gs>
            </a:gsLst>
            <a:lin ang="13500000"/>
          </a:gra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"/>
          <p:cNvSpPr/>
          <p:nvPr/>
        </p:nvSpPr>
        <p:spPr>
          <a:xfrm>
            <a:off x="3601800" y="1557360"/>
            <a:ext cx="1292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"/>
          <p:cNvSpPr/>
          <p:nvPr/>
        </p:nvSpPr>
        <p:spPr>
          <a:xfrm>
            <a:off x="2968200" y="1187280"/>
            <a:ext cx="1092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Outside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"/>
          <p:cNvSpPr/>
          <p:nvPr/>
        </p:nvSpPr>
        <p:spPr>
          <a:xfrm>
            <a:off x="4570560" y="1185840"/>
            <a:ext cx="860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"/>
          <p:cNvSpPr/>
          <p:nvPr/>
        </p:nvSpPr>
        <p:spPr>
          <a:xfrm>
            <a:off x="5770080" y="3112920"/>
            <a:ext cx="1216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6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K</a:t>
            </a:r>
            <a:r>
              <a:rPr lang="en-GB" sz="6600" b="0" u="none" strike="noStrike" baseline="30000">
                <a:solidFill>
                  <a:srgbClr val="0000FF"/>
                </a:solidFill>
                <a:effectLst/>
                <a:uFillTx/>
                <a:latin typeface="Comic Sans MS"/>
              </a:rPr>
              <a:t>+  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"/>
          <p:cNvSpPr/>
          <p:nvPr/>
        </p:nvSpPr>
        <p:spPr>
          <a:xfrm>
            <a:off x="2279520" y="3328920"/>
            <a:ext cx="541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K</a:t>
            </a:r>
            <a:r>
              <a:rPr lang="en-GB" sz="3200" b="0" u="none" strike="noStrike" baseline="30000">
                <a:solidFill>
                  <a:srgbClr val="0000FF"/>
                </a:solidFill>
                <a:effectLst/>
                <a:uFillTx/>
                <a:latin typeface="Comic Sans MS"/>
              </a:rPr>
              <a:t>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1" name=""/>
          <p:cNvCxnSpPr/>
          <p:nvPr/>
        </p:nvCxnSpPr>
        <p:spPr>
          <a:xfrm flipH="1" flipV="1">
            <a:off x="3347640" y="4943160"/>
            <a:ext cx="1945440" cy="2160"/>
          </a:xfrm>
          <a:prstGeom prst="straightConnector1">
            <a:avLst/>
          </a:prstGeom>
          <a:ln w="76320">
            <a:solidFill>
              <a:srgbClr val="0000FF"/>
            </a:solidFill>
            <a:miter/>
            <a:tailEnd len="med" type="triangle" w="med"/>
          </a:ln>
        </p:spPr>
      </p:cxnSp>
      <p:sp>
        <p:nvSpPr>
          <p:cNvPr id="1102" name=""/>
          <p:cNvSpPr/>
          <p:nvPr/>
        </p:nvSpPr>
        <p:spPr>
          <a:xfrm>
            <a:off x="5340240" y="4583160"/>
            <a:ext cx="171108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Concentration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gradient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"/>
          <p:cNvSpPr/>
          <p:nvPr/>
        </p:nvSpPr>
        <p:spPr>
          <a:xfrm>
            <a:off x="2332080" y="2206800"/>
            <a:ext cx="113832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Electrical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gradient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"/>
          <p:cNvSpPr/>
          <p:nvPr/>
        </p:nvSpPr>
        <p:spPr>
          <a:xfrm>
            <a:off x="3756240" y="1784520"/>
            <a:ext cx="4708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+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"/>
          <p:cNvSpPr/>
          <p:nvPr/>
        </p:nvSpPr>
        <p:spPr>
          <a:xfrm>
            <a:off x="4381560" y="1573200"/>
            <a:ext cx="4060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_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"/>
          <p:cNvSpPr/>
          <p:nvPr/>
        </p:nvSpPr>
        <p:spPr>
          <a:xfrm>
            <a:off x="3132000" y="3284640"/>
            <a:ext cx="2568600" cy="792000"/>
          </a:xfrm>
          <a:prstGeom prst="leftRightArrow">
            <a:avLst>
              <a:gd name="adj1" fmla="val 50000"/>
              <a:gd name="adj2" fmla="val 50014"/>
            </a:avLst>
          </a:prstGeom>
          <a:solidFill>
            <a:srgbClr val="FFFFFF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"/>
          <p:cNvSpPr/>
          <p:nvPr/>
        </p:nvSpPr>
        <p:spPr>
          <a:xfrm>
            <a:off x="184320" y="0"/>
            <a:ext cx="3484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Membrane potential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"/>
          <p:cNvSpPr/>
          <p:nvPr/>
        </p:nvSpPr>
        <p:spPr>
          <a:xfrm>
            <a:off x="3564000" y="3500280"/>
            <a:ext cx="1895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net gradient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9" name=""/>
          <p:cNvCxnSpPr/>
          <p:nvPr/>
        </p:nvCxnSpPr>
        <p:spPr>
          <a:xfrm flipV="1">
            <a:off x="3500280" y="2522160"/>
            <a:ext cx="1945440" cy="2160"/>
          </a:xfrm>
          <a:prstGeom prst="straightConnector1">
            <a:avLst/>
          </a:prstGeom>
          <a:ln w="76320">
            <a:solidFill>
              <a:srgbClr val="0000FF"/>
            </a:solidFill>
            <a:miter/>
            <a:tailEnd len="med" type="triangle" w="med"/>
          </a:ln>
        </p:spPr>
      </p:cxnSp>
      <p:grpSp>
        <p:nvGrpSpPr>
          <p:cNvPr id="1110" name=""/>
          <p:cNvGrpSpPr/>
          <p:nvPr/>
        </p:nvGrpSpPr>
        <p:grpSpPr>
          <a:xfrm>
            <a:off x="-567720" y="5661000"/>
            <a:ext cx="7309080" cy="1081080"/>
            <a:chOff x="-567720" y="5661000"/>
            <a:chExt cx="7309080" cy="1081080"/>
          </a:xfrm>
        </p:grpSpPr>
        <p:sp>
          <p:nvSpPr>
            <p:cNvPr id="1111" name=""/>
            <p:cNvSpPr/>
            <p:nvPr/>
          </p:nvSpPr>
          <p:spPr>
            <a:xfrm>
              <a:off x="2047320" y="6093000"/>
              <a:ext cx="4694040" cy="64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3200" b="0" u="none" strike="noStrike">
                  <a:solidFill>
                    <a:srgbClr val="0000FF"/>
                  </a:solidFill>
                  <a:effectLst/>
                  <a:uFillTx/>
                  <a:latin typeface="Calibri"/>
                </a:rPr>
                <a:t>E</a:t>
              </a:r>
              <a:r>
                <a:rPr lang="en-GB" sz="3200" b="0" u="none" strike="noStrike" baseline="-25000">
                  <a:solidFill>
                    <a:srgbClr val="0000FF"/>
                  </a:solidFill>
                  <a:effectLst/>
                  <a:uFillTx/>
                  <a:latin typeface="Calibri"/>
                </a:rPr>
                <a:t>K</a:t>
              </a:r>
              <a:r>
                <a:rPr lang="en-GB" sz="32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= (RT</a:t>
              </a:r>
              <a:r>
                <a:rPr lang="en-US" sz="32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/zF) . ln ([K]</a:t>
              </a:r>
              <a:r>
                <a:rPr lang="en-US" sz="3200" b="0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o</a:t>
              </a:r>
              <a:r>
                <a:rPr lang="en-US" sz="32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/[K]</a:t>
              </a:r>
              <a:r>
                <a:rPr lang="en-US" sz="3200" b="0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i</a:t>
              </a:r>
              <a:r>
                <a:rPr lang="en-US" sz="32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)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"/>
            <p:cNvSpPr/>
            <p:nvPr/>
          </p:nvSpPr>
          <p:spPr>
            <a:xfrm>
              <a:off x="-567720" y="5661000"/>
              <a:ext cx="64440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2400" b="0" u="none" strike="noStrike">
                  <a:solidFill>
                    <a:srgbClr val="0000FF"/>
                  </a:solidFill>
                  <a:effectLst/>
                  <a:uFillTx/>
                  <a:latin typeface="Calibri"/>
                </a:rPr>
                <a:t>            Nernst or Equilibrium potential for K</a:t>
              </a:r>
              <a:r>
                <a:rPr lang="en-GB" sz="2400" b="0" u="none" strike="noStrike" baseline="30000">
                  <a:solidFill>
                    <a:srgbClr val="0000FF"/>
                  </a:solidFill>
                  <a:effectLst/>
                  <a:uFillTx/>
                  <a:latin typeface="Calibri"/>
                </a:rPr>
                <a:t>+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3" name=""/>
          <p:cNvSpPr/>
          <p:nvPr/>
        </p:nvSpPr>
        <p:spPr>
          <a:xfrm>
            <a:off x="6853320" y="6093000"/>
            <a:ext cx="221760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GB" sz="3200" b="0" u="none" strike="noStrike" baseline="-25000">
                <a:solidFill>
                  <a:srgbClr val="000000"/>
                </a:solidFill>
                <a:effectLst/>
                <a:uFillTx/>
                <a:latin typeface="Calibri"/>
              </a:rPr>
              <a:t>K</a:t>
            </a: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~ -70mV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29" dur="indefinite" restart="never" nodeType="tmRoot">
          <p:childTnLst>
            <p:seq>
              <p:cTn id="130" dur="indefinite" nodeType="mainSeq">
                <p:childTnLst>
                  <p:par>
                    <p:cTn id="131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32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"/>
          <p:cNvSpPr/>
          <p:nvPr/>
        </p:nvSpPr>
        <p:spPr>
          <a:xfrm>
            <a:off x="4211640" y="1844640"/>
            <a:ext cx="144360" cy="3456000"/>
          </a:xfrm>
          <a:prstGeom prst="rect">
            <a:avLst/>
          </a:prstGeom>
          <a:gradFill rotWithShape="0">
            <a:gsLst>
              <a:gs pos="0">
                <a:srgbClr val="8080FF"/>
              </a:gs>
              <a:gs pos="100000">
                <a:srgbClr val="DADAFF"/>
              </a:gs>
            </a:gsLst>
            <a:lin ang="13500000"/>
          </a:gra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"/>
          <p:cNvSpPr/>
          <p:nvPr/>
        </p:nvSpPr>
        <p:spPr>
          <a:xfrm>
            <a:off x="3601800" y="1341360"/>
            <a:ext cx="1292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"/>
          <p:cNvSpPr/>
          <p:nvPr/>
        </p:nvSpPr>
        <p:spPr>
          <a:xfrm>
            <a:off x="2968200" y="971640"/>
            <a:ext cx="1092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Outside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"/>
          <p:cNvSpPr/>
          <p:nvPr/>
        </p:nvSpPr>
        <p:spPr>
          <a:xfrm>
            <a:off x="4570560" y="969840"/>
            <a:ext cx="860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"/>
          <p:cNvSpPr/>
          <p:nvPr/>
        </p:nvSpPr>
        <p:spPr>
          <a:xfrm>
            <a:off x="1496880" y="2897280"/>
            <a:ext cx="1801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66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Na</a:t>
            </a:r>
            <a:r>
              <a:rPr lang="en-GB" sz="6600" b="0" u="none" strike="noStrike" baseline="30000">
                <a:solidFill>
                  <a:srgbClr val="FF0000"/>
                </a:solidFill>
                <a:effectLst/>
                <a:uFillTx/>
                <a:latin typeface="Comic Sans MS"/>
              </a:rPr>
              <a:t>+  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"/>
          <p:cNvSpPr/>
          <p:nvPr/>
        </p:nvSpPr>
        <p:spPr>
          <a:xfrm>
            <a:off x="5603760" y="3112920"/>
            <a:ext cx="8258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Na</a:t>
            </a:r>
            <a:r>
              <a:rPr lang="en-GB" sz="3200" b="0" u="none" strike="noStrike" baseline="30000">
                <a:solidFill>
                  <a:srgbClr val="FF0000"/>
                </a:solidFill>
                <a:effectLst/>
                <a:uFillTx/>
                <a:latin typeface="Comic Sans MS"/>
              </a:rPr>
              <a:t>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"/>
          <p:cNvSpPr/>
          <p:nvPr/>
        </p:nvSpPr>
        <p:spPr>
          <a:xfrm flipH="1" rot="10800000">
            <a:off x="3201840" y="3049200"/>
            <a:ext cx="2160720" cy="792360"/>
          </a:xfrm>
          <a:prstGeom prst="rightArrow">
            <a:avLst>
              <a:gd name="adj1" fmla="val 50000"/>
              <a:gd name="adj2" fmla="val 49994"/>
            </a:avLst>
          </a:prstGeom>
          <a:solidFill>
            <a:srgbClr val="FFFFFF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"/>
          <p:cNvSpPr/>
          <p:nvPr/>
        </p:nvSpPr>
        <p:spPr>
          <a:xfrm>
            <a:off x="3554640" y="3247920"/>
            <a:ext cx="1540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Net gradient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2" name=""/>
          <p:cNvCxnSpPr/>
          <p:nvPr/>
        </p:nvCxnSpPr>
        <p:spPr>
          <a:xfrm flipV="1">
            <a:off x="3348000" y="4726800"/>
            <a:ext cx="1945440" cy="2520"/>
          </a:xfrm>
          <a:prstGeom prst="straightConnector1">
            <a:avLst/>
          </a:prstGeom>
          <a:ln w="76320">
            <a:solidFill>
              <a:srgbClr val="FF0000"/>
            </a:solidFill>
            <a:miter/>
            <a:tailEnd len="med" type="triangle" w="med"/>
          </a:ln>
        </p:spPr>
      </p:cxnSp>
      <p:cxnSp>
        <p:nvCxnSpPr>
          <p:cNvPr id="1123" name=""/>
          <p:cNvCxnSpPr/>
          <p:nvPr/>
        </p:nvCxnSpPr>
        <p:spPr>
          <a:xfrm>
            <a:off x="3492000" y="2349000"/>
            <a:ext cx="1802520" cy="3960"/>
          </a:xfrm>
          <a:prstGeom prst="straightConnector1">
            <a:avLst/>
          </a:prstGeom>
          <a:ln w="19080">
            <a:solidFill>
              <a:srgbClr val="FF0000"/>
            </a:solidFill>
            <a:miter/>
            <a:tailEnd len="med" type="arrow" w="med"/>
          </a:ln>
        </p:spPr>
      </p:cxnSp>
      <p:sp>
        <p:nvSpPr>
          <p:cNvPr id="1124" name=""/>
          <p:cNvSpPr/>
          <p:nvPr/>
        </p:nvSpPr>
        <p:spPr>
          <a:xfrm>
            <a:off x="5340240" y="4367160"/>
            <a:ext cx="171108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Concentration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gradient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"/>
          <p:cNvSpPr/>
          <p:nvPr/>
        </p:nvSpPr>
        <p:spPr>
          <a:xfrm>
            <a:off x="2332080" y="1990800"/>
            <a:ext cx="113832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Electrical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gradient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"/>
          <p:cNvSpPr/>
          <p:nvPr/>
        </p:nvSpPr>
        <p:spPr>
          <a:xfrm>
            <a:off x="3756240" y="1568520"/>
            <a:ext cx="4708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+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"/>
          <p:cNvSpPr/>
          <p:nvPr/>
        </p:nvSpPr>
        <p:spPr>
          <a:xfrm>
            <a:off x="4381560" y="1357200"/>
            <a:ext cx="4060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_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"/>
          <p:cNvSpPr/>
          <p:nvPr/>
        </p:nvSpPr>
        <p:spPr>
          <a:xfrm>
            <a:off x="184320" y="0"/>
            <a:ext cx="3484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Membrane potential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"/>
          <p:cNvSpPr/>
          <p:nvPr/>
        </p:nvSpPr>
        <p:spPr>
          <a:xfrm>
            <a:off x="603360" y="6093000"/>
            <a:ext cx="54295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E</a:t>
            </a:r>
            <a:r>
              <a:rPr lang="en-GB" sz="3200" b="0" u="none" strike="noStrike" baseline="-25000">
                <a:solidFill>
                  <a:srgbClr val="FF0000"/>
                </a:solidFill>
                <a:effectLst/>
                <a:uFillTx/>
                <a:latin typeface="Calibri"/>
              </a:rPr>
              <a:t>Na</a:t>
            </a: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= (RT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/zF) . ln ([Na]</a:t>
            </a:r>
            <a:r>
              <a:rPr lang="en-US" sz="3200" b="0" u="none" strike="noStrike" baseline="-25000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/[Na]</a:t>
            </a:r>
            <a:r>
              <a:rPr lang="en-US" sz="3200" b="0" u="none" strike="noStrike" baseline="-25000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"/>
          <p:cNvSpPr/>
          <p:nvPr/>
        </p:nvSpPr>
        <p:spPr>
          <a:xfrm>
            <a:off x="6551640" y="6093000"/>
            <a:ext cx="248400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GB" sz="3200" b="0" u="none" strike="noStrike" baseline="-25000">
                <a:solidFill>
                  <a:srgbClr val="000000"/>
                </a:solidFill>
                <a:effectLst/>
                <a:uFillTx/>
                <a:latin typeface="Calibri"/>
              </a:rPr>
              <a:t>Na</a:t>
            </a: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~ +30mV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38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"/>
          <p:cNvSpPr/>
          <p:nvPr/>
        </p:nvSpPr>
        <p:spPr>
          <a:xfrm>
            <a:off x="914400" y="398520"/>
            <a:ext cx="2117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2800" b="0" u="none" strike="noStrike">
                <a:solidFill>
                  <a:srgbClr val="5983B0"/>
                </a:solidFill>
                <a:effectLst/>
                <a:uFillTx/>
                <a:latin typeface="Comic Sans MS"/>
              </a:rPr>
              <a:t>Summary…..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"/>
          <p:cNvSpPr/>
          <p:nvPr/>
        </p:nvSpPr>
        <p:spPr>
          <a:xfrm>
            <a:off x="457200" y="1362240"/>
            <a:ext cx="7819920" cy="210312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8360" tIns="63360" rIns="108360" bIns="6336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Na-K- ATPase: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transports Na and K ions across the cell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establishes ionic gradients across the cell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Electrogenic-  generates a potential difference across cell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"/>
          <p:cNvSpPr/>
          <p:nvPr/>
        </p:nvSpPr>
        <p:spPr>
          <a:xfrm>
            <a:off x="512640" y="3978360"/>
            <a:ext cx="8116920" cy="41904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17360" tIns="72360" rIns="117360" bIns="7236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Selective ion channels allow Na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and K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ions to pass through the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"/>
          <p:cNvSpPr/>
          <p:nvPr/>
        </p:nvSpPr>
        <p:spPr>
          <a:xfrm>
            <a:off x="457200" y="5011560"/>
            <a:ext cx="5937120" cy="15544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17360" tIns="72360" rIns="117360" bIns="72360" anchor="t">
            <a:no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At rest: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ions are near equilbrium.  M.P.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~ -70 mV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Na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 ions out of equilibrium – net gradient into the cell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43" dur="indefinite" restart="never" nodeType="tmRoot">
          <p:childTnLst>
            <p:seq>
              <p:cTn id="144" dur="indefinite" nodeType="mainSeq">
                <p:childTnLst>
                  <p:par>
                    <p:cTn id="145" dur="indefinite" fill="hold">
                      <p:stCondLst>
                        <p:cond delay="indefinite"/>
                      </p:stCondLst>
                      <p:childTnLst>
                        <p:par>
                          <p:cTn id="14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47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dur="indefinite" fill="hold">
                      <p:stCondLst>
                        <p:cond delay="indefinite"/>
                      </p:stCondLst>
                      <p:childTnLst>
                        <p:par>
                          <p:cTn id="15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51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dur="indefinite" fill="hold">
                      <p:stCondLst>
                        <p:cond delay="indefinite"/>
                      </p:stCondLst>
                      <p:childTnLst>
                        <p:par>
                          <p:cTn id="15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5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5" name=""/>
          <p:cNvGrpSpPr/>
          <p:nvPr/>
        </p:nvGrpSpPr>
        <p:grpSpPr>
          <a:xfrm>
            <a:off x="875520" y="1330200"/>
            <a:ext cx="6644160" cy="4195800"/>
            <a:chOff x="875520" y="1330200"/>
            <a:chExt cx="6644160" cy="4195800"/>
          </a:xfrm>
        </p:grpSpPr>
        <p:sp>
          <p:nvSpPr>
            <p:cNvPr id="1136" name=""/>
            <p:cNvSpPr/>
            <p:nvPr/>
          </p:nvSpPr>
          <p:spPr>
            <a:xfrm>
              <a:off x="1762200" y="1625760"/>
              <a:ext cx="5757480" cy="2841480"/>
            </a:xfrm>
            <a:custGeom>
              <a:avLst/>
              <a:gdLst>
                <a:gd name="GluePoint1X" fmla="*/ 0 w 5180397"/>
                <a:gd name="GluePoint1Y" fmla="*/ 2180902 h 2474181"/>
                <a:gd name="GluePoint2X" fmla="*/ 1614064 w 5180397"/>
                <a:gd name="GluePoint2Y" fmla="*/ 2165003 h 2474181"/>
                <a:gd name="GluePoint3X" fmla="*/ 2011616 w 5180397"/>
                <a:gd name="GluePoint3Y" fmla="*/ 2093455 h 2474181"/>
                <a:gd name="GluePoint4X" fmla="*/ 2099078 w 5180397"/>
                <a:gd name="GluePoint4Y" fmla="*/ 1719813 h 2474181"/>
                <a:gd name="GluePoint5X" fmla="*/ 2122931 w 5180397"/>
                <a:gd name="GluePoint5Y" fmla="*/ 74199 h 2474181"/>
                <a:gd name="GluePoint6X" fmla="*/ 2122931 w 5180397"/>
                <a:gd name="GluePoint6Y" fmla="*/ 74199 h 2474181"/>
                <a:gd name="GluePoint7X" fmla="*/ 2154736 w 5180397"/>
                <a:gd name="GluePoint7Y" fmla="*/ 10600 h 2474181"/>
                <a:gd name="GluePoint8X" fmla="*/ 2162687 w 5180397"/>
                <a:gd name="GluePoint8Y" fmla="*/ 10600 h 2474181"/>
                <a:gd name="GluePoint9X" fmla="*/ 2170637 w 5180397"/>
                <a:gd name="GluePoint9Y" fmla="*/ 18551 h 2474181"/>
                <a:gd name="GluePoint10X" fmla="*/ 2194491 w 5180397"/>
                <a:gd name="GluePoint10Y" fmla="*/ 74199 h 2474181"/>
                <a:gd name="GluePoint11X" fmla="*/ 2242197 w 5180397"/>
                <a:gd name="GluePoint11Y" fmla="*/ 455790 h 2474181"/>
                <a:gd name="GluePoint12X" fmla="*/ 2321707 w 5180397"/>
                <a:gd name="GluePoint12Y" fmla="*/ 1107676 h 2474181"/>
                <a:gd name="GluePoint13X" fmla="*/ 2385315 w 5180397"/>
                <a:gd name="GluePoint13Y" fmla="*/ 1632364 h 2474181"/>
                <a:gd name="GluePoint14X" fmla="*/ 2440974 w 5180397"/>
                <a:gd name="GluePoint14Y" fmla="*/ 2117304 h 2474181"/>
                <a:gd name="GluePoint15X" fmla="*/ 2488679 w 5180397"/>
                <a:gd name="GluePoint15Y" fmla="*/ 2371699 h 2474181"/>
                <a:gd name="GluePoint16X" fmla="*/ 2599995 w 5180397"/>
                <a:gd name="GluePoint16Y" fmla="*/ 2459147 h 2474181"/>
                <a:gd name="GluePoint17X" fmla="*/ 2735162 w 5180397"/>
                <a:gd name="GluePoint17Y" fmla="*/ 2459147 h 2474181"/>
                <a:gd name="GluePoint18X" fmla="*/ 2933938 w 5180397"/>
                <a:gd name="GluePoint18Y" fmla="*/ 2379648 h 2474181"/>
                <a:gd name="GluePoint19X" fmla="*/ 3108862 w 5180397"/>
                <a:gd name="GluePoint19Y" fmla="*/ 2276301 h 2474181"/>
                <a:gd name="GluePoint20X" fmla="*/ 3346947 w 5180397"/>
                <a:gd name="GluePoint20Y" fmla="*/ 2154254 h 2474181"/>
                <a:gd name="GluePoint21X" fmla="*/ 3596107 w 5180397"/>
                <a:gd name="GluePoint21Y" fmla="*/ 2113748 h 2474181"/>
                <a:gd name="GluePoint22X" fmla="*/ 5180233 w 5180397"/>
                <a:gd name="GluePoint22Y" fmla="*/ 2113748 h 24741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l" t="t" r="r" b="b"/>
              <a:pathLst>
                <a:path w="5180397" h="2474181">
                  <a:moveTo>
                    <a:pt x="0" y="2181308"/>
                  </a:moveTo>
                  <a:lnTo>
                    <a:pt x="1614115" y="2165406"/>
                  </a:lnTo>
                  <a:cubicBezTo>
                    <a:pt x="1949395" y="2150829"/>
                    <a:pt x="1930842" y="2168056"/>
                    <a:pt x="2011680" y="2093844"/>
                  </a:cubicBezTo>
                  <a:cubicBezTo>
                    <a:pt x="2092518" y="2019632"/>
                    <a:pt x="2080591" y="2056738"/>
                    <a:pt x="2099144" y="1720133"/>
                  </a:cubicBezTo>
                  <a:cubicBezTo>
                    <a:pt x="2117697" y="1383528"/>
                    <a:pt x="2122998" y="74213"/>
                    <a:pt x="2122998" y="74213"/>
                  </a:cubicBezTo>
                  <a:lnTo>
                    <a:pt x="2122998" y="74213"/>
                  </a:lnTo>
                  <a:cubicBezTo>
                    <a:pt x="2128299" y="63611"/>
                    <a:pt x="2148178" y="21204"/>
                    <a:pt x="2154804" y="10602"/>
                  </a:cubicBezTo>
                  <a:cubicBezTo>
                    <a:pt x="2161430" y="0"/>
                    <a:pt x="2160105" y="9277"/>
                    <a:pt x="2162755" y="10602"/>
                  </a:cubicBezTo>
                  <a:cubicBezTo>
                    <a:pt x="2165405" y="11927"/>
                    <a:pt x="2165405" y="7952"/>
                    <a:pt x="2170706" y="18554"/>
                  </a:cubicBezTo>
                  <a:cubicBezTo>
                    <a:pt x="2176007" y="29156"/>
                    <a:pt x="2182633" y="1326"/>
                    <a:pt x="2194560" y="74213"/>
                  </a:cubicBezTo>
                  <a:cubicBezTo>
                    <a:pt x="2206487" y="147100"/>
                    <a:pt x="2221065" y="283597"/>
                    <a:pt x="2242268" y="455875"/>
                  </a:cubicBezTo>
                  <a:cubicBezTo>
                    <a:pt x="2263471" y="628153"/>
                    <a:pt x="2297927" y="911750"/>
                    <a:pt x="2321781" y="1107882"/>
                  </a:cubicBezTo>
                  <a:cubicBezTo>
                    <a:pt x="2345635" y="1304014"/>
                    <a:pt x="2365513" y="1464365"/>
                    <a:pt x="2385391" y="1632668"/>
                  </a:cubicBezTo>
                  <a:cubicBezTo>
                    <a:pt x="2405269" y="1800971"/>
                    <a:pt x="2423823" y="1994453"/>
                    <a:pt x="2441051" y="2117698"/>
                  </a:cubicBezTo>
                  <a:cubicBezTo>
                    <a:pt x="2458279" y="2240943"/>
                    <a:pt x="2462254" y="2315156"/>
                    <a:pt x="2488758" y="2372140"/>
                  </a:cubicBezTo>
                  <a:cubicBezTo>
                    <a:pt x="2515262" y="2429124"/>
                    <a:pt x="2558995" y="2445027"/>
                    <a:pt x="2600077" y="2459604"/>
                  </a:cubicBezTo>
                  <a:cubicBezTo>
                    <a:pt x="2641159" y="2474181"/>
                    <a:pt x="2679590" y="2472856"/>
                    <a:pt x="2735249" y="2459604"/>
                  </a:cubicBezTo>
                  <a:cubicBezTo>
                    <a:pt x="2790908" y="2446352"/>
                    <a:pt x="2871746" y="2410571"/>
                    <a:pt x="2934031" y="2380091"/>
                  </a:cubicBezTo>
                  <a:cubicBezTo>
                    <a:pt x="2996316" y="2349611"/>
                    <a:pt x="3040123" y="2314297"/>
                    <a:pt x="3108960" y="2276724"/>
                  </a:cubicBezTo>
                  <a:cubicBezTo>
                    <a:pt x="3177797" y="2239151"/>
                    <a:pt x="3266215" y="2185135"/>
                    <a:pt x="3347053" y="2154655"/>
                  </a:cubicBezTo>
                  <a:cubicBezTo>
                    <a:pt x="3475599" y="2100321"/>
                    <a:pt x="3516708" y="2134019"/>
                    <a:pt x="3596221" y="2114141"/>
                  </a:cubicBezTo>
                  <a:cubicBezTo>
                    <a:pt x="3883793" y="2096913"/>
                    <a:pt x="4533028" y="2133356"/>
                    <a:pt x="5180397" y="2114141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7" name=""/>
            <p:cNvSpPr/>
            <p:nvPr/>
          </p:nvSpPr>
          <p:spPr>
            <a:xfrm>
              <a:off x="1517760" y="1488960"/>
              <a:ext cx="0" cy="314496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"/>
            <p:cNvSpPr/>
            <p:nvPr/>
          </p:nvSpPr>
          <p:spPr>
            <a:xfrm flipH="1">
              <a:off x="1444320" y="4392720"/>
              <a:ext cx="730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"/>
            <p:cNvSpPr/>
            <p:nvPr/>
          </p:nvSpPr>
          <p:spPr>
            <a:xfrm flipH="1">
              <a:off x="1444320" y="3646440"/>
              <a:ext cx="730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"/>
            <p:cNvSpPr/>
            <p:nvPr/>
          </p:nvSpPr>
          <p:spPr>
            <a:xfrm flipH="1">
              <a:off x="1433160" y="2235240"/>
              <a:ext cx="730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"/>
            <p:cNvSpPr/>
            <p:nvPr/>
          </p:nvSpPr>
          <p:spPr>
            <a:xfrm flipH="1">
              <a:off x="1444320" y="1517760"/>
              <a:ext cx="730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2" name=""/>
            <p:cNvSpPr/>
            <p:nvPr/>
          </p:nvSpPr>
          <p:spPr>
            <a:xfrm>
              <a:off x="1517760" y="4641840"/>
              <a:ext cx="600192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3" name=""/>
            <p:cNvSpPr/>
            <p:nvPr/>
          </p:nvSpPr>
          <p:spPr>
            <a:xfrm>
              <a:off x="1676520" y="3646440"/>
              <a:ext cx="2556000" cy="0"/>
            </a:xfrm>
            <a:prstGeom prst="line">
              <a:avLst/>
            </a:prstGeom>
            <a:ln w="12600">
              <a:solidFill>
                <a:srgbClr val="4A7EBB"/>
              </a:solidFill>
              <a:prstDash val="sys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"/>
            <p:cNvSpPr/>
            <p:nvPr/>
          </p:nvSpPr>
          <p:spPr>
            <a:xfrm>
              <a:off x="3038760" y="4641840"/>
              <a:ext cx="0" cy="745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7720" rIns="90000" bIns="27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"/>
            <p:cNvSpPr/>
            <p:nvPr/>
          </p:nvSpPr>
          <p:spPr>
            <a:xfrm>
              <a:off x="3601080" y="4641840"/>
              <a:ext cx="0" cy="745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7720" rIns="90000" bIns="27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6" name=""/>
            <p:cNvSpPr/>
            <p:nvPr/>
          </p:nvSpPr>
          <p:spPr>
            <a:xfrm>
              <a:off x="4161600" y="4641840"/>
              <a:ext cx="0" cy="745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7720" rIns="90000" bIns="27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7" name=""/>
            <p:cNvSpPr/>
            <p:nvPr/>
          </p:nvSpPr>
          <p:spPr>
            <a:xfrm>
              <a:off x="4723560" y="4641840"/>
              <a:ext cx="0" cy="745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7720" rIns="90000" bIns="27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8" name=""/>
            <p:cNvSpPr/>
            <p:nvPr/>
          </p:nvSpPr>
          <p:spPr>
            <a:xfrm>
              <a:off x="5284440" y="4641840"/>
              <a:ext cx="0" cy="745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7720" rIns="90000" bIns="27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"/>
            <p:cNvSpPr/>
            <p:nvPr/>
          </p:nvSpPr>
          <p:spPr>
            <a:xfrm>
              <a:off x="2328480" y="3646440"/>
              <a:ext cx="326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"/>
            <p:cNvSpPr/>
            <p:nvPr/>
          </p:nvSpPr>
          <p:spPr>
            <a:xfrm>
              <a:off x="3601800" y="2651040"/>
              <a:ext cx="329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B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"/>
            <p:cNvSpPr/>
            <p:nvPr/>
          </p:nvSpPr>
          <p:spPr>
            <a:xfrm>
              <a:off x="4650120" y="2898720"/>
              <a:ext cx="3250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2" name=""/>
            <p:cNvSpPr/>
            <p:nvPr/>
          </p:nvSpPr>
          <p:spPr>
            <a:xfrm>
              <a:off x="4606920" y="4103640"/>
              <a:ext cx="3477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3" name=""/>
            <p:cNvSpPr/>
            <p:nvPr/>
          </p:nvSpPr>
          <p:spPr>
            <a:xfrm>
              <a:off x="6738120" y="3479760"/>
              <a:ext cx="326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"/>
            <p:cNvSpPr/>
            <p:nvPr/>
          </p:nvSpPr>
          <p:spPr>
            <a:xfrm flipV="1">
              <a:off x="1676520" y="4068360"/>
              <a:ext cx="5843160" cy="74520"/>
            </a:xfrm>
            <a:prstGeom prst="line">
              <a:avLst/>
            </a:prstGeom>
            <a:ln w="9360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7720" rIns="90000" bIns="27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5" name=""/>
            <p:cNvSpPr/>
            <p:nvPr/>
          </p:nvSpPr>
          <p:spPr>
            <a:xfrm>
              <a:off x="288108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"/>
            <p:cNvSpPr/>
            <p:nvPr/>
          </p:nvSpPr>
          <p:spPr>
            <a:xfrm>
              <a:off x="344448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"/>
            <p:cNvSpPr/>
            <p:nvPr/>
          </p:nvSpPr>
          <p:spPr>
            <a:xfrm>
              <a:off x="400536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"/>
            <p:cNvSpPr/>
            <p:nvPr/>
          </p:nvSpPr>
          <p:spPr>
            <a:xfrm>
              <a:off x="456408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" name=""/>
            <p:cNvSpPr/>
            <p:nvPr/>
          </p:nvSpPr>
          <p:spPr>
            <a:xfrm>
              <a:off x="512640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"/>
            <p:cNvSpPr/>
            <p:nvPr/>
          </p:nvSpPr>
          <p:spPr>
            <a:xfrm>
              <a:off x="3762000" y="5157720"/>
              <a:ext cx="1229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Time (ms)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"/>
            <p:cNvSpPr/>
            <p:nvPr/>
          </p:nvSpPr>
          <p:spPr>
            <a:xfrm>
              <a:off x="875520" y="4187880"/>
              <a:ext cx="646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-100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"/>
            <p:cNvSpPr/>
            <p:nvPr/>
          </p:nvSpPr>
          <p:spPr>
            <a:xfrm>
              <a:off x="1005840" y="3432240"/>
              <a:ext cx="515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-50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"/>
            <p:cNvSpPr/>
            <p:nvPr/>
          </p:nvSpPr>
          <p:spPr>
            <a:xfrm>
              <a:off x="1180440" y="203976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"/>
            <p:cNvSpPr/>
            <p:nvPr/>
          </p:nvSpPr>
          <p:spPr>
            <a:xfrm>
              <a:off x="951840" y="1330200"/>
              <a:ext cx="5731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62"/>
                </a:spcBef>
                <a:spcAft>
                  <a:spcPts val="62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+30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5" name=""/>
          <p:cNvSpPr/>
          <p:nvPr/>
        </p:nvSpPr>
        <p:spPr>
          <a:xfrm>
            <a:off x="179280" y="0"/>
            <a:ext cx="2838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Action potential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"/>
          <p:cNvSpPr/>
          <p:nvPr/>
        </p:nvSpPr>
        <p:spPr>
          <a:xfrm>
            <a:off x="1622520" y="3284640"/>
            <a:ext cx="97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Threshold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"/>
          <p:cNvSpPr/>
          <p:nvPr/>
        </p:nvSpPr>
        <p:spPr>
          <a:xfrm rot="16200000">
            <a:off x="-703440" y="2719080"/>
            <a:ext cx="2759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62"/>
              </a:spcBef>
              <a:spcAft>
                <a:spcPts val="62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Membrane potential (mV)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2052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2010-10-01T09:59:17Z</dcterms:created>
  <dc:creator>TGS</dc:creator>
  <dc:description/>
  <dc:language>en-US</dc:language>
  <cp:lastModifiedBy/>
  <cp:lastPrinted>2022-10-03T09:49:10Z</cp:lastPrinted>
  <dcterms:modified xsi:type="dcterms:W3CDTF">2026-10-07T11:45:00Z</dcterms:modified>
  <cp:revision>116</cp:revision>
  <dc:subject/>
  <dc:title>Slide 1</dc:title>
</cp:coreProperties>
</file>