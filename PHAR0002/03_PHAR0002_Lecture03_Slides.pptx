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3"/>
          </p:nvPr>
        </p:nvSpPr>
        <p:spPr>
          <a:xfrm>
            <a:off x="3884400" y="0"/>
            <a:ext cx="2965320" cy="450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65520" cy="342252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4"/>
          </p:nvPr>
        </p:nvSpPr>
        <p:spPr>
          <a:xfrm>
            <a:off x="3884400" y="8685360"/>
            <a:ext cx="2965320" cy="450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0F8A635E-C76F-49C9-9C2F-9BE14A235F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81DAFE18-3697-4A50-A43A-09E5CFB3F9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D434F8-45ED-4DAC-A4D2-955D8D1E0074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850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50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655272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C926E3B5-658A-4FAE-9B5D-96A0F405530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1047600" y="1841400"/>
            <a:ext cx="7182000" cy="84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3506760" y="4454640"/>
            <a:ext cx="2786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Dr David Benton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057400" y="3186000"/>
            <a:ext cx="50403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The Action Potential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914400" y="398520"/>
            <a:ext cx="21178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800" b="0" u="none" strike="noStrike">
                <a:solidFill>
                  <a:srgbClr val="5983B0"/>
                </a:solidFill>
                <a:effectLst/>
                <a:uFillTx/>
                <a:latin typeface="Comic Sans MS"/>
              </a:rPr>
              <a:t>Summary…..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57200" y="1362240"/>
            <a:ext cx="7819920" cy="210312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360" tIns="63360" rIns="108360" bIns="63360" anchor="t">
            <a:noAutofit/>
          </a:bodyPr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Na-K- ATPase: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transports Na and K ions across the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establishes ionic gradients across the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Electrogenic-  generates a potential difference across cell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12640" y="3978360"/>
            <a:ext cx="8116920" cy="41904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17360" tIns="72360" rIns="117360" bIns="72360" anchor="t">
            <a:noAutofit/>
          </a:bodyPr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Selective ion channels allow Na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and K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ions to pass through the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57200" y="5011560"/>
            <a:ext cx="5937120" cy="155448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17360" tIns="72360" rIns="117360" bIns="72360" anchor="t">
            <a:noAutofit/>
          </a:bodyPr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At rest: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ions are near equilbrium.  M.P.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~ -70 mV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Na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Comic Sans MS"/>
              </a:rPr>
              <a:t> ions out of equilibrium – net gradient into the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>
                      <p:stCondLst>
                        <p:cond delay="indefinite"/>
                      </p:stCondLst>
                      <p:childTnLst>
                        <p:par>
                          <p:cTn id="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dur="indefinite" fill="hold">
                      <p:stCondLst>
                        <p:cond delay="indefinite"/>
                      </p:stCondLst>
                      <p:childTnLst>
                        <p:par>
                          <p:cTn id="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dur="indefinite" fill="hold">
                      <p:stCondLst>
                        <p:cond delay="indefinite"/>
                      </p:stCondLst>
                      <p:childTnLst>
                        <p:par>
                          <p:cTn id="1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>
            <a:off x="875520" y="1330200"/>
            <a:ext cx="6644520" cy="4195800"/>
            <a:chOff x="875520" y="1330200"/>
            <a:chExt cx="6644520" cy="4195800"/>
          </a:xfrm>
        </p:grpSpPr>
        <p:sp>
          <p:nvSpPr>
            <p:cNvPr id="26" name=""/>
            <p:cNvSpPr/>
            <p:nvPr/>
          </p:nvSpPr>
          <p:spPr>
            <a:xfrm>
              <a:off x="1762200" y="1625760"/>
              <a:ext cx="5757840" cy="2842920"/>
            </a:xfrm>
            <a:custGeom>
              <a:avLst/>
              <a:gdLst>
                <a:gd name="GluePoint1X" fmla="*/ 0 w 5180397"/>
                <a:gd name="GluePoint1Y" fmla="*/ 2180902 h 2474181"/>
                <a:gd name="GluePoint2X" fmla="*/ 1614064 w 5180397"/>
                <a:gd name="GluePoint2Y" fmla="*/ 2165003 h 2474181"/>
                <a:gd name="GluePoint3X" fmla="*/ 2011616 w 5180397"/>
                <a:gd name="GluePoint3Y" fmla="*/ 2093455 h 2474181"/>
                <a:gd name="GluePoint4X" fmla="*/ 2099078 w 5180397"/>
                <a:gd name="GluePoint4Y" fmla="*/ 1719813 h 2474181"/>
                <a:gd name="GluePoint5X" fmla="*/ 2122931 w 5180397"/>
                <a:gd name="GluePoint5Y" fmla="*/ 74199 h 2474181"/>
                <a:gd name="GluePoint6X" fmla="*/ 2122931 w 5180397"/>
                <a:gd name="GluePoint6Y" fmla="*/ 74199 h 2474181"/>
                <a:gd name="GluePoint7X" fmla="*/ 2154736 w 5180397"/>
                <a:gd name="GluePoint7Y" fmla="*/ 10600 h 2474181"/>
                <a:gd name="GluePoint8X" fmla="*/ 2162687 w 5180397"/>
                <a:gd name="GluePoint8Y" fmla="*/ 10600 h 2474181"/>
                <a:gd name="GluePoint9X" fmla="*/ 2170637 w 5180397"/>
                <a:gd name="GluePoint9Y" fmla="*/ 18551 h 2474181"/>
                <a:gd name="GluePoint10X" fmla="*/ 2194491 w 5180397"/>
                <a:gd name="GluePoint10Y" fmla="*/ 74199 h 2474181"/>
                <a:gd name="GluePoint11X" fmla="*/ 2242197 w 5180397"/>
                <a:gd name="GluePoint11Y" fmla="*/ 455790 h 2474181"/>
                <a:gd name="GluePoint12X" fmla="*/ 2321707 w 5180397"/>
                <a:gd name="GluePoint12Y" fmla="*/ 1107676 h 2474181"/>
                <a:gd name="GluePoint13X" fmla="*/ 2385315 w 5180397"/>
                <a:gd name="GluePoint13Y" fmla="*/ 1632364 h 2474181"/>
                <a:gd name="GluePoint14X" fmla="*/ 2440974 w 5180397"/>
                <a:gd name="GluePoint14Y" fmla="*/ 2117304 h 2474181"/>
                <a:gd name="GluePoint15X" fmla="*/ 2488679 w 5180397"/>
                <a:gd name="GluePoint15Y" fmla="*/ 2371699 h 2474181"/>
                <a:gd name="GluePoint16X" fmla="*/ 2599995 w 5180397"/>
                <a:gd name="GluePoint16Y" fmla="*/ 2459147 h 2474181"/>
                <a:gd name="GluePoint17X" fmla="*/ 2735162 w 5180397"/>
                <a:gd name="GluePoint17Y" fmla="*/ 2459147 h 2474181"/>
                <a:gd name="GluePoint18X" fmla="*/ 2933938 w 5180397"/>
                <a:gd name="GluePoint18Y" fmla="*/ 2379648 h 2474181"/>
                <a:gd name="GluePoint19X" fmla="*/ 3108862 w 5180397"/>
                <a:gd name="GluePoint19Y" fmla="*/ 2276301 h 2474181"/>
                <a:gd name="GluePoint20X" fmla="*/ 3346947 w 5180397"/>
                <a:gd name="GluePoint20Y" fmla="*/ 2154254 h 2474181"/>
                <a:gd name="GluePoint21X" fmla="*/ 3596107 w 5180397"/>
                <a:gd name="GluePoint21Y" fmla="*/ 2113748 h 2474181"/>
                <a:gd name="GluePoint22X" fmla="*/ 5180233 w 5180397"/>
                <a:gd name="GluePoint22Y" fmla="*/ 2113748 h 24741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180397" h="2474181">
                  <a:moveTo>
                    <a:pt x="0" y="2181308"/>
                  </a:moveTo>
                  <a:lnTo>
                    <a:pt x="1614115" y="2165406"/>
                  </a:lnTo>
                  <a:cubicBezTo>
                    <a:pt x="1949395" y="2150829"/>
                    <a:pt x="1930842" y="2168056"/>
                    <a:pt x="2011680" y="2093844"/>
                  </a:cubicBezTo>
                  <a:cubicBezTo>
                    <a:pt x="2092518" y="2019632"/>
                    <a:pt x="2080591" y="2056738"/>
                    <a:pt x="2099144" y="1720133"/>
                  </a:cubicBezTo>
                  <a:cubicBezTo>
                    <a:pt x="2117697" y="1383528"/>
                    <a:pt x="2122998" y="74213"/>
                    <a:pt x="2122998" y="74213"/>
                  </a:cubicBezTo>
                  <a:lnTo>
                    <a:pt x="2122998" y="74213"/>
                  </a:lnTo>
                  <a:cubicBezTo>
                    <a:pt x="2128299" y="63611"/>
                    <a:pt x="2148178" y="21204"/>
                    <a:pt x="2154804" y="10602"/>
                  </a:cubicBezTo>
                  <a:cubicBezTo>
                    <a:pt x="2161430" y="0"/>
                    <a:pt x="2160105" y="9277"/>
                    <a:pt x="2162755" y="10602"/>
                  </a:cubicBezTo>
                  <a:cubicBezTo>
                    <a:pt x="2165405" y="11927"/>
                    <a:pt x="2165405" y="7952"/>
                    <a:pt x="2170706" y="18554"/>
                  </a:cubicBezTo>
                  <a:cubicBezTo>
                    <a:pt x="2176007" y="29156"/>
                    <a:pt x="2182633" y="1326"/>
                    <a:pt x="2194560" y="74213"/>
                  </a:cubicBezTo>
                  <a:cubicBezTo>
                    <a:pt x="2206487" y="147100"/>
                    <a:pt x="2221065" y="283597"/>
                    <a:pt x="2242268" y="455875"/>
                  </a:cubicBezTo>
                  <a:cubicBezTo>
                    <a:pt x="2263471" y="628153"/>
                    <a:pt x="2297927" y="911750"/>
                    <a:pt x="2321781" y="1107882"/>
                  </a:cubicBezTo>
                  <a:cubicBezTo>
                    <a:pt x="2345635" y="1304014"/>
                    <a:pt x="2365513" y="1464365"/>
                    <a:pt x="2385391" y="1632668"/>
                  </a:cubicBezTo>
                  <a:cubicBezTo>
                    <a:pt x="2405269" y="1800971"/>
                    <a:pt x="2423823" y="1994453"/>
                    <a:pt x="2441051" y="2117698"/>
                  </a:cubicBezTo>
                  <a:cubicBezTo>
                    <a:pt x="2458279" y="2240943"/>
                    <a:pt x="2462254" y="2315156"/>
                    <a:pt x="2488758" y="2372140"/>
                  </a:cubicBezTo>
                  <a:cubicBezTo>
                    <a:pt x="2515262" y="2429124"/>
                    <a:pt x="2558995" y="2445027"/>
                    <a:pt x="2600077" y="2459604"/>
                  </a:cubicBezTo>
                  <a:cubicBezTo>
                    <a:pt x="2641159" y="2474181"/>
                    <a:pt x="2679590" y="2472856"/>
                    <a:pt x="2735249" y="2459604"/>
                  </a:cubicBezTo>
                  <a:cubicBezTo>
                    <a:pt x="2790908" y="2446352"/>
                    <a:pt x="2871746" y="2410571"/>
                    <a:pt x="2934031" y="2380091"/>
                  </a:cubicBezTo>
                  <a:cubicBezTo>
                    <a:pt x="2996316" y="2349611"/>
                    <a:pt x="3040123" y="2314297"/>
                    <a:pt x="3108960" y="2276724"/>
                  </a:cubicBezTo>
                  <a:cubicBezTo>
                    <a:pt x="3177797" y="2239151"/>
                    <a:pt x="3266215" y="2185135"/>
                    <a:pt x="3347053" y="2154655"/>
                  </a:cubicBezTo>
                  <a:cubicBezTo>
                    <a:pt x="3475599" y="2100321"/>
                    <a:pt x="3516708" y="2134019"/>
                    <a:pt x="3596221" y="2114141"/>
                  </a:cubicBezTo>
                  <a:cubicBezTo>
                    <a:pt x="3883793" y="2096913"/>
                    <a:pt x="4533028" y="2133356"/>
                    <a:pt x="5180397" y="2114141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517760" y="1488960"/>
              <a:ext cx="0" cy="314640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1442880" y="4392720"/>
              <a:ext cx="748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 flipH="1">
              <a:off x="1442880" y="3646440"/>
              <a:ext cx="748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1431720" y="2235240"/>
              <a:ext cx="7452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1442880" y="1517760"/>
              <a:ext cx="748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517760" y="4641840"/>
              <a:ext cx="60022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676520" y="3646440"/>
              <a:ext cx="2557440" cy="0"/>
            </a:xfrm>
            <a:prstGeom prst="line">
              <a:avLst/>
            </a:prstGeom>
            <a:ln w="12600">
              <a:solidFill>
                <a:srgbClr val="4A7EBB"/>
              </a:solidFill>
              <a:prstDash val="sys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038400" y="4641840"/>
              <a:ext cx="0" cy="763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3600360" y="4641840"/>
              <a:ext cx="0" cy="763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4160880" y="4641840"/>
              <a:ext cx="0" cy="763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722840" y="4641840"/>
              <a:ext cx="0" cy="763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5283360" y="4641840"/>
              <a:ext cx="0" cy="763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2328120" y="3646440"/>
              <a:ext cx="326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602520" y="2651040"/>
              <a:ext cx="329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B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649400" y="2898720"/>
              <a:ext cx="3250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4606200" y="4103640"/>
              <a:ext cx="347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736680" y="3479760"/>
              <a:ext cx="326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 flipV="1">
              <a:off x="1676520" y="4066920"/>
              <a:ext cx="5843520" cy="75960"/>
            </a:xfrm>
            <a:prstGeom prst="line">
              <a:avLst/>
            </a:prstGeom>
            <a:ln w="9360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160" rIns="90000" bIns="291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288072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344412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400464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456336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125320" y="465948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3762720" y="5157720"/>
              <a:ext cx="1229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Time (ms)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875520" y="4187880"/>
              <a:ext cx="646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-100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1005840" y="3432240"/>
              <a:ext cx="515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-50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1180440" y="203976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951840" y="1330200"/>
              <a:ext cx="573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+30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"/>
          <p:cNvSpPr/>
          <p:nvPr/>
        </p:nvSpPr>
        <p:spPr>
          <a:xfrm>
            <a:off x="179280" y="0"/>
            <a:ext cx="2838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Action potential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622520" y="3284640"/>
            <a:ext cx="973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rot="16200000">
            <a:off x="-703440" y="2719080"/>
            <a:ext cx="275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Membrane potential 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"/>
          <p:cNvGrpSpPr/>
          <p:nvPr/>
        </p:nvGrpSpPr>
        <p:grpSpPr>
          <a:xfrm>
            <a:off x="131760" y="-95400"/>
            <a:ext cx="7868520" cy="1873440"/>
            <a:chOff x="131760" y="-95400"/>
            <a:chExt cx="7868520" cy="1873440"/>
          </a:xfrm>
        </p:grpSpPr>
        <p:sp>
          <p:nvSpPr>
            <p:cNvPr id="59" name=""/>
            <p:cNvSpPr/>
            <p:nvPr/>
          </p:nvSpPr>
          <p:spPr>
            <a:xfrm>
              <a:off x="2645280" y="696960"/>
              <a:ext cx="590400" cy="909720"/>
            </a:xfrm>
            <a:custGeom>
              <a:avLst/>
              <a:gdLst>
                <a:gd name="GluePoint1X" fmla="*/ 543960 w 597673"/>
                <a:gd name="GluePoint1Y" fmla="*/ 148468 h 915725"/>
                <a:gd name="GluePoint2X" fmla="*/ 250142 w 597673"/>
                <a:gd name="GluePoint2Y" fmla="*/ 156421 h 915725"/>
                <a:gd name="GluePoint3X" fmla="*/ 131027 w 597673"/>
                <a:gd name="GluePoint3Y" fmla="*/ 140514 h 915725"/>
                <a:gd name="GluePoint4X" fmla="*/ 131027 w 597673"/>
                <a:gd name="GluePoint4Y" fmla="*/ 21210 h 915725"/>
                <a:gd name="GluePoint5X" fmla="*/ 59558 w 597673"/>
                <a:gd name="GluePoint5Y" fmla="*/ 13257 h 915725"/>
                <a:gd name="GluePoint6X" fmla="*/ 27794 w 597673"/>
                <a:gd name="GluePoint6Y" fmla="*/ 45071 h 915725"/>
                <a:gd name="GluePoint7X" fmla="*/ 3971 w 597673"/>
                <a:gd name="GluePoint7Y" fmla="*/ 140514 h 915725"/>
                <a:gd name="GluePoint8X" fmla="*/ 3971 w 597673"/>
                <a:gd name="GluePoint8Y" fmla="*/ 251864 h 915725"/>
                <a:gd name="GluePoint9X" fmla="*/ 19852 w 597673"/>
                <a:gd name="GluePoint9Y" fmla="*/ 355261 h 915725"/>
                <a:gd name="GluePoint10X" fmla="*/ 35735 w 597673"/>
                <a:gd name="GluePoint10Y" fmla="*/ 498425 h 915725"/>
                <a:gd name="GluePoint11X" fmla="*/ 27794 w 597673"/>
                <a:gd name="GluePoint11Y" fmla="*/ 681358 h 915725"/>
                <a:gd name="GluePoint12X" fmla="*/ 35735 w 597673"/>
                <a:gd name="GluePoint12Y" fmla="*/ 776801 h 915725"/>
                <a:gd name="GluePoint13X" fmla="*/ 59558 w 597673"/>
                <a:gd name="GluePoint13Y" fmla="*/ 896104 h 915725"/>
                <a:gd name="GluePoint14X" fmla="*/ 107204 w 597673"/>
                <a:gd name="GluePoint14Y" fmla="*/ 896104 h 915725"/>
                <a:gd name="GluePoint15X" fmla="*/ 170732 w 597673"/>
                <a:gd name="GluePoint15Y" fmla="*/ 880198 h 915725"/>
                <a:gd name="GluePoint16X" fmla="*/ 194555 w 597673"/>
                <a:gd name="GluePoint16Y" fmla="*/ 840429 h 915725"/>
                <a:gd name="GluePoint17X" fmla="*/ 210437 w 597673"/>
                <a:gd name="GluePoint17Y" fmla="*/ 792709 h 915725"/>
                <a:gd name="GluePoint18X" fmla="*/ 210437 w 597673"/>
                <a:gd name="GluePoint18Y" fmla="*/ 649543 h 915725"/>
                <a:gd name="GluePoint19X" fmla="*/ 186614 w 597673"/>
                <a:gd name="GluePoint19Y" fmla="*/ 498425 h 915725"/>
                <a:gd name="GluePoint20X" fmla="*/ 178673 w 597673"/>
                <a:gd name="GluePoint20Y" fmla="*/ 355261 h 915725"/>
                <a:gd name="GluePoint21X" fmla="*/ 297788 w 597673"/>
                <a:gd name="GluePoint21Y" fmla="*/ 259818 h 915725"/>
                <a:gd name="GluePoint22X" fmla="*/ 480432 w 597673"/>
                <a:gd name="GluePoint22Y" fmla="*/ 259818 h 915725"/>
                <a:gd name="GluePoint23X" fmla="*/ 567783 w 597673"/>
                <a:gd name="GluePoint23Y" fmla="*/ 251864 h 915725"/>
                <a:gd name="GluePoint24X" fmla="*/ 543960 w 597673"/>
                <a:gd name="GluePoint24Y" fmla="*/ 148468 h 9157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l" t="t" r="r" b="b"/>
              <a:pathLst>
                <a:path w="597673" h="915725">
                  <a:moveTo>
                    <a:pt x="544664" y="148425"/>
                  </a:moveTo>
                  <a:cubicBezTo>
                    <a:pt x="491655" y="132522"/>
                    <a:pt x="319377" y="157701"/>
                    <a:pt x="250466" y="156376"/>
                  </a:cubicBezTo>
                  <a:cubicBezTo>
                    <a:pt x="181555" y="155051"/>
                    <a:pt x="151075" y="163003"/>
                    <a:pt x="131197" y="140474"/>
                  </a:cubicBezTo>
                  <a:cubicBezTo>
                    <a:pt x="111319" y="117945"/>
                    <a:pt x="143124" y="42408"/>
                    <a:pt x="131197" y="21204"/>
                  </a:cubicBezTo>
                  <a:cubicBezTo>
                    <a:pt x="119270" y="0"/>
                    <a:pt x="76863" y="9277"/>
                    <a:pt x="59635" y="13253"/>
                  </a:cubicBezTo>
                  <a:cubicBezTo>
                    <a:pt x="42407" y="17229"/>
                    <a:pt x="37106" y="23855"/>
                    <a:pt x="27830" y="45058"/>
                  </a:cubicBezTo>
                  <a:cubicBezTo>
                    <a:pt x="18554" y="66261"/>
                    <a:pt x="7952" y="106018"/>
                    <a:pt x="3976" y="140474"/>
                  </a:cubicBezTo>
                  <a:cubicBezTo>
                    <a:pt x="0" y="174930"/>
                    <a:pt x="1326" y="216011"/>
                    <a:pt x="3976" y="251792"/>
                  </a:cubicBezTo>
                  <a:cubicBezTo>
                    <a:pt x="6626" y="287573"/>
                    <a:pt x="14577" y="314077"/>
                    <a:pt x="19878" y="355159"/>
                  </a:cubicBezTo>
                  <a:cubicBezTo>
                    <a:pt x="25179" y="396241"/>
                    <a:pt x="34456" y="443948"/>
                    <a:pt x="35781" y="498282"/>
                  </a:cubicBezTo>
                  <a:cubicBezTo>
                    <a:pt x="37106" y="552616"/>
                    <a:pt x="27830" y="634779"/>
                    <a:pt x="27830" y="681162"/>
                  </a:cubicBezTo>
                  <a:cubicBezTo>
                    <a:pt x="27830" y="727545"/>
                    <a:pt x="30480" y="740797"/>
                    <a:pt x="35781" y="776578"/>
                  </a:cubicBezTo>
                  <a:cubicBezTo>
                    <a:pt x="41082" y="812359"/>
                    <a:pt x="47708" y="875969"/>
                    <a:pt x="59635" y="895847"/>
                  </a:cubicBezTo>
                  <a:cubicBezTo>
                    <a:pt x="71562" y="915725"/>
                    <a:pt x="88790" y="898497"/>
                    <a:pt x="107343" y="895847"/>
                  </a:cubicBezTo>
                  <a:cubicBezTo>
                    <a:pt x="125896" y="893197"/>
                    <a:pt x="156376" y="889222"/>
                    <a:pt x="170953" y="879945"/>
                  </a:cubicBezTo>
                  <a:cubicBezTo>
                    <a:pt x="185530" y="870669"/>
                    <a:pt x="188181" y="854765"/>
                    <a:pt x="194807" y="840188"/>
                  </a:cubicBezTo>
                  <a:cubicBezTo>
                    <a:pt x="201433" y="825611"/>
                    <a:pt x="208060" y="824286"/>
                    <a:pt x="210710" y="792481"/>
                  </a:cubicBezTo>
                  <a:cubicBezTo>
                    <a:pt x="213361" y="760676"/>
                    <a:pt x="214686" y="698390"/>
                    <a:pt x="210710" y="649357"/>
                  </a:cubicBezTo>
                  <a:cubicBezTo>
                    <a:pt x="206734" y="600324"/>
                    <a:pt x="192157" y="547315"/>
                    <a:pt x="186856" y="498282"/>
                  </a:cubicBezTo>
                  <a:cubicBezTo>
                    <a:pt x="181555" y="449249"/>
                    <a:pt x="160351" y="394915"/>
                    <a:pt x="178904" y="355159"/>
                  </a:cubicBezTo>
                  <a:cubicBezTo>
                    <a:pt x="197457" y="315403"/>
                    <a:pt x="247816" y="275646"/>
                    <a:pt x="298174" y="259743"/>
                  </a:cubicBezTo>
                  <a:cubicBezTo>
                    <a:pt x="348532" y="243840"/>
                    <a:pt x="435997" y="261068"/>
                    <a:pt x="481054" y="259743"/>
                  </a:cubicBezTo>
                  <a:cubicBezTo>
                    <a:pt x="526111" y="258418"/>
                    <a:pt x="553941" y="263719"/>
                    <a:pt x="568518" y="251792"/>
                  </a:cubicBezTo>
                  <a:cubicBezTo>
                    <a:pt x="583095" y="239865"/>
                    <a:pt x="597673" y="164328"/>
                    <a:pt x="544664" y="148425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854800" y="701640"/>
              <a:ext cx="728640" cy="1076400"/>
            </a:xfrm>
            <a:custGeom>
              <a:avLst/>
              <a:gdLst>
                <a:gd name="GluePoint1X" fmla="*/ 716439 w 734171"/>
                <a:gd name="GluePoint1Y" fmla="*/ 15902 h 1082702"/>
                <a:gd name="GluePoint2X" fmla="*/ 708479 w 734171"/>
                <a:gd name="GluePoint2Y" fmla="*/ 79510 h 1082702"/>
                <a:gd name="GluePoint3X" fmla="*/ 676637 w 734171"/>
                <a:gd name="GluePoint3Y" fmla="*/ 166973 h 1082702"/>
                <a:gd name="GluePoint4X" fmla="*/ 652756 w 734171"/>
                <a:gd name="GluePoint4Y" fmla="*/ 294191 h 1082702"/>
                <a:gd name="GluePoint5X" fmla="*/ 644795 w 734171"/>
                <a:gd name="GluePoint5Y" fmla="*/ 405506 h 1082702"/>
                <a:gd name="GluePoint6X" fmla="*/ 644795 w 734171"/>
                <a:gd name="GluePoint6Y" fmla="*/ 604284 h 1082702"/>
                <a:gd name="GluePoint7X" fmla="*/ 644795 w 734171"/>
                <a:gd name="GluePoint7Y" fmla="*/ 787159 h 1082702"/>
                <a:gd name="GluePoint8X" fmla="*/ 636835 w 734171"/>
                <a:gd name="GluePoint8Y" fmla="*/ 858719 h 1082702"/>
                <a:gd name="GluePoint9X" fmla="*/ 549270 w 734171"/>
                <a:gd name="GluePoint9Y" fmla="*/ 874621 h 1082702"/>
                <a:gd name="GluePoint10X" fmla="*/ 405982 w 734171"/>
                <a:gd name="GluePoint10Y" fmla="*/ 906425 h 1082702"/>
                <a:gd name="GluePoint11X" fmla="*/ 294536 w 734171"/>
                <a:gd name="GluePoint11Y" fmla="*/ 977986 h 1082702"/>
                <a:gd name="GluePoint12X" fmla="*/ 151248 w 734171"/>
                <a:gd name="GluePoint12Y" fmla="*/ 1065447 h 1082702"/>
                <a:gd name="GluePoint13X" fmla="*/ 47763 w 734171"/>
                <a:gd name="GluePoint13Y" fmla="*/ 1081350 h 1082702"/>
                <a:gd name="GluePoint14X" fmla="*/ 15921 w 734171"/>
                <a:gd name="GluePoint14Y" fmla="*/ 1065447 h 1082702"/>
                <a:gd name="GluePoint15X" fmla="*/ 15921 w 734171"/>
                <a:gd name="GluePoint15Y" fmla="*/ 1017741 h 1082702"/>
                <a:gd name="GluePoint16X" fmla="*/ 111447 w 734171"/>
                <a:gd name="GluePoint16Y" fmla="*/ 970035 h 1082702"/>
                <a:gd name="GluePoint17X" fmla="*/ 238814 w 734171"/>
                <a:gd name="GluePoint17Y" fmla="*/ 890523 h 1082702"/>
                <a:gd name="GluePoint18X" fmla="*/ 326378 w 734171"/>
                <a:gd name="GluePoint18Y" fmla="*/ 858719 h 1082702"/>
                <a:gd name="GluePoint19X" fmla="*/ 437824 w 734171"/>
                <a:gd name="GluePoint19Y" fmla="*/ 826914 h 1082702"/>
                <a:gd name="GluePoint20X" fmla="*/ 501508 w 734171"/>
                <a:gd name="GluePoint20Y" fmla="*/ 755354 h 1082702"/>
                <a:gd name="GluePoint21X" fmla="*/ 477626 w 734171"/>
                <a:gd name="GluePoint21Y" fmla="*/ 516821 h 1082702"/>
                <a:gd name="GluePoint22X" fmla="*/ 477626 w 734171"/>
                <a:gd name="GluePoint22Y" fmla="*/ 389603 h 1082702"/>
                <a:gd name="GluePoint23X" fmla="*/ 485586 w 734171"/>
                <a:gd name="GluePoint23Y" fmla="*/ 246484 h 1082702"/>
                <a:gd name="GluePoint24X" fmla="*/ 477626 w 734171"/>
                <a:gd name="GluePoint24Y" fmla="*/ 111315 h 1082702"/>
                <a:gd name="GluePoint25X" fmla="*/ 525389 w 734171"/>
                <a:gd name="GluePoint25Y" fmla="*/ 39755 h 1082702"/>
                <a:gd name="GluePoint26X" fmla="*/ 597032 w 734171"/>
                <a:gd name="GluePoint26Y" fmla="*/ 7951 h 1082702"/>
                <a:gd name="GluePoint27X" fmla="*/ 716439 w 734171"/>
                <a:gd name="GluePoint27Y" fmla="*/ 15902 h 10827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l" t="t" r="r" b="b"/>
              <a:pathLst>
                <a:path w="734171" h="1082702">
                  <a:moveTo>
                    <a:pt x="715618" y="15902"/>
                  </a:moveTo>
                  <a:cubicBezTo>
                    <a:pt x="734171" y="27829"/>
                    <a:pt x="714293" y="54333"/>
                    <a:pt x="707667" y="79512"/>
                  </a:cubicBezTo>
                  <a:cubicBezTo>
                    <a:pt x="701041" y="104691"/>
                    <a:pt x="685138" y="131196"/>
                    <a:pt x="675862" y="166977"/>
                  </a:cubicBezTo>
                  <a:cubicBezTo>
                    <a:pt x="666586" y="202758"/>
                    <a:pt x="657309" y="254441"/>
                    <a:pt x="652008" y="294198"/>
                  </a:cubicBezTo>
                  <a:cubicBezTo>
                    <a:pt x="646707" y="333955"/>
                    <a:pt x="645381" y="353833"/>
                    <a:pt x="644056" y="405516"/>
                  </a:cubicBezTo>
                  <a:cubicBezTo>
                    <a:pt x="642731" y="457199"/>
                    <a:pt x="644056" y="604299"/>
                    <a:pt x="644056" y="604299"/>
                  </a:cubicBezTo>
                  <a:cubicBezTo>
                    <a:pt x="644056" y="667909"/>
                    <a:pt x="645381" y="744772"/>
                    <a:pt x="644056" y="787179"/>
                  </a:cubicBezTo>
                  <a:cubicBezTo>
                    <a:pt x="642731" y="829586"/>
                    <a:pt x="652007" y="844163"/>
                    <a:pt x="636105" y="858740"/>
                  </a:cubicBezTo>
                  <a:cubicBezTo>
                    <a:pt x="620203" y="873317"/>
                    <a:pt x="587072" y="866692"/>
                    <a:pt x="548641" y="874643"/>
                  </a:cubicBezTo>
                  <a:cubicBezTo>
                    <a:pt x="510210" y="882594"/>
                    <a:pt x="447924" y="889220"/>
                    <a:pt x="405517" y="906448"/>
                  </a:cubicBezTo>
                  <a:cubicBezTo>
                    <a:pt x="363110" y="923676"/>
                    <a:pt x="336606" y="951506"/>
                    <a:pt x="294199" y="978010"/>
                  </a:cubicBezTo>
                  <a:cubicBezTo>
                    <a:pt x="251792" y="1004514"/>
                    <a:pt x="192157" y="1048246"/>
                    <a:pt x="151075" y="1065474"/>
                  </a:cubicBezTo>
                  <a:cubicBezTo>
                    <a:pt x="109993" y="1082702"/>
                    <a:pt x="70237" y="1081377"/>
                    <a:pt x="47708" y="1081377"/>
                  </a:cubicBezTo>
                  <a:cubicBezTo>
                    <a:pt x="25179" y="1081377"/>
                    <a:pt x="21204" y="1076076"/>
                    <a:pt x="15903" y="1065474"/>
                  </a:cubicBezTo>
                  <a:cubicBezTo>
                    <a:pt x="10602" y="1054872"/>
                    <a:pt x="0" y="1033668"/>
                    <a:pt x="15903" y="1017766"/>
                  </a:cubicBezTo>
                  <a:cubicBezTo>
                    <a:pt x="31806" y="1001864"/>
                    <a:pt x="74213" y="991262"/>
                    <a:pt x="111319" y="970059"/>
                  </a:cubicBezTo>
                  <a:cubicBezTo>
                    <a:pt x="148425" y="948856"/>
                    <a:pt x="202759" y="909098"/>
                    <a:pt x="238540" y="890545"/>
                  </a:cubicBezTo>
                  <a:cubicBezTo>
                    <a:pt x="274321" y="871992"/>
                    <a:pt x="292874" y="869342"/>
                    <a:pt x="326004" y="858740"/>
                  </a:cubicBezTo>
                  <a:cubicBezTo>
                    <a:pt x="359134" y="848138"/>
                    <a:pt x="408167" y="844163"/>
                    <a:pt x="437322" y="826935"/>
                  </a:cubicBezTo>
                  <a:cubicBezTo>
                    <a:pt x="466477" y="809707"/>
                    <a:pt x="494307" y="807057"/>
                    <a:pt x="500933" y="755373"/>
                  </a:cubicBezTo>
                  <a:cubicBezTo>
                    <a:pt x="507559" y="703689"/>
                    <a:pt x="481055" y="577794"/>
                    <a:pt x="477079" y="516834"/>
                  </a:cubicBezTo>
                  <a:cubicBezTo>
                    <a:pt x="473103" y="455874"/>
                    <a:pt x="475754" y="434670"/>
                    <a:pt x="477079" y="389613"/>
                  </a:cubicBezTo>
                  <a:cubicBezTo>
                    <a:pt x="478404" y="344556"/>
                    <a:pt x="485030" y="292872"/>
                    <a:pt x="485030" y="246490"/>
                  </a:cubicBezTo>
                  <a:cubicBezTo>
                    <a:pt x="485030" y="200108"/>
                    <a:pt x="470453" y="145774"/>
                    <a:pt x="477079" y="111318"/>
                  </a:cubicBezTo>
                  <a:cubicBezTo>
                    <a:pt x="483705" y="76862"/>
                    <a:pt x="504909" y="56984"/>
                    <a:pt x="524787" y="39756"/>
                  </a:cubicBezTo>
                  <a:cubicBezTo>
                    <a:pt x="544665" y="22528"/>
                    <a:pt x="567193" y="15902"/>
                    <a:pt x="596348" y="7951"/>
                  </a:cubicBezTo>
                  <a:cubicBezTo>
                    <a:pt x="625503" y="0"/>
                    <a:pt x="697065" y="3975"/>
                    <a:pt x="715618" y="15902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4598280" y="744480"/>
              <a:ext cx="576000" cy="954000"/>
            </a:xfrm>
            <a:custGeom>
              <a:avLst/>
              <a:gdLst>
                <a:gd name="GluePoint1X" fmla="*/ 544217 w 583145"/>
                <a:gd name="GluePoint1Y" fmla="*/ 148476 h 960107"/>
                <a:gd name="GluePoint2X" fmla="*/ 368529 w 583145"/>
                <a:gd name="GluePoint2Y" fmla="*/ 144066 h 960107"/>
                <a:gd name="GluePoint3X" fmla="*/ 131127 w 583145"/>
                <a:gd name="GluePoint3Y" fmla="*/ 140522 h 960107"/>
                <a:gd name="GluePoint4X" fmla="*/ 131127 w 583145"/>
                <a:gd name="GluePoint4Y" fmla="*/ 21211 h 960107"/>
                <a:gd name="GluePoint5X" fmla="*/ 59631 w 583145"/>
                <a:gd name="GluePoint5Y" fmla="*/ 13258 h 960107"/>
                <a:gd name="GluePoint6X" fmla="*/ 27855 w 583145"/>
                <a:gd name="GluePoint6Y" fmla="*/ 45074 h 960107"/>
                <a:gd name="GluePoint7X" fmla="*/ 4022 w 583145"/>
                <a:gd name="GluePoint7Y" fmla="*/ 140522 h 960107"/>
                <a:gd name="GluePoint8X" fmla="*/ 4022 w 583145"/>
                <a:gd name="GluePoint8Y" fmla="*/ 251879 h 960107"/>
                <a:gd name="GluePoint9X" fmla="*/ 19910 w 583145"/>
                <a:gd name="GluePoint9Y" fmla="*/ 355281 h 960107"/>
                <a:gd name="GluePoint10X" fmla="*/ 35798 w 583145"/>
                <a:gd name="GluePoint10Y" fmla="*/ 498454 h 960107"/>
                <a:gd name="GluePoint11X" fmla="*/ 27855 w 583145"/>
                <a:gd name="GluePoint11Y" fmla="*/ 681397 h 960107"/>
                <a:gd name="GluePoint12X" fmla="*/ 8818 w 583145"/>
                <a:gd name="GluePoint12Y" fmla="*/ 792361 h 960107"/>
                <a:gd name="GluePoint13X" fmla="*/ 80760 w 583145"/>
                <a:gd name="GluePoint13Y" fmla="*/ 936427 h 960107"/>
                <a:gd name="GluePoint14X" fmla="*/ 224645 w 583145"/>
                <a:gd name="GluePoint14Y" fmla="*/ 936427 h 960107"/>
                <a:gd name="GluePoint15X" fmla="*/ 210568 w 583145"/>
                <a:gd name="GluePoint15Y" fmla="*/ 792754 h 960107"/>
                <a:gd name="GluePoint16X" fmla="*/ 210568 w 583145"/>
                <a:gd name="GluePoint16Y" fmla="*/ 649581 h 960107"/>
                <a:gd name="GluePoint17X" fmla="*/ 186735 w 583145"/>
                <a:gd name="GluePoint17Y" fmla="*/ 498454 h 960107"/>
                <a:gd name="GluePoint18X" fmla="*/ 178791 w 583145"/>
                <a:gd name="GluePoint18Y" fmla="*/ 355281 h 960107"/>
                <a:gd name="GluePoint19X" fmla="*/ 296587 w 583145"/>
                <a:gd name="GluePoint19Y" fmla="*/ 288131 h 960107"/>
                <a:gd name="GluePoint20X" fmla="*/ 480665 w 583145"/>
                <a:gd name="GluePoint20Y" fmla="*/ 259833 h 960107"/>
                <a:gd name="GluePoint21X" fmla="*/ 568049 w 583145"/>
                <a:gd name="GluePoint21Y" fmla="*/ 251879 h 960107"/>
                <a:gd name="GluePoint22X" fmla="*/ 544217 w 583145"/>
                <a:gd name="GluePoint22Y" fmla="*/ 148476 h 960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83145" h="960107">
                  <a:moveTo>
                    <a:pt x="544714" y="148425"/>
                  </a:moveTo>
                  <a:cubicBezTo>
                    <a:pt x="511430" y="130462"/>
                    <a:pt x="437777" y="145341"/>
                    <a:pt x="368866" y="144016"/>
                  </a:cubicBezTo>
                  <a:cubicBezTo>
                    <a:pt x="299955" y="142691"/>
                    <a:pt x="170850" y="160943"/>
                    <a:pt x="131247" y="140474"/>
                  </a:cubicBezTo>
                  <a:cubicBezTo>
                    <a:pt x="91644" y="120005"/>
                    <a:pt x="143174" y="42408"/>
                    <a:pt x="131247" y="21204"/>
                  </a:cubicBezTo>
                  <a:cubicBezTo>
                    <a:pt x="119320" y="0"/>
                    <a:pt x="76913" y="9277"/>
                    <a:pt x="59685" y="13253"/>
                  </a:cubicBezTo>
                  <a:cubicBezTo>
                    <a:pt x="42457" y="17229"/>
                    <a:pt x="37156" y="23855"/>
                    <a:pt x="27880" y="45058"/>
                  </a:cubicBezTo>
                  <a:cubicBezTo>
                    <a:pt x="18604" y="66261"/>
                    <a:pt x="8002" y="106018"/>
                    <a:pt x="4026" y="140474"/>
                  </a:cubicBezTo>
                  <a:cubicBezTo>
                    <a:pt x="50" y="174930"/>
                    <a:pt x="1376" y="216011"/>
                    <a:pt x="4026" y="251792"/>
                  </a:cubicBezTo>
                  <a:cubicBezTo>
                    <a:pt x="6676" y="287573"/>
                    <a:pt x="14627" y="314077"/>
                    <a:pt x="19928" y="355159"/>
                  </a:cubicBezTo>
                  <a:cubicBezTo>
                    <a:pt x="25229" y="396241"/>
                    <a:pt x="34506" y="443948"/>
                    <a:pt x="35831" y="498282"/>
                  </a:cubicBezTo>
                  <a:cubicBezTo>
                    <a:pt x="37156" y="552616"/>
                    <a:pt x="32381" y="632194"/>
                    <a:pt x="27880" y="681162"/>
                  </a:cubicBezTo>
                  <a:cubicBezTo>
                    <a:pt x="23379" y="730130"/>
                    <a:pt x="0" y="749598"/>
                    <a:pt x="8826" y="792088"/>
                  </a:cubicBezTo>
                  <a:cubicBezTo>
                    <a:pt x="17652" y="834578"/>
                    <a:pt x="44830" y="912101"/>
                    <a:pt x="80834" y="936104"/>
                  </a:cubicBezTo>
                  <a:cubicBezTo>
                    <a:pt x="116838" y="960107"/>
                    <a:pt x="203196" y="960041"/>
                    <a:pt x="224850" y="936104"/>
                  </a:cubicBezTo>
                  <a:cubicBezTo>
                    <a:pt x="246504" y="912167"/>
                    <a:pt x="213108" y="840272"/>
                    <a:pt x="210760" y="792481"/>
                  </a:cubicBezTo>
                  <a:cubicBezTo>
                    <a:pt x="208412" y="744690"/>
                    <a:pt x="214736" y="698390"/>
                    <a:pt x="210760" y="649357"/>
                  </a:cubicBezTo>
                  <a:cubicBezTo>
                    <a:pt x="206784" y="600324"/>
                    <a:pt x="192207" y="547315"/>
                    <a:pt x="186906" y="498282"/>
                  </a:cubicBezTo>
                  <a:cubicBezTo>
                    <a:pt x="181605" y="449249"/>
                    <a:pt x="160629" y="390201"/>
                    <a:pt x="178954" y="355159"/>
                  </a:cubicBezTo>
                  <a:cubicBezTo>
                    <a:pt x="197279" y="320117"/>
                    <a:pt x="246500" y="303935"/>
                    <a:pt x="296858" y="288032"/>
                  </a:cubicBezTo>
                  <a:cubicBezTo>
                    <a:pt x="347216" y="272129"/>
                    <a:pt x="435819" y="265783"/>
                    <a:pt x="481104" y="259743"/>
                  </a:cubicBezTo>
                  <a:cubicBezTo>
                    <a:pt x="526389" y="253703"/>
                    <a:pt x="553991" y="263719"/>
                    <a:pt x="568568" y="251792"/>
                  </a:cubicBezTo>
                  <a:cubicBezTo>
                    <a:pt x="583145" y="239865"/>
                    <a:pt x="577998" y="166388"/>
                    <a:pt x="544714" y="148425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5319360" y="749160"/>
              <a:ext cx="257040" cy="885960"/>
            </a:xfrm>
            <a:custGeom>
              <a:avLst/>
              <a:gdLst>
                <a:gd name="GluePoint1X" fmla="*/ 244986 w 263718"/>
                <a:gd name="GluePoint1Y" fmla="*/ 15907 h 891871"/>
                <a:gd name="GluePoint2X" fmla="*/ 237040 w 263718"/>
                <a:gd name="GluePoint2Y" fmla="*/ 79539 h 891871"/>
                <a:gd name="GluePoint3X" fmla="*/ 205259 w 263718"/>
                <a:gd name="GluePoint3Y" fmla="*/ 167034 h 891871"/>
                <a:gd name="GluePoint4X" fmla="*/ 181422 w 263718"/>
                <a:gd name="GluePoint4Y" fmla="*/ 294298 h 891871"/>
                <a:gd name="GluePoint5X" fmla="*/ 173476 w 263718"/>
                <a:gd name="GluePoint5Y" fmla="*/ 405654 h 891871"/>
                <a:gd name="GluePoint6X" fmla="*/ 173476 w 263718"/>
                <a:gd name="GluePoint6Y" fmla="*/ 604505 h 891871"/>
                <a:gd name="GluePoint7X" fmla="*/ 173476 w 263718"/>
                <a:gd name="GluePoint7Y" fmla="*/ 787447 h 891871"/>
                <a:gd name="GluePoint8X" fmla="*/ 165531 w 263718"/>
                <a:gd name="GluePoint8Y" fmla="*/ 859033 h 891871"/>
                <a:gd name="GluePoint9X" fmla="*/ 78131 w 263718"/>
                <a:gd name="GluePoint9Y" fmla="*/ 874941 h 891871"/>
                <a:gd name="GluePoint10X" fmla="*/ 30458 w 263718"/>
                <a:gd name="GluePoint10Y" fmla="*/ 755630 h 891871"/>
                <a:gd name="GluePoint11X" fmla="*/ 6621 w 263718"/>
                <a:gd name="GluePoint11Y" fmla="*/ 517010 h 891871"/>
                <a:gd name="GluePoint12X" fmla="*/ 6621 w 263718"/>
                <a:gd name="GluePoint12Y" fmla="*/ 389746 h 891871"/>
                <a:gd name="GluePoint13X" fmla="*/ 14566 w 263718"/>
                <a:gd name="GluePoint13Y" fmla="*/ 246574 h 891871"/>
                <a:gd name="GluePoint14X" fmla="*/ 6621 w 263718"/>
                <a:gd name="GluePoint14Y" fmla="*/ 111356 h 891871"/>
                <a:gd name="GluePoint15X" fmla="*/ 54294 w 263718"/>
                <a:gd name="GluePoint15Y" fmla="*/ 39770 h 891871"/>
                <a:gd name="GluePoint16X" fmla="*/ 125803 w 263718"/>
                <a:gd name="GluePoint16Y" fmla="*/ 7954 h 891871"/>
                <a:gd name="GluePoint17X" fmla="*/ 244986 w 263718"/>
                <a:gd name="GluePoint17Y" fmla="*/ 15907 h 8918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l" t="t" r="r" b="b"/>
              <a:pathLst>
                <a:path w="263718" h="891871">
                  <a:moveTo>
                    <a:pt x="245165" y="15902"/>
                  </a:moveTo>
                  <a:cubicBezTo>
                    <a:pt x="263718" y="27829"/>
                    <a:pt x="243840" y="54333"/>
                    <a:pt x="237214" y="79512"/>
                  </a:cubicBezTo>
                  <a:cubicBezTo>
                    <a:pt x="230588" y="104691"/>
                    <a:pt x="214685" y="131196"/>
                    <a:pt x="205409" y="166977"/>
                  </a:cubicBezTo>
                  <a:cubicBezTo>
                    <a:pt x="196133" y="202758"/>
                    <a:pt x="186856" y="254441"/>
                    <a:pt x="181555" y="294198"/>
                  </a:cubicBezTo>
                  <a:cubicBezTo>
                    <a:pt x="176254" y="333955"/>
                    <a:pt x="174928" y="353833"/>
                    <a:pt x="173603" y="405516"/>
                  </a:cubicBezTo>
                  <a:cubicBezTo>
                    <a:pt x="172278" y="457199"/>
                    <a:pt x="173603" y="604299"/>
                    <a:pt x="173603" y="604299"/>
                  </a:cubicBezTo>
                  <a:cubicBezTo>
                    <a:pt x="173603" y="667909"/>
                    <a:pt x="174928" y="744772"/>
                    <a:pt x="173603" y="787179"/>
                  </a:cubicBezTo>
                  <a:cubicBezTo>
                    <a:pt x="172278" y="829586"/>
                    <a:pt x="181554" y="844163"/>
                    <a:pt x="165652" y="858740"/>
                  </a:cubicBezTo>
                  <a:cubicBezTo>
                    <a:pt x="149750" y="873317"/>
                    <a:pt x="100717" y="891871"/>
                    <a:pt x="78188" y="874643"/>
                  </a:cubicBezTo>
                  <a:cubicBezTo>
                    <a:pt x="55659" y="857415"/>
                    <a:pt x="42407" y="815008"/>
                    <a:pt x="30480" y="755373"/>
                  </a:cubicBezTo>
                  <a:cubicBezTo>
                    <a:pt x="18553" y="695738"/>
                    <a:pt x="10602" y="577794"/>
                    <a:pt x="6626" y="516834"/>
                  </a:cubicBezTo>
                  <a:cubicBezTo>
                    <a:pt x="2650" y="455874"/>
                    <a:pt x="5301" y="434670"/>
                    <a:pt x="6626" y="389613"/>
                  </a:cubicBezTo>
                  <a:cubicBezTo>
                    <a:pt x="7951" y="344556"/>
                    <a:pt x="14577" y="292872"/>
                    <a:pt x="14577" y="246490"/>
                  </a:cubicBezTo>
                  <a:cubicBezTo>
                    <a:pt x="14577" y="200108"/>
                    <a:pt x="0" y="145774"/>
                    <a:pt x="6626" y="111318"/>
                  </a:cubicBezTo>
                  <a:cubicBezTo>
                    <a:pt x="13252" y="76862"/>
                    <a:pt x="34456" y="56984"/>
                    <a:pt x="54334" y="39756"/>
                  </a:cubicBezTo>
                  <a:cubicBezTo>
                    <a:pt x="74212" y="22528"/>
                    <a:pt x="96740" y="15902"/>
                    <a:pt x="125895" y="7951"/>
                  </a:cubicBezTo>
                  <a:cubicBezTo>
                    <a:pt x="155050" y="0"/>
                    <a:pt x="226612" y="3975"/>
                    <a:pt x="245165" y="15902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"/>
            <p:cNvGrpSpPr/>
            <p:nvPr/>
          </p:nvGrpSpPr>
          <p:grpSpPr>
            <a:xfrm>
              <a:off x="1573200" y="912960"/>
              <a:ext cx="1074600" cy="645480"/>
              <a:chOff x="1573200" y="912960"/>
              <a:chExt cx="1074600" cy="645480"/>
            </a:xfrm>
          </p:grpSpPr>
          <p:grpSp>
            <p:nvGrpSpPr>
              <p:cNvPr id="64" name=""/>
              <p:cNvGrpSpPr/>
              <p:nvPr/>
            </p:nvGrpSpPr>
            <p:grpSpPr>
              <a:xfrm>
                <a:off x="1573200" y="912960"/>
                <a:ext cx="531720" cy="645480"/>
                <a:chOff x="1573200" y="912960"/>
                <a:chExt cx="531720" cy="645480"/>
              </a:xfrm>
            </p:grpSpPr>
            <p:grpSp>
              <p:nvGrpSpPr>
                <p:cNvPr id="65" name=""/>
                <p:cNvGrpSpPr/>
                <p:nvPr/>
              </p:nvGrpSpPr>
              <p:grpSpPr>
                <a:xfrm>
                  <a:off x="1573200" y="912960"/>
                  <a:ext cx="531720" cy="312480"/>
                  <a:chOff x="1573200" y="912960"/>
                  <a:chExt cx="531720" cy="312480"/>
                </a:xfrm>
              </p:grpSpPr>
              <p:grpSp>
                <p:nvGrpSpPr>
                  <p:cNvPr id="66" name=""/>
                  <p:cNvGrpSpPr/>
                  <p:nvPr/>
                </p:nvGrpSpPr>
                <p:grpSpPr>
                  <a:xfrm>
                    <a:off x="1573200" y="912960"/>
                    <a:ext cx="101520" cy="312480"/>
                    <a:chOff x="1573200" y="912960"/>
                    <a:chExt cx="101520" cy="312480"/>
                  </a:xfrm>
                </p:grpSpPr>
                <p:sp>
                  <p:nvSpPr>
                    <p:cNvPr id="67" name=""/>
                    <p:cNvSpPr/>
                    <p:nvPr/>
                  </p:nvSpPr>
                  <p:spPr>
                    <a:xfrm>
                      <a:off x="15732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8" name=""/>
                    <p:cNvSpPr/>
                    <p:nvPr/>
                  </p:nvSpPr>
                  <p:spPr>
                    <a:xfrm>
                      <a:off x="164304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69" name=""/>
                    <p:cNvSpPr/>
                    <p:nvPr/>
                  </p:nvSpPr>
                  <p:spPr>
                    <a:xfrm>
                      <a:off x="15811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0" name=""/>
                  <p:cNvGrpSpPr/>
                  <p:nvPr/>
                </p:nvGrpSpPr>
                <p:grpSpPr>
                  <a:xfrm>
                    <a:off x="1681200" y="912960"/>
                    <a:ext cx="101520" cy="312480"/>
                    <a:chOff x="1681200" y="912960"/>
                    <a:chExt cx="101520" cy="312480"/>
                  </a:xfrm>
                </p:grpSpPr>
                <p:sp>
                  <p:nvSpPr>
                    <p:cNvPr id="71" name=""/>
                    <p:cNvSpPr/>
                    <p:nvPr/>
                  </p:nvSpPr>
                  <p:spPr>
                    <a:xfrm>
                      <a:off x="16812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2" name=""/>
                    <p:cNvSpPr/>
                    <p:nvPr/>
                  </p:nvSpPr>
                  <p:spPr>
                    <a:xfrm>
                      <a:off x="175104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3" name=""/>
                    <p:cNvSpPr/>
                    <p:nvPr/>
                  </p:nvSpPr>
                  <p:spPr>
                    <a:xfrm>
                      <a:off x="16891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4" name=""/>
                  <p:cNvGrpSpPr/>
                  <p:nvPr/>
                </p:nvGrpSpPr>
                <p:grpSpPr>
                  <a:xfrm>
                    <a:off x="1785960" y="912960"/>
                    <a:ext cx="101520" cy="312480"/>
                    <a:chOff x="1785960" y="912960"/>
                    <a:chExt cx="101520" cy="312480"/>
                  </a:xfrm>
                </p:grpSpPr>
                <p:sp>
                  <p:nvSpPr>
                    <p:cNvPr id="75" name=""/>
                    <p:cNvSpPr/>
                    <p:nvPr/>
                  </p:nvSpPr>
                  <p:spPr>
                    <a:xfrm>
                      <a:off x="17859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6" name=""/>
                    <p:cNvSpPr/>
                    <p:nvPr/>
                  </p:nvSpPr>
                  <p:spPr>
                    <a:xfrm>
                      <a:off x="18558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77" name=""/>
                    <p:cNvSpPr/>
                    <p:nvPr/>
                  </p:nvSpPr>
                  <p:spPr>
                    <a:xfrm>
                      <a:off x="179388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78" name=""/>
                  <p:cNvGrpSpPr/>
                  <p:nvPr/>
                </p:nvGrpSpPr>
                <p:grpSpPr>
                  <a:xfrm>
                    <a:off x="1893960" y="912960"/>
                    <a:ext cx="101520" cy="312480"/>
                    <a:chOff x="1893960" y="912960"/>
                    <a:chExt cx="101520" cy="312480"/>
                  </a:xfrm>
                </p:grpSpPr>
                <p:sp>
                  <p:nvSpPr>
                    <p:cNvPr id="79" name=""/>
                    <p:cNvSpPr/>
                    <p:nvPr/>
                  </p:nvSpPr>
                  <p:spPr>
                    <a:xfrm>
                      <a:off x="18939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0" name=""/>
                    <p:cNvSpPr/>
                    <p:nvPr/>
                  </p:nvSpPr>
                  <p:spPr>
                    <a:xfrm>
                      <a:off x="19638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1" name=""/>
                    <p:cNvSpPr/>
                    <p:nvPr/>
                  </p:nvSpPr>
                  <p:spPr>
                    <a:xfrm>
                      <a:off x="190188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82" name=""/>
                  <p:cNvGrpSpPr/>
                  <p:nvPr/>
                </p:nvGrpSpPr>
                <p:grpSpPr>
                  <a:xfrm>
                    <a:off x="2003400" y="912960"/>
                    <a:ext cx="101520" cy="312480"/>
                    <a:chOff x="2003400" y="912960"/>
                    <a:chExt cx="101520" cy="312480"/>
                  </a:xfrm>
                </p:grpSpPr>
                <p:sp>
                  <p:nvSpPr>
                    <p:cNvPr id="83" name=""/>
                    <p:cNvSpPr/>
                    <p:nvPr/>
                  </p:nvSpPr>
                  <p:spPr>
                    <a:xfrm>
                      <a:off x="20034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4" name=""/>
                    <p:cNvSpPr/>
                    <p:nvPr/>
                  </p:nvSpPr>
                  <p:spPr>
                    <a:xfrm>
                      <a:off x="20700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5" name=""/>
                    <p:cNvSpPr/>
                    <p:nvPr/>
                  </p:nvSpPr>
                  <p:spPr>
                    <a:xfrm>
                      <a:off x="20113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86" name=""/>
                <p:cNvGrpSpPr/>
                <p:nvPr/>
              </p:nvGrpSpPr>
              <p:grpSpPr>
                <a:xfrm>
                  <a:off x="1573200" y="1246320"/>
                  <a:ext cx="531720" cy="312120"/>
                  <a:chOff x="1573200" y="1246320"/>
                  <a:chExt cx="531720" cy="312120"/>
                </a:xfrm>
              </p:grpSpPr>
              <p:grpSp>
                <p:nvGrpSpPr>
                  <p:cNvPr id="87" name=""/>
                  <p:cNvGrpSpPr/>
                  <p:nvPr/>
                </p:nvGrpSpPr>
                <p:grpSpPr>
                  <a:xfrm>
                    <a:off x="1573200" y="1246320"/>
                    <a:ext cx="101520" cy="312120"/>
                    <a:chOff x="1573200" y="1246320"/>
                    <a:chExt cx="101520" cy="312120"/>
                  </a:xfrm>
                </p:grpSpPr>
                <p:sp>
                  <p:nvSpPr>
                    <p:cNvPr id="88" name=""/>
                    <p:cNvSpPr/>
                    <p:nvPr/>
                  </p:nvSpPr>
                  <p:spPr>
                    <a:xfrm flipV="1">
                      <a:off x="15732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89" name=""/>
                    <p:cNvSpPr/>
                    <p:nvPr/>
                  </p:nvSpPr>
                  <p:spPr>
                    <a:xfrm flipV="1">
                      <a:off x="164304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0" name=""/>
                    <p:cNvSpPr/>
                    <p:nvPr/>
                  </p:nvSpPr>
                  <p:spPr>
                    <a:xfrm flipV="1">
                      <a:off x="15811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1" name=""/>
                  <p:cNvGrpSpPr/>
                  <p:nvPr/>
                </p:nvGrpSpPr>
                <p:grpSpPr>
                  <a:xfrm>
                    <a:off x="1681200" y="1246320"/>
                    <a:ext cx="101520" cy="312120"/>
                    <a:chOff x="1681200" y="1246320"/>
                    <a:chExt cx="101520" cy="312120"/>
                  </a:xfrm>
                </p:grpSpPr>
                <p:sp>
                  <p:nvSpPr>
                    <p:cNvPr id="92" name=""/>
                    <p:cNvSpPr/>
                    <p:nvPr/>
                  </p:nvSpPr>
                  <p:spPr>
                    <a:xfrm flipV="1">
                      <a:off x="16812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3" name=""/>
                    <p:cNvSpPr/>
                    <p:nvPr/>
                  </p:nvSpPr>
                  <p:spPr>
                    <a:xfrm flipV="1">
                      <a:off x="175104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4" name=""/>
                    <p:cNvSpPr/>
                    <p:nvPr/>
                  </p:nvSpPr>
                  <p:spPr>
                    <a:xfrm flipV="1">
                      <a:off x="16891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5" name=""/>
                  <p:cNvGrpSpPr/>
                  <p:nvPr/>
                </p:nvGrpSpPr>
                <p:grpSpPr>
                  <a:xfrm>
                    <a:off x="1785960" y="1246320"/>
                    <a:ext cx="101520" cy="312120"/>
                    <a:chOff x="1785960" y="1246320"/>
                    <a:chExt cx="101520" cy="312120"/>
                  </a:xfrm>
                </p:grpSpPr>
                <p:sp>
                  <p:nvSpPr>
                    <p:cNvPr id="96" name=""/>
                    <p:cNvSpPr/>
                    <p:nvPr/>
                  </p:nvSpPr>
                  <p:spPr>
                    <a:xfrm flipV="1">
                      <a:off x="17859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7" name=""/>
                    <p:cNvSpPr/>
                    <p:nvPr/>
                  </p:nvSpPr>
                  <p:spPr>
                    <a:xfrm flipV="1">
                      <a:off x="18558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98" name=""/>
                    <p:cNvSpPr/>
                    <p:nvPr/>
                  </p:nvSpPr>
                  <p:spPr>
                    <a:xfrm flipV="1">
                      <a:off x="179388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9" name=""/>
                  <p:cNvGrpSpPr/>
                  <p:nvPr/>
                </p:nvGrpSpPr>
                <p:grpSpPr>
                  <a:xfrm>
                    <a:off x="1893960" y="1246320"/>
                    <a:ext cx="101520" cy="312120"/>
                    <a:chOff x="1893960" y="1246320"/>
                    <a:chExt cx="101520" cy="312120"/>
                  </a:xfrm>
                </p:grpSpPr>
                <p:sp>
                  <p:nvSpPr>
                    <p:cNvPr id="100" name=""/>
                    <p:cNvSpPr/>
                    <p:nvPr/>
                  </p:nvSpPr>
                  <p:spPr>
                    <a:xfrm flipV="1">
                      <a:off x="18939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1" name=""/>
                    <p:cNvSpPr/>
                    <p:nvPr/>
                  </p:nvSpPr>
                  <p:spPr>
                    <a:xfrm flipV="1">
                      <a:off x="19638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2" name=""/>
                    <p:cNvSpPr/>
                    <p:nvPr/>
                  </p:nvSpPr>
                  <p:spPr>
                    <a:xfrm flipV="1">
                      <a:off x="190188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03" name=""/>
                  <p:cNvGrpSpPr/>
                  <p:nvPr/>
                </p:nvGrpSpPr>
                <p:grpSpPr>
                  <a:xfrm>
                    <a:off x="2003400" y="1246320"/>
                    <a:ext cx="101520" cy="312120"/>
                    <a:chOff x="2003400" y="1246320"/>
                    <a:chExt cx="101520" cy="312120"/>
                  </a:xfrm>
                </p:grpSpPr>
                <p:sp>
                  <p:nvSpPr>
                    <p:cNvPr id="104" name=""/>
                    <p:cNvSpPr/>
                    <p:nvPr/>
                  </p:nvSpPr>
                  <p:spPr>
                    <a:xfrm flipV="1">
                      <a:off x="20034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5" name=""/>
                    <p:cNvSpPr/>
                    <p:nvPr/>
                  </p:nvSpPr>
                  <p:spPr>
                    <a:xfrm flipV="1">
                      <a:off x="20700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6" name=""/>
                    <p:cNvSpPr/>
                    <p:nvPr/>
                  </p:nvSpPr>
                  <p:spPr>
                    <a:xfrm flipV="1">
                      <a:off x="20113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07" name=""/>
              <p:cNvGrpSpPr/>
              <p:nvPr/>
            </p:nvGrpSpPr>
            <p:grpSpPr>
              <a:xfrm>
                <a:off x="2116080" y="912960"/>
                <a:ext cx="531720" cy="645480"/>
                <a:chOff x="2116080" y="912960"/>
                <a:chExt cx="531720" cy="645480"/>
              </a:xfrm>
            </p:grpSpPr>
            <p:grpSp>
              <p:nvGrpSpPr>
                <p:cNvPr id="108" name=""/>
                <p:cNvGrpSpPr/>
                <p:nvPr/>
              </p:nvGrpSpPr>
              <p:grpSpPr>
                <a:xfrm>
                  <a:off x="2116080" y="912960"/>
                  <a:ext cx="531720" cy="312480"/>
                  <a:chOff x="2116080" y="912960"/>
                  <a:chExt cx="531720" cy="312480"/>
                </a:xfrm>
              </p:grpSpPr>
              <p:grpSp>
                <p:nvGrpSpPr>
                  <p:cNvPr id="109" name=""/>
                  <p:cNvGrpSpPr/>
                  <p:nvPr/>
                </p:nvGrpSpPr>
                <p:grpSpPr>
                  <a:xfrm>
                    <a:off x="2116080" y="912960"/>
                    <a:ext cx="101520" cy="312480"/>
                    <a:chOff x="2116080" y="912960"/>
                    <a:chExt cx="101520" cy="312480"/>
                  </a:xfrm>
                </p:grpSpPr>
                <p:sp>
                  <p:nvSpPr>
                    <p:cNvPr id="110" name=""/>
                    <p:cNvSpPr/>
                    <p:nvPr/>
                  </p:nvSpPr>
                  <p:spPr>
                    <a:xfrm>
                      <a:off x="211608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11" name=""/>
                    <p:cNvSpPr/>
                    <p:nvPr/>
                  </p:nvSpPr>
                  <p:spPr>
                    <a:xfrm>
                      <a:off x="218592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12" name=""/>
                    <p:cNvSpPr/>
                    <p:nvPr/>
                  </p:nvSpPr>
                  <p:spPr>
                    <a:xfrm>
                      <a:off x="212400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13" name=""/>
                  <p:cNvGrpSpPr/>
                  <p:nvPr/>
                </p:nvGrpSpPr>
                <p:grpSpPr>
                  <a:xfrm>
                    <a:off x="2224080" y="912960"/>
                    <a:ext cx="101520" cy="312480"/>
                    <a:chOff x="2224080" y="912960"/>
                    <a:chExt cx="101520" cy="312480"/>
                  </a:xfrm>
                </p:grpSpPr>
                <p:sp>
                  <p:nvSpPr>
                    <p:cNvPr id="114" name=""/>
                    <p:cNvSpPr/>
                    <p:nvPr/>
                  </p:nvSpPr>
                  <p:spPr>
                    <a:xfrm>
                      <a:off x="222408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15" name=""/>
                    <p:cNvSpPr/>
                    <p:nvPr/>
                  </p:nvSpPr>
                  <p:spPr>
                    <a:xfrm>
                      <a:off x="229392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16" name=""/>
                    <p:cNvSpPr/>
                    <p:nvPr/>
                  </p:nvSpPr>
                  <p:spPr>
                    <a:xfrm>
                      <a:off x="223200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17" name=""/>
                  <p:cNvGrpSpPr/>
                  <p:nvPr/>
                </p:nvGrpSpPr>
                <p:grpSpPr>
                  <a:xfrm>
                    <a:off x="2332080" y="912960"/>
                    <a:ext cx="101520" cy="312480"/>
                    <a:chOff x="2332080" y="912960"/>
                    <a:chExt cx="101520" cy="312480"/>
                  </a:xfrm>
                </p:grpSpPr>
                <p:sp>
                  <p:nvSpPr>
                    <p:cNvPr id="118" name=""/>
                    <p:cNvSpPr/>
                    <p:nvPr/>
                  </p:nvSpPr>
                  <p:spPr>
                    <a:xfrm>
                      <a:off x="233208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19" name=""/>
                    <p:cNvSpPr/>
                    <p:nvPr/>
                  </p:nvSpPr>
                  <p:spPr>
                    <a:xfrm>
                      <a:off x="240192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0" name=""/>
                    <p:cNvSpPr/>
                    <p:nvPr/>
                  </p:nvSpPr>
                  <p:spPr>
                    <a:xfrm>
                      <a:off x="234000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21" name=""/>
                  <p:cNvGrpSpPr/>
                  <p:nvPr/>
                </p:nvGrpSpPr>
                <p:grpSpPr>
                  <a:xfrm>
                    <a:off x="2438280" y="912960"/>
                    <a:ext cx="101880" cy="312480"/>
                    <a:chOff x="2438280" y="912960"/>
                    <a:chExt cx="101880" cy="312480"/>
                  </a:xfrm>
                </p:grpSpPr>
                <p:sp>
                  <p:nvSpPr>
                    <p:cNvPr id="122" name=""/>
                    <p:cNvSpPr/>
                    <p:nvPr/>
                  </p:nvSpPr>
                  <p:spPr>
                    <a:xfrm>
                      <a:off x="243828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3" name=""/>
                    <p:cNvSpPr/>
                    <p:nvPr/>
                  </p:nvSpPr>
                  <p:spPr>
                    <a:xfrm>
                      <a:off x="25066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4" name=""/>
                    <p:cNvSpPr/>
                    <p:nvPr/>
                  </p:nvSpPr>
                  <p:spPr>
                    <a:xfrm>
                      <a:off x="244944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25" name=""/>
                  <p:cNvGrpSpPr/>
                  <p:nvPr/>
                </p:nvGrpSpPr>
                <p:grpSpPr>
                  <a:xfrm>
                    <a:off x="2546280" y="912960"/>
                    <a:ext cx="101520" cy="312480"/>
                    <a:chOff x="2546280" y="912960"/>
                    <a:chExt cx="101520" cy="312480"/>
                  </a:xfrm>
                </p:grpSpPr>
                <p:sp>
                  <p:nvSpPr>
                    <p:cNvPr id="126" name=""/>
                    <p:cNvSpPr/>
                    <p:nvPr/>
                  </p:nvSpPr>
                  <p:spPr>
                    <a:xfrm>
                      <a:off x="254628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7" name=""/>
                    <p:cNvSpPr/>
                    <p:nvPr/>
                  </p:nvSpPr>
                  <p:spPr>
                    <a:xfrm>
                      <a:off x="26146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8" name=""/>
                    <p:cNvSpPr/>
                    <p:nvPr/>
                  </p:nvSpPr>
                  <p:spPr>
                    <a:xfrm>
                      <a:off x="255276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129" name=""/>
                <p:cNvGrpSpPr/>
                <p:nvPr/>
              </p:nvGrpSpPr>
              <p:grpSpPr>
                <a:xfrm>
                  <a:off x="2116080" y="1246320"/>
                  <a:ext cx="531720" cy="312120"/>
                  <a:chOff x="2116080" y="1246320"/>
                  <a:chExt cx="531720" cy="312120"/>
                </a:xfrm>
              </p:grpSpPr>
              <p:grpSp>
                <p:nvGrpSpPr>
                  <p:cNvPr id="130" name=""/>
                  <p:cNvGrpSpPr/>
                  <p:nvPr/>
                </p:nvGrpSpPr>
                <p:grpSpPr>
                  <a:xfrm>
                    <a:off x="2116080" y="1246320"/>
                    <a:ext cx="101520" cy="312120"/>
                    <a:chOff x="2116080" y="1246320"/>
                    <a:chExt cx="101520" cy="312120"/>
                  </a:xfrm>
                </p:grpSpPr>
                <p:sp>
                  <p:nvSpPr>
                    <p:cNvPr id="131" name=""/>
                    <p:cNvSpPr/>
                    <p:nvPr/>
                  </p:nvSpPr>
                  <p:spPr>
                    <a:xfrm flipV="1">
                      <a:off x="211608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32" name=""/>
                    <p:cNvSpPr/>
                    <p:nvPr/>
                  </p:nvSpPr>
                  <p:spPr>
                    <a:xfrm flipV="1">
                      <a:off x="218592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33" name=""/>
                    <p:cNvSpPr/>
                    <p:nvPr/>
                  </p:nvSpPr>
                  <p:spPr>
                    <a:xfrm flipV="1">
                      <a:off x="212400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34" name=""/>
                  <p:cNvGrpSpPr/>
                  <p:nvPr/>
                </p:nvGrpSpPr>
                <p:grpSpPr>
                  <a:xfrm>
                    <a:off x="2224080" y="1246320"/>
                    <a:ext cx="101520" cy="312120"/>
                    <a:chOff x="2224080" y="1246320"/>
                    <a:chExt cx="101520" cy="312120"/>
                  </a:xfrm>
                </p:grpSpPr>
                <p:sp>
                  <p:nvSpPr>
                    <p:cNvPr id="135" name=""/>
                    <p:cNvSpPr/>
                    <p:nvPr/>
                  </p:nvSpPr>
                  <p:spPr>
                    <a:xfrm flipV="1">
                      <a:off x="222408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36" name=""/>
                    <p:cNvSpPr/>
                    <p:nvPr/>
                  </p:nvSpPr>
                  <p:spPr>
                    <a:xfrm flipV="1">
                      <a:off x="229392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37" name=""/>
                    <p:cNvSpPr/>
                    <p:nvPr/>
                  </p:nvSpPr>
                  <p:spPr>
                    <a:xfrm flipV="1">
                      <a:off x="223200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38" name=""/>
                  <p:cNvGrpSpPr/>
                  <p:nvPr/>
                </p:nvGrpSpPr>
                <p:grpSpPr>
                  <a:xfrm>
                    <a:off x="2332080" y="1246320"/>
                    <a:ext cx="101520" cy="312120"/>
                    <a:chOff x="2332080" y="1246320"/>
                    <a:chExt cx="101520" cy="312120"/>
                  </a:xfrm>
                </p:grpSpPr>
                <p:sp>
                  <p:nvSpPr>
                    <p:cNvPr id="139" name=""/>
                    <p:cNvSpPr/>
                    <p:nvPr/>
                  </p:nvSpPr>
                  <p:spPr>
                    <a:xfrm flipV="1">
                      <a:off x="233208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0" name=""/>
                    <p:cNvSpPr/>
                    <p:nvPr/>
                  </p:nvSpPr>
                  <p:spPr>
                    <a:xfrm flipV="1">
                      <a:off x="240192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1" name=""/>
                    <p:cNvSpPr/>
                    <p:nvPr/>
                  </p:nvSpPr>
                  <p:spPr>
                    <a:xfrm flipV="1">
                      <a:off x="234000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42" name=""/>
                  <p:cNvGrpSpPr/>
                  <p:nvPr/>
                </p:nvGrpSpPr>
                <p:grpSpPr>
                  <a:xfrm>
                    <a:off x="2438280" y="1246320"/>
                    <a:ext cx="101880" cy="312120"/>
                    <a:chOff x="2438280" y="1246320"/>
                    <a:chExt cx="101880" cy="312120"/>
                  </a:xfrm>
                </p:grpSpPr>
                <p:sp>
                  <p:nvSpPr>
                    <p:cNvPr id="143" name=""/>
                    <p:cNvSpPr/>
                    <p:nvPr/>
                  </p:nvSpPr>
                  <p:spPr>
                    <a:xfrm flipV="1">
                      <a:off x="243828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4" name=""/>
                    <p:cNvSpPr/>
                    <p:nvPr/>
                  </p:nvSpPr>
                  <p:spPr>
                    <a:xfrm flipV="1">
                      <a:off x="25066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5" name=""/>
                    <p:cNvSpPr/>
                    <p:nvPr/>
                  </p:nvSpPr>
                  <p:spPr>
                    <a:xfrm flipV="1">
                      <a:off x="244944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46" name=""/>
                  <p:cNvGrpSpPr/>
                  <p:nvPr/>
                </p:nvGrpSpPr>
                <p:grpSpPr>
                  <a:xfrm>
                    <a:off x="2546280" y="1246320"/>
                    <a:ext cx="101520" cy="312120"/>
                    <a:chOff x="2546280" y="1246320"/>
                    <a:chExt cx="101520" cy="312120"/>
                  </a:xfrm>
                </p:grpSpPr>
                <p:sp>
                  <p:nvSpPr>
                    <p:cNvPr id="147" name=""/>
                    <p:cNvSpPr/>
                    <p:nvPr/>
                  </p:nvSpPr>
                  <p:spPr>
                    <a:xfrm flipV="1">
                      <a:off x="254628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8" name=""/>
                    <p:cNvSpPr/>
                    <p:nvPr/>
                  </p:nvSpPr>
                  <p:spPr>
                    <a:xfrm flipV="1">
                      <a:off x="26146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49" name=""/>
                    <p:cNvSpPr/>
                    <p:nvPr/>
                  </p:nvSpPr>
                  <p:spPr>
                    <a:xfrm flipV="1">
                      <a:off x="255276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150" name=""/>
            <p:cNvGrpSpPr/>
            <p:nvPr/>
          </p:nvGrpSpPr>
          <p:grpSpPr>
            <a:xfrm>
              <a:off x="3517200" y="912960"/>
              <a:ext cx="1076040" cy="645480"/>
              <a:chOff x="3517200" y="912960"/>
              <a:chExt cx="1076040" cy="645480"/>
            </a:xfrm>
          </p:grpSpPr>
          <p:grpSp>
            <p:nvGrpSpPr>
              <p:cNvPr id="151" name=""/>
              <p:cNvGrpSpPr/>
              <p:nvPr/>
            </p:nvGrpSpPr>
            <p:grpSpPr>
              <a:xfrm>
                <a:off x="3517200" y="912960"/>
                <a:ext cx="531720" cy="645480"/>
                <a:chOff x="3517200" y="912960"/>
                <a:chExt cx="531720" cy="645480"/>
              </a:xfrm>
            </p:grpSpPr>
            <p:grpSp>
              <p:nvGrpSpPr>
                <p:cNvPr id="152" name=""/>
                <p:cNvGrpSpPr/>
                <p:nvPr/>
              </p:nvGrpSpPr>
              <p:grpSpPr>
                <a:xfrm>
                  <a:off x="3517200" y="912960"/>
                  <a:ext cx="531720" cy="312480"/>
                  <a:chOff x="3517200" y="912960"/>
                  <a:chExt cx="531720" cy="312480"/>
                </a:xfrm>
              </p:grpSpPr>
              <p:grpSp>
                <p:nvGrpSpPr>
                  <p:cNvPr id="153" name=""/>
                  <p:cNvGrpSpPr/>
                  <p:nvPr/>
                </p:nvGrpSpPr>
                <p:grpSpPr>
                  <a:xfrm>
                    <a:off x="3517200" y="912960"/>
                    <a:ext cx="101520" cy="312480"/>
                    <a:chOff x="3517200" y="912960"/>
                    <a:chExt cx="101520" cy="312480"/>
                  </a:xfrm>
                </p:grpSpPr>
                <p:sp>
                  <p:nvSpPr>
                    <p:cNvPr id="154" name=""/>
                    <p:cNvSpPr/>
                    <p:nvPr/>
                  </p:nvSpPr>
                  <p:spPr>
                    <a:xfrm>
                      <a:off x="35172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55" name=""/>
                    <p:cNvSpPr/>
                    <p:nvPr/>
                  </p:nvSpPr>
                  <p:spPr>
                    <a:xfrm>
                      <a:off x="358524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56" name=""/>
                    <p:cNvSpPr/>
                    <p:nvPr/>
                  </p:nvSpPr>
                  <p:spPr>
                    <a:xfrm>
                      <a:off x="352512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57" name=""/>
                  <p:cNvGrpSpPr/>
                  <p:nvPr/>
                </p:nvGrpSpPr>
                <p:grpSpPr>
                  <a:xfrm>
                    <a:off x="3623400" y="912960"/>
                    <a:ext cx="101520" cy="312480"/>
                    <a:chOff x="3623400" y="912960"/>
                    <a:chExt cx="101520" cy="312480"/>
                  </a:xfrm>
                </p:grpSpPr>
                <p:sp>
                  <p:nvSpPr>
                    <p:cNvPr id="158" name=""/>
                    <p:cNvSpPr/>
                    <p:nvPr/>
                  </p:nvSpPr>
                  <p:spPr>
                    <a:xfrm>
                      <a:off x="36234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59" name=""/>
                    <p:cNvSpPr/>
                    <p:nvPr/>
                  </p:nvSpPr>
                  <p:spPr>
                    <a:xfrm>
                      <a:off x="369324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60" name=""/>
                    <p:cNvSpPr/>
                    <p:nvPr/>
                  </p:nvSpPr>
                  <p:spPr>
                    <a:xfrm>
                      <a:off x="36313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61" name=""/>
                  <p:cNvGrpSpPr/>
                  <p:nvPr/>
                </p:nvGrpSpPr>
                <p:grpSpPr>
                  <a:xfrm>
                    <a:off x="3729600" y="912960"/>
                    <a:ext cx="101880" cy="312480"/>
                    <a:chOff x="3729600" y="912960"/>
                    <a:chExt cx="101880" cy="312480"/>
                  </a:xfrm>
                </p:grpSpPr>
                <p:sp>
                  <p:nvSpPr>
                    <p:cNvPr id="162" name=""/>
                    <p:cNvSpPr/>
                    <p:nvPr/>
                  </p:nvSpPr>
                  <p:spPr>
                    <a:xfrm>
                      <a:off x="372960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63" name=""/>
                    <p:cNvSpPr/>
                    <p:nvPr/>
                  </p:nvSpPr>
                  <p:spPr>
                    <a:xfrm>
                      <a:off x="3799440" y="1004760"/>
                      <a:ext cx="32040" cy="21276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64" name=""/>
                    <p:cNvSpPr/>
                    <p:nvPr/>
                  </p:nvSpPr>
                  <p:spPr>
                    <a:xfrm>
                      <a:off x="37375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65" name=""/>
                  <p:cNvGrpSpPr/>
                  <p:nvPr/>
                </p:nvGrpSpPr>
                <p:grpSpPr>
                  <a:xfrm>
                    <a:off x="3837600" y="912960"/>
                    <a:ext cx="101880" cy="312480"/>
                    <a:chOff x="3837600" y="912960"/>
                    <a:chExt cx="101880" cy="312480"/>
                  </a:xfrm>
                </p:grpSpPr>
                <p:sp>
                  <p:nvSpPr>
                    <p:cNvPr id="166" name=""/>
                    <p:cNvSpPr/>
                    <p:nvPr/>
                  </p:nvSpPr>
                  <p:spPr>
                    <a:xfrm>
                      <a:off x="383760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67" name=""/>
                    <p:cNvSpPr/>
                    <p:nvPr/>
                  </p:nvSpPr>
                  <p:spPr>
                    <a:xfrm>
                      <a:off x="39060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68" name=""/>
                    <p:cNvSpPr/>
                    <p:nvPr/>
                  </p:nvSpPr>
                  <p:spPr>
                    <a:xfrm>
                      <a:off x="38455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69" name=""/>
                  <p:cNvGrpSpPr/>
                  <p:nvPr/>
                </p:nvGrpSpPr>
                <p:grpSpPr>
                  <a:xfrm>
                    <a:off x="3947400" y="912960"/>
                    <a:ext cx="101520" cy="312480"/>
                    <a:chOff x="3947400" y="912960"/>
                    <a:chExt cx="101520" cy="312480"/>
                  </a:xfrm>
                </p:grpSpPr>
                <p:sp>
                  <p:nvSpPr>
                    <p:cNvPr id="170" name=""/>
                    <p:cNvSpPr/>
                    <p:nvPr/>
                  </p:nvSpPr>
                  <p:spPr>
                    <a:xfrm>
                      <a:off x="394740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71" name=""/>
                    <p:cNvSpPr/>
                    <p:nvPr/>
                  </p:nvSpPr>
                  <p:spPr>
                    <a:xfrm>
                      <a:off x="401544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72" name=""/>
                    <p:cNvSpPr/>
                    <p:nvPr/>
                  </p:nvSpPr>
                  <p:spPr>
                    <a:xfrm>
                      <a:off x="395352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173" name=""/>
                <p:cNvGrpSpPr/>
                <p:nvPr/>
              </p:nvGrpSpPr>
              <p:grpSpPr>
                <a:xfrm>
                  <a:off x="3517200" y="1246320"/>
                  <a:ext cx="531720" cy="312120"/>
                  <a:chOff x="3517200" y="1246320"/>
                  <a:chExt cx="531720" cy="312120"/>
                </a:xfrm>
              </p:grpSpPr>
              <p:grpSp>
                <p:nvGrpSpPr>
                  <p:cNvPr id="174" name=""/>
                  <p:cNvGrpSpPr/>
                  <p:nvPr/>
                </p:nvGrpSpPr>
                <p:grpSpPr>
                  <a:xfrm>
                    <a:off x="3517200" y="1246320"/>
                    <a:ext cx="101520" cy="312120"/>
                    <a:chOff x="3517200" y="1246320"/>
                    <a:chExt cx="101520" cy="312120"/>
                  </a:xfrm>
                </p:grpSpPr>
                <p:sp>
                  <p:nvSpPr>
                    <p:cNvPr id="175" name=""/>
                    <p:cNvSpPr/>
                    <p:nvPr/>
                  </p:nvSpPr>
                  <p:spPr>
                    <a:xfrm flipV="1">
                      <a:off x="35172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76" name=""/>
                    <p:cNvSpPr/>
                    <p:nvPr/>
                  </p:nvSpPr>
                  <p:spPr>
                    <a:xfrm flipV="1">
                      <a:off x="358524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77" name=""/>
                    <p:cNvSpPr/>
                    <p:nvPr/>
                  </p:nvSpPr>
                  <p:spPr>
                    <a:xfrm flipV="1">
                      <a:off x="352512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78" name=""/>
                  <p:cNvGrpSpPr/>
                  <p:nvPr/>
                </p:nvGrpSpPr>
                <p:grpSpPr>
                  <a:xfrm>
                    <a:off x="3623400" y="1246320"/>
                    <a:ext cx="101520" cy="312120"/>
                    <a:chOff x="3623400" y="1246320"/>
                    <a:chExt cx="101520" cy="312120"/>
                  </a:xfrm>
                </p:grpSpPr>
                <p:sp>
                  <p:nvSpPr>
                    <p:cNvPr id="179" name=""/>
                    <p:cNvSpPr/>
                    <p:nvPr/>
                  </p:nvSpPr>
                  <p:spPr>
                    <a:xfrm flipV="1">
                      <a:off x="36234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0" name=""/>
                    <p:cNvSpPr/>
                    <p:nvPr/>
                  </p:nvSpPr>
                  <p:spPr>
                    <a:xfrm flipV="1">
                      <a:off x="369324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1" name=""/>
                    <p:cNvSpPr/>
                    <p:nvPr/>
                  </p:nvSpPr>
                  <p:spPr>
                    <a:xfrm flipV="1">
                      <a:off x="36313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82" name=""/>
                  <p:cNvGrpSpPr/>
                  <p:nvPr/>
                </p:nvGrpSpPr>
                <p:grpSpPr>
                  <a:xfrm>
                    <a:off x="3729600" y="1246320"/>
                    <a:ext cx="101880" cy="312120"/>
                    <a:chOff x="3729600" y="1246320"/>
                    <a:chExt cx="101880" cy="312120"/>
                  </a:xfrm>
                </p:grpSpPr>
                <p:sp>
                  <p:nvSpPr>
                    <p:cNvPr id="183" name=""/>
                    <p:cNvSpPr/>
                    <p:nvPr/>
                  </p:nvSpPr>
                  <p:spPr>
                    <a:xfrm flipV="1">
                      <a:off x="372960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4" name=""/>
                    <p:cNvSpPr/>
                    <p:nvPr/>
                  </p:nvSpPr>
                  <p:spPr>
                    <a:xfrm flipV="1">
                      <a:off x="3799440" y="1254240"/>
                      <a:ext cx="32040" cy="20952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5" name=""/>
                    <p:cNvSpPr/>
                    <p:nvPr/>
                  </p:nvSpPr>
                  <p:spPr>
                    <a:xfrm flipV="1">
                      <a:off x="37375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86" name=""/>
                  <p:cNvGrpSpPr/>
                  <p:nvPr/>
                </p:nvGrpSpPr>
                <p:grpSpPr>
                  <a:xfrm>
                    <a:off x="3837600" y="1246320"/>
                    <a:ext cx="101880" cy="312120"/>
                    <a:chOff x="3837600" y="1246320"/>
                    <a:chExt cx="101880" cy="312120"/>
                  </a:xfrm>
                </p:grpSpPr>
                <p:sp>
                  <p:nvSpPr>
                    <p:cNvPr id="187" name=""/>
                    <p:cNvSpPr/>
                    <p:nvPr/>
                  </p:nvSpPr>
                  <p:spPr>
                    <a:xfrm flipV="1">
                      <a:off x="383760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8" name=""/>
                    <p:cNvSpPr/>
                    <p:nvPr/>
                  </p:nvSpPr>
                  <p:spPr>
                    <a:xfrm flipV="1">
                      <a:off x="39060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89" name=""/>
                    <p:cNvSpPr/>
                    <p:nvPr/>
                  </p:nvSpPr>
                  <p:spPr>
                    <a:xfrm flipV="1">
                      <a:off x="38455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90" name=""/>
                  <p:cNvGrpSpPr/>
                  <p:nvPr/>
                </p:nvGrpSpPr>
                <p:grpSpPr>
                  <a:xfrm>
                    <a:off x="3947400" y="1246320"/>
                    <a:ext cx="101520" cy="312120"/>
                    <a:chOff x="3947400" y="1246320"/>
                    <a:chExt cx="101520" cy="312120"/>
                  </a:xfrm>
                </p:grpSpPr>
                <p:sp>
                  <p:nvSpPr>
                    <p:cNvPr id="191" name=""/>
                    <p:cNvSpPr/>
                    <p:nvPr/>
                  </p:nvSpPr>
                  <p:spPr>
                    <a:xfrm flipV="1">
                      <a:off x="394740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2" name=""/>
                    <p:cNvSpPr/>
                    <p:nvPr/>
                  </p:nvSpPr>
                  <p:spPr>
                    <a:xfrm flipV="1">
                      <a:off x="401544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3" name=""/>
                    <p:cNvSpPr/>
                    <p:nvPr/>
                  </p:nvSpPr>
                  <p:spPr>
                    <a:xfrm flipV="1">
                      <a:off x="395352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94" name=""/>
              <p:cNvGrpSpPr/>
              <p:nvPr/>
            </p:nvGrpSpPr>
            <p:grpSpPr>
              <a:xfrm>
                <a:off x="4061520" y="912960"/>
                <a:ext cx="531720" cy="645480"/>
                <a:chOff x="4061520" y="912960"/>
                <a:chExt cx="531720" cy="645480"/>
              </a:xfrm>
            </p:grpSpPr>
            <p:grpSp>
              <p:nvGrpSpPr>
                <p:cNvPr id="195" name=""/>
                <p:cNvGrpSpPr/>
                <p:nvPr/>
              </p:nvGrpSpPr>
              <p:grpSpPr>
                <a:xfrm>
                  <a:off x="4061520" y="912960"/>
                  <a:ext cx="531720" cy="312480"/>
                  <a:chOff x="4061520" y="912960"/>
                  <a:chExt cx="531720" cy="312480"/>
                </a:xfrm>
              </p:grpSpPr>
              <p:grpSp>
                <p:nvGrpSpPr>
                  <p:cNvPr id="196" name=""/>
                  <p:cNvGrpSpPr/>
                  <p:nvPr/>
                </p:nvGrpSpPr>
                <p:grpSpPr>
                  <a:xfrm>
                    <a:off x="4061520" y="912960"/>
                    <a:ext cx="101520" cy="312480"/>
                    <a:chOff x="4061520" y="912960"/>
                    <a:chExt cx="101520" cy="312480"/>
                  </a:xfrm>
                </p:grpSpPr>
                <p:sp>
                  <p:nvSpPr>
                    <p:cNvPr id="197" name=""/>
                    <p:cNvSpPr/>
                    <p:nvPr/>
                  </p:nvSpPr>
                  <p:spPr>
                    <a:xfrm>
                      <a:off x="406152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8" name=""/>
                    <p:cNvSpPr/>
                    <p:nvPr/>
                  </p:nvSpPr>
                  <p:spPr>
                    <a:xfrm>
                      <a:off x="41313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99" name=""/>
                    <p:cNvSpPr/>
                    <p:nvPr/>
                  </p:nvSpPr>
                  <p:spPr>
                    <a:xfrm>
                      <a:off x="406944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00" name=""/>
                  <p:cNvGrpSpPr/>
                  <p:nvPr/>
                </p:nvGrpSpPr>
                <p:grpSpPr>
                  <a:xfrm>
                    <a:off x="4169520" y="912960"/>
                    <a:ext cx="101520" cy="312480"/>
                    <a:chOff x="4169520" y="912960"/>
                    <a:chExt cx="101520" cy="312480"/>
                  </a:xfrm>
                </p:grpSpPr>
                <p:sp>
                  <p:nvSpPr>
                    <p:cNvPr id="201" name=""/>
                    <p:cNvSpPr/>
                    <p:nvPr/>
                  </p:nvSpPr>
                  <p:spPr>
                    <a:xfrm>
                      <a:off x="416952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2" name=""/>
                    <p:cNvSpPr/>
                    <p:nvPr/>
                  </p:nvSpPr>
                  <p:spPr>
                    <a:xfrm>
                      <a:off x="42393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3" name=""/>
                    <p:cNvSpPr/>
                    <p:nvPr/>
                  </p:nvSpPr>
                  <p:spPr>
                    <a:xfrm>
                      <a:off x="417744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04" name=""/>
                  <p:cNvGrpSpPr/>
                  <p:nvPr/>
                </p:nvGrpSpPr>
                <p:grpSpPr>
                  <a:xfrm>
                    <a:off x="4278960" y="912960"/>
                    <a:ext cx="101520" cy="312480"/>
                    <a:chOff x="4278960" y="912960"/>
                    <a:chExt cx="101520" cy="312480"/>
                  </a:xfrm>
                </p:grpSpPr>
                <p:sp>
                  <p:nvSpPr>
                    <p:cNvPr id="205" name=""/>
                    <p:cNvSpPr/>
                    <p:nvPr/>
                  </p:nvSpPr>
                  <p:spPr>
                    <a:xfrm>
                      <a:off x="42789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6" name=""/>
                    <p:cNvSpPr/>
                    <p:nvPr/>
                  </p:nvSpPr>
                  <p:spPr>
                    <a:xfrm>
                      <a:off x="43473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07" name=""/>
                    <p:cNvSpPr/>
                    <p:nvPr/>
                  </p:nvSpPr>
                  <p:spPr>
                    <a:xfrm>
                      <a:off x="428544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08" name=""/>
                  <p:cNvGrpSpPr/>
                  <p:nvPr/>
                </p:nvGrpSpPr>
                <p:grpSpPr>
                  <a:xfrm>
                    <a:off x="4383720" y="912960"/>
                    <a:ext cx="101520" cy="312480"/>
                    <a:chOff x="4383720" y="912960"/>
                    <a:chExt cx="101520" cy="312480"/>
                  </a:xfrm>
                </p:grpSpPr>
                <p:sp>
                  <p:nvSpPr>
                    <p:cNvPr id="209" name=""/>
                    <p:cNvSpPr/>
                    <p:nvPr/>
                  </p:nvSpPr>
                  <p:spPr>
                    <a:xfrm>
                      <a:off x="438372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0" name=""/>
                    <p:cNvSpPr/>
                    <p:nvPr/>
                  </p:nvSpPr>
                  <p:spPr>
                    <a:xfrm>
                      <a:off x="44535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1" name=""/>
                    <p:cNvSpPr/>
                    <p:nvPr/>
                  </p:nvSpPr>
                  <p:spPr>
                    <a:xfrm>
                      <a:off x="439164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12" name=""/>
                  <p:cNvGrpSpPr/>
                  <p:nvPr/>
                </p:nvGrpSpPr>
                <p:grpSpPr>
                  <a:xfrm>
                    <a:off x="4491720" y="912960"/>
                    <a:ext cx="101520" cy="312480"/>
                    <a:chOff x="4491720" y="912960"/>
                    <a:chExt cx="101520" cy="312480"/>
                  </a:xfrm>
                </p:grpSpPr>
                <p:sp>
                  <p:nvSpPr>
                    <p:cNvPr id="213" name=""/>
                    <p:cNvSpPr/>
                    <p:nvPr/>
                  </p:nvSpPr>
                  <p:spPr>
                    <a:xfrm>
                      <a:off x="449172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4" name=""/>
                    <p:cNvSpPr/>
                    <p:nvPr/>
                  </p:nvSpPr>
                  <p:spPr>
                    <a:xfrm>
                      <a:off x="45615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5" name=""/>
                    <p:cNvSpPr/>
                    <p:nvPr/>
                  </p:nvSpPr>
                  <p:spPr>
                    <a:xfrm>
                      <a:off x="449964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216" name=""/>
                <p:cNvGrpSpPr/>
                <p:nvPr/>
              </p:nvGrpSpPr>
              <p:grpSpPr>
                <a:xfrm>
                  <a:off x="4061520" y="1246320"/>
                  <a:ext cx="531720" cy="312120"/>
                  <a:chOff x="4061520" y="1246320"/>
                  <a:chExt cx="531720" cy="312120"/>
                </a:xfrm>
              </p:grpSpPr>
              <p:grpSp>
                <p:nvGrpSpPr>
                  <p:cNvPr id="217" name=""/>
                  <p:cNvGrpSpPr/>
                  <p:nvPr/>
                </p:nvGrpSpPr>
                <p:grpSpPr>
                  <a:xfrm>
                    <a:off x="4061520" y="1246320"/>
                    <a:ext cx="101520" cy="312120"/>
                    <a:chOff x="4061520" y="1246320"/>
                    <a:chExt cx="101520" cy="312120"/>
                  </a:xfrm>
                </p:grpSpPr>
                <p:sp>
                  <p:nvSpPr>
                    <p:cNvPr id="218" name=""/>
                    <p:cNvSpPr/>
                    <p:nvPr/>
                  </p:nvSpPr>
                  <p:spPr>
                    <a:xfrm flipV="1">
                      <a:off x="406152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19" name=""/>
                    <p:cNvSpPr/>
                    <p:nvPr/>
                  </p:nvSpPr>
                  <p:spPr>
                    <a:xfrm flipV="1">
                      <a:off x="41313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20" name=""/>
                    <p:cNvSpPr/>
                    <p:nvPr/>
                  </p:nvSpPr>
                  <p:spPr>
                    <a:xfrm flipV="1">
                      <a:off x="406944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21" name=""/>
                  <p:cNvGrpSpPr/>
                  <p:nvPr/>
                </p:nvGrpSpPr>
                <p:grpSpPr>
                  <a:xfrm>
                    <a:off x="4169520" y="1246320"/>
                    <a:ext cx="101520" cy="312120"/>
                    <a:chOff x="4169520" y="1246320"/>
                    <a:chExt cx="101520" cy="312120"/>
                  </a:xfrm>
                </p:grpSpPr>
                <p:sp>
                  <p:nvSpPr>
                    <p:cNvPr id="222" name=""/>
                    <p:cNvSpPr/>
                    <p:nvPr/>
                  </p:nvSpPr>
                  <p:spPr>
                    <a:xfrm flipV="1">
                      <a:off x="416952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23" name=""/>
                    <p:cNvSpPr/>
                    <p:nvPr/>
                  </p:nvSpPr>
                  <p:spPr>
                    <a:xfrm flipV="1">
                      <a:off x="42393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24" name=""/>
                    <p:cNvSpPr/>
                    <p:nvPr/>
                  </p:nvSpPr>
                  <p:spPr>
                    <a:xfrm flipV="1">
                      <a:off x="417744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25" name=""/>
                  <p:cNvGrpSpPr/>
                  <p:nvPr/>
                </p:nvGrpSpPr>
                <p:grpSpPr>
                  <a:xfrm>
                    <a:off x="4278960" y="1246320"/>
                    <a:ext cx="101520" cy="312120"/>
                    <a:chOff x="4278960" y="1246320"/>
                    <a:chExt cx="101520" cy="312120"/>
                  </a:xfrm>
                </p:grpSpPr>
                <p:sp>
                  <p:nvSpPr>
                    <p:cNvPr id="226" name=""/>
                    <p:cNvSpPr/>
                    <p:nvPr/>
                  </p:nvSpPr>
                  <p:spPr>
                    <a:xfrm flipV="1">
                      <a:off x="42789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27" name=""/>
                    <p:cNvSpPr/>
                    <p:nvPr/>
                  </p:nvSpPr>
                  <p:spPr>
                    <a:xfrm flipV="1">
                      <a:off x="43473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28" name=""/>
                    <p:cNvSpPr/>
                    <p:nvPr/>
                  </p:nvSpPr>
                  <p:spPr>
                    <a:xfrm flipV="1">
                      <a:off x="428544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29" name=""/>
                  <p:cNvGrpSpPr/>
                  <p:nvPr/>
                </p:nvGrpSpPr>
                <p:grpSpPr>
                  <a:xfrm>
                    <a:off x="4383720" y="1246320"/>
                    <a:ext cx="101520" cy="312120"/>
                    <a:chOff x="4383720" y="1246320"/>
                    <a:chExt cx="101520" cy="312120"/>
                  </a:xfrm>
                </p:grpSpPr>
                <p:sp>
                  <p:nvSpPr>
                    <p:cNvPr id="230" name=""/>
                    <p:cNvSpPr/>
                    <p:nvPr/>
                  </p:nvSpPr>
                  <p:spPr>
                    <a:xfrm flipV="1">
                      <a:off x="438372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1" name=""/>
                    <p:cNvSpPr/>
                    <p:nvPr/>
                  </p:nvSpPr>
                  <p:spPr>
                    <a:xfrm flipV="1">
                      <a:off x="44535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2" name=""/>
                    <p:cNvSpPr/>
                    <p:nvPr/>
                  </p:nvSpPr>
                  <p:spPr>
                    <a:xfrm flipV="1">
                      <a:off x="439164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33" name=""/>
                  <p:cNvGrpSpPr/>
                  <p:nvPr/>
                </p:nvGrpSpPr>
                <p:grpSpPr>
                  <a:xfrm>
                    <a:off x="4491720" y="1246320"/>
                    <a:ext cx="101520" cy="312120"/>
                    <a:chOff x="4491720" y="1246320"/>
                    <a:chExt cx="101520" cy="312120"/>
                  </a:xfrm>
                </p:grpSpPr>
                <p:sp>
                  <p:nvSpPr>
                    <p:cNvPr id="234" name=""/>
                    <p:cNvSpPr/>
                    <p:nvPr/>
                  </p:nvSpPr>
                  <p:spPr>
                    <a:xfrm flipV="1">
                      <a:off x="449172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5" name=""/>
                    <p:cNvSpPr/>
                    <p:nvPr/>
                  </p:nvSpPr>
                  <p:spPr>
                    <a:xfrm flipV="1">
                      <a:off x="45615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36" name=""/>
                    <p:cNvSpPr/>
                    <p:nvPr/>
                  </p:nvSpPr>
                  <p:spPr>
                    <a:xfrm flipV="1">
                      <a:off x="449964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237" name=""/>
            <p:cNvGrpSpPr/>
            <p:nvPr/>
          </p:nvGrpSpPr>
          <p:grpSpPr>
            <a:xfrm>
              <a:off x="5531760" y="912960"/>
              <a:ext cx="1078200" cy="645480"/>
              <a:chOff x="5531760" y="912960"/>
              <a:chExt cx="1078200" cy="645480"/>
            </a:xfrm>
          </p:grpSpPr>
          <p:grpSp>
            <p:nvGrpSpPr>
              <p:cNvPr id="238" name=""/>
              <p:cNvGrpSpPr/>
              <p:nvPr/>
            </p:nvGrpSpPr>
            <p:grpSpPr>
              <a:xfrm>
                <a:off x="5531760" y="912960"/>
                <a:ext cx="533520" cy="645480"/>
                <a:chOff x="5531760" y="912960"/>
                <a:chExt cx="533520" cy="645480"/>
              </a:xfrm>
            </p:grpSpPr>
            <p:grpSp>
              <p:nvGrpSpPr>
                <p:cNvPr id="239" name=""/>
                <p:cNvGrpSpPr/>
                <p:nvPr/>
              </p:nvGrpSpPr>
              <p:grpSpPr>
                <a:xfrm>
                  <a:off x="5531760" y="912960"/>
                  <a:ext cx="533520" cy="312480"/>
                  <a:chOff x="5531760" y="912960"/>
                  <a:chExt cx="533520" cy="312480"/>
                </a:xfrm>
              </p:grpSpPr>
              <p:grpSp>
                <p:nvGrpSpPr>
                  <p:cNvPr id="240" name=""/>
                  <p:cNvGrpSpPr/>
                  <p:nvPr/>
                </p:nvGrpSpPr>
                <p:grpSpPr>
                  <a:xfrm>
                    <a:off x="5531760" y="912960"/>
                    <a:ext cx="101880" cy="312480"/>
                    <a:chOff x="5531760" y="912960"/>
                    <a:chExt cx="101880" cy="312480"/>
                  </a:xfrm>
                </p:grpSpPr>
                <p:sp>
                  <p:nvSpPr>
                    <p:cNvPr id="241" name=""/>
                    <p:cNvSpPr/>
                    <p:nvPr/>
                  </p:nvSpPr>
                  <p:spPr>
                    <a:xfrm>
                      <a:off x="553176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2" name=""/>
                    <p:cNvSpPr/>
                    <p:nvPr/>
                  </p:nvSpPr>
                  <p:spPr>
                    <a:xfrm>
                      <a:off x="560196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3" name=""/>
                    <p:cNvSpPr/>
                    <p:nvPr/>
                  </p:nvSpPr>
                  <p:spPr>
                    <a:xfrm>
                      <a:off x="554004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44" name=""/>
                  <p:cNvGrpSpPr/>
                  <p:nvPr/>
                </p:nvGrpSpPr>
                <p:grpSpPr>
                  <a:xfrm>
                    <a:off x="5639760" y="912960"/>
                    <a:ext cx="101880" cy="312480"/>
                    <a:chOff x="5639760" y="912960"/>
                    <a:chExt cx="101880" cy="312480"/>
                  </a:xfrm>
                </p:grpSpPr>
                <p:sp>
                  <p:nvSpPr>
                    <p:cNvPr id="245" name=""/>
                    <p:cNvSpPr/>
                    <p:nvPr/>
                  </p:nvSpPr>
                  <p:spPr>
                    <a:xfrm>
                      <a:off x="563976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6" name=""/>
                    <p:cNvSpPr/>
                    <p:nvPr/>
                  </p:nvSpPr>
                  <p:spPr>
                    <a:xfrm>
                      <a:off x="5709600" y="1004760"/>
                      <a:ext cx="32040" cy="21276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47" name=""/>
                    <p:cNvSpPr/>
                    <p:nvPr/>
                  </p:nvSpPr>
                  <p:spPr>
                    <a:xfrm>
                      <a:off x="564768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48" name=""/>
                  <p:cNvGrpSpPr/>
                  <p:nvPr/>
                </p:nvGrpSpPr>
                <p:grpSpPr>
                  <a:xfrm>
                    <a:off x="5747760" y="912960"/>
                    <a:ext cx="101520" cy="312480"/>
                    <a:chOff x="5747760" y="912960"/>
                    <a:chExt cx="101520" cy="312480"/>
                  </a:xfrm>
                </p:grpSpPr>
                <p:sp>
                  <p:nvSpPr>
                    <p:cNvPr id="249" name=""/>
                    <p:cNvSpPr/>
                    <p:nvPr/>
                  </p:nvSpPr>
                  <p:spPr>
                    <a:xfrm>
                      <a:off x="57477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0" name=""/>
                    <p:cNvSpPr/>
                    <p:nvPr/>
                  </p:nvSpPr>
                  <p:spPr>
                    <a:xfrm>
                      <a:off x="58176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1" name=""/>
                    <p:cNvSpPr/>
                    <p:nvPr/>
                  </p:nvSpPr>
                  <p:spPr>
                    <a:xfrm>
                      <a:off x="575568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52" name=""/>
                  <p:cNvGrpSpPr/>
                  <p:nvPr/>
                </p:nvGrpSpPr>
                <p:grpSpPr>
                  <a:xfrm>
                    <a:off x="5855760" y="912960"/>
                    <a:ext cx="101520" cy="312480"/>
                    <a:chOff x="5855760" y="912960"/>
                    <a:chExt cx="101520" cy="312480"/>
                  </a:xfrm>
                </p:grpSpPr>
                <p:sp>
                  <p:nvSpPr>
                    <p:cNvPr id="253" name=""/>
                    <p:cNvSpPr/>
                    <p:nvPr/>
                  </p:nvSpPr>
                  <p:spPr>
                    <a:xfrm>
                      <a:off x="58557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4" name=""/>
                    <p:cNvSpPr/>
                    <p:nvPr/>
                  </p:nvSpPr>
                  <p:spPr>
                    <a:xfrm>
                      <a:off x="59256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5" name=""/>
                    <p:cNvSpPr/>
                    <p:nvPr/>
                  </p:nvSpPr>
                  <p:spPr>
                    <a:xfrm>
                      <a:off x="586368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56" name=""/>
                  <p:cNvGrpSpPr/>
                  <p:nvPr/>
                </p:nvGrpSpPr>
                <p:grpSpPr>
                  <a:xfrm>
                    <a:off x="5963760" y="912960"/>
                    <a:ext cx="101520" cy="312480"/>
                    <a:chOff x="5963760" y="912960"/>
                    <a:chExt cx="101520" cy="312480"/>
                  </a:xfrm>
                </p:grpSpPr>
                <p:sp>
                  <p:nvSpPr>
                    <p:cNvPr id="257" name=""/>
                    <p:cNvSpPr/>
                    <p:nvPr/>
                  </p:nvSpPr>
                  <p:spPr>
                    <a:xfrm>
                      <a:off x="596376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8" name=""/>
                    <p:cNvSpPr/>
                    <p:nvPr/>
                  </p:nvSpPr>
                  <p:spPr>
                    <a:xfrm>
                      <a:off x="603360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59" name=""/>
                    <p:cNvSpPr/>
                    <p:nvPr/>
                  </p:nvSpPr>
                  <p:spPr>
                    <a:xfrm>
                      <a:off x="597168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260" name=""/>
                <p:cNvGrpSpPr/>
                <p:nvPr/>
              </p:nvGrpSpPr>
              <p:grpSpPr>
                <a:xfrm>
                  <a:off x="5531760" y="1246320"/>
                  <a:ext cx="533520" cy="312120"/>
                  <a:chOff x="5531760" y="1246320"/>
                  <a:chExt cx="533520" cy="312120"/>
                </a:xfrm>
              </p:grpSpPr>
              <p:grpSp>
                <p:nvGrpSpPr>
                  <p:cNvPr id="261" name=""/>
                  <p:cNvGrpSpPr/>
                  <p:nvPr/>
                </p:nvGrpSpPr>
                <p:grpSpPr>
                  <a:xfrm>
                    <a:off x="5531760" y="1246320"/>
                    <a:ext cx="101880" cy="312120"/>
                    <a:chOff x="5531760" y="1246320"/>
                    <a:chExt cx="101880" cy="312120"/>
                  </a:xfrm>
                </p:grpSpPr>
                <p:sp>
                  <p:nvSpPr>
                    <p:cNvPr id="262" name=""/>
                    <p:cNvSpPr/>
                    <p:nvPr/>
                  </p:nvSpPr>
                  <p:spPr>
                    <a:xfrm flipV="1">
                      <a:off x="553176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3" name=""/>
                    <p:cNvSpPr/>
                    <p:nvPr/>
                  </p:nvSpPr>
                  <p:spPr>
                    <a:xfrm flipV="1">
                      <a:off x="560196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4" name=""/>
                    <p:cNvSpPr/>
                    <p:nvPr/>
                  </p:nvSpPr>
                  <p:spPr>
                    <a:xfrm flipV="1">
                      <a:off x="554004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65" name=""/>
                  <p:cNvGrpSpPr/>
                  <p:nvPr/>
                </p:nvGrpSpPr>
                <p:grpSpPr>
                  <a:xfrm>
                    <a:off x="5639760" y="1246320"/>
                    <a:ext cx="101880" cy="312120"/>
                    <a:chOff x="5639760" y="1246320"/>
                    <a:chExt cx="101880" cy="312120"/>
                  </a:xfrm>
                </p:grpSpPr>
                <p:sp>
                  <p:nvSpPr>
                    <p:cNvPr id="266" name=""/>
                    <p:cNvSpPr/>
                    <p:nvPr/>
                  </p:nvSpPr>
                  <p:spPr>
                    <a:xfrm flipV="1">
                      <a:off x="563976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7" name=""/>
                    <p:cNvSpPr/>
                    <p:nvPr/>
                  </p:nvSpPr>
                  <p:spPr>
                    <a:xfrm flipV="1">
                      <a:off x="5709600" y="1254240"/>
                      <a:ext cx="32040" cy="20952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8" name=""/>
                    <p:cNvSpPr/>
                    <p:nvPr/>
                  </p:nvSpPr>
                  <p:spPr>
                    <a:xfrm flipV="1">
                      <a:off x="564768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69" name=""/>
                  <p:cNvGrpSpPr/>
                  <p:nvPr/>
                </p:nvGrpSpPr>
                <p:grpSpPr>
                  <a:xfrm>
                    <a:off x="5747760" y="1246320"/>
                    <a:ext cx="101520" cy="312120"/>
                    <a:chOff x="5747760" y="1246320"/>
                    <a:chExt cx="101520" cy="312120"/>
                  </a:xfrm>
                </p:grpSpPr>
                <p:sp>
                  <p:nvSpPr>
                    <p:cNvPr id="270" name=""/>
                    <p:cNvSpPr/>
                    <p:nvPr/>
                  </p:nvSpPr>
                  <p:spPr>
                    <a:xfrm flipV="1">
                      <a:off x="57477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1" name=""/>
                    <p:cNvSpPr/>
                    <p:nvPr/>
                  </p:nvSpPr>
                  <p:spPr>
                    <a:xfrm flipV="1">
                      <a:off x="58176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2" name=""/>
                    <p:cNvSpPr/>
                    <p:nvPr/>
                  </p:nvSpPr>
                  <p:spPr>
                    <a:xfrm flipV="1">
                      <a:off x="575568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73" name=""/>
                  <p:cNvGrpSpPr/>
                  <p:nvPr/>
                </p:nvGrpSpPr>
                <p:grpSpPr>
                  <a:xfrm>
                    <a:off x="5855760" y="1246320"/>
                    <a:ext cx="101520" cy="312120"/>
                    <a:chOff x="5855760" y="1246320"/>
                    <a:chExt cx="101520" cy="312120"/>
                  </a:xfrm>
                </p:grpSpPr>
                <p:sp>
                  <p:nvSpPr>
                    <p:cNvPr id="274" name=""/>
                    <p:cNvSpPr/>
                    <p:nvPr/>
                  </p:nvSpPr>
                  <p:spPr>
                    <a:xfrm flipV="1">
                      <a:off x="58557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5" name=""/>
                    <p:cNvSpPr/>
                    <p:nvPr/>
                  </p:nvSpPr>
                  <p:spPr>
                    <a:xfrm flipV="1">
                      <a:off x="59256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6" name=""/>
                    <p:cNvSpPr/>
                    <p:nvPr/>
                  </p:nvSpPr>
                  <p:spPr>
                    <a:xfrm flipV="1">
                      <a:off x="586368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77" name=""/>
                  <p:cNvGrpSpPr/>
                  <p:nvPr/>
                </p:nvGrpSpPr>
                <p:grpSpPr>
                  <a:xfrm>
                    <a:off x="5963760" y="1246320"/>
                    <a:ext cx="101520" cy="312120"/>
                    <a:chOff x="5963760" y="1246320"/>
                    <a:chExt cx="101520" cy="312120"/>
                  </a:xfrm>
                </p:grpSpPr>
                <p:sp>
                  <p:nvSpPr>
                    <p:cNvPr id="278" name=""/>
                    <p:cNvSpPr/>
                    <p:nvPr/>
                  </p:nvSpPr>
                  <p:spPr>
                    <a:xfrm flipV="1">
                      <a:off x="596376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79" name=""/>
                    <p:cNvSpPr/>
                    <p:nvPr/>
                  </p:nvSpPr>
                  <p:spPr>
                    <a:xfrm flipV="1">
                      <a:off x="603360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0" name=""/>
                    <p:cNvSpPr/>
                    <p:nvPr/>
                  </p:nvSpPr>
                  <p:spPr>
                    <a:xfrm flipV="1">
                      <a:off x="597168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81" name=""/>
              <p:cNvGrpSpPr/>
              <p:nvPr/>
            </p:nvGrpSpPr>
            <p:grpSpPr>
              <a:xfrm>
                <a:off x="6076440" y="912960"/>
                <a:ext cx="533520" cy="645480"/>
                <a:chOff x="6076440" y="912960"/>
                <a:chExt cx="533520" cy="645480"/>
              </a:xfrm>
            </p:grpSpPr>
            <p:grpSp>
              <p:nvGrpSpPr>
                <p:cNvPr id="282" name=""/>
                <p:cNvGrpSpPr/>
                <p:nvPr/>
              </p:nvGrpSpPr>
              <p:grpSpPr>
                <a:xfrm>
                  <a:off x="6076440" y="912960"/>
                  <a:ext cx="533520" cy="312480"/>
                  <a:chOff x="6076440" y="912960"/>
                  <a:chExt cx="533520" cy="312480"/>
                </a:xfrm>
              </p:grpSpPr>
              <p:grpSp>
                <p:nvGrpSpPr>
                  <p:cNvPr id="283" name=""/>
                  <p:cNvGrpSpPr/>
                  <p:nvPr/>
                </p:nvGrpSpPr>
                <p:grpSpPr>
                  <a:xfrm>
                    <a:off x="6076440" y="912960"/>
                    <a:ext cx="101520" cy="312480"/>
                    <a:chOff x="6076440" y="912960"/>
                    <a:chExt cx="101520" cy="312480"/>
                  </a:xfrm>
                </p:grpSpPr>
                <p:sp>
                  <p:nvSpPr>
                    <p:cNvPr id="284" name=""/>
                    <p:cNvSpPr/>
                    <p:nvPr/>
                  </p:nvSpPr>
                  <p:spPr>
                    <a:xfrm>
                      <a:off x="607644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5" name=""/>
                    <p:cNvSpPr/>
                    <p:nvPr/>
                  </p:nvSpPr>
                  <p:spPr>
                    <a:xfrm>
                      <a:off x="61462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6" name=""/>
                    <p:cNvSpPr/>
                    <p:nvPr/>
                  </p:nvSpPr>
                  <p:spPr>
                    <a:xfrm>
                      <a:off x="6085800" y="1012680"/>
                      <a:ext cx="25560" cy="21276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87" name=""/>
                  <p:cNvGrpSpPr/>
                  <p:nvPr/>
                </p:nvGrpSpPr>
                <p:grpSpPr>
                  <a:xfrm>
                    <a:off x="6184440" y="912960"/>
                    <a:ext cx="101520" cy="312480"/>
                    <a:chOff x="6184440" y="912960"/>
                    <a:chExt cx="101520" cy="312480"/>
                  </a:xfrm>
                </p:grpSpPr>
                <p:sp>
                  <p:nvSpPr>
                    <p:cNvPr id="288" name=""/>
                    <p:cNvSpPr/>
                    <p:nvPr/>
                  </p:nvSpPr>
                  <p:spPr>
                    <a:xfrm>
                      <a:off x="618444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89" name=""/>
                    <p:cNvSpPr/>
                    <p:nvPr/>
                  </p:nvSpPr>
                  <p:spPr>
                    <a:xfrm>
                      <a:off x="62542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0" name=""/>
                    <p:cNvSpPr/>
                    <p:nvPr/>
                  </p:nvSpPr>
                  <p:spPr>
                    <a:xfrm>
                      <a:off x="619236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91" name=""/>
                  <p:cNvGrpSpPr/>
                  <p:nvPr/>
                </p:nvGrpSpPr>
                <p:grpSpPr>
                  <a:xfrm>
                    <a:off x="6292440" y="912960"/>
                    <a:ext cx="101520" cy="312480"/>
                    <a:chOff x="6292440" y="912960"/>
                    <a:chExt cx="101520" cy="312480"/>
                  </a:xfrm>
                </p:grpSpPr>
                <p:sp>
                  <p:nvSpPr>
                    <p:cNvPr id="292" name=""/>
                    <p:cNvSpPr/>
                    <p:nvPr/>
                  </p:nvSpPr>
                  <p:spPr>
                    <a:xfrm>
                      <a:off x="629244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3" name=""/>
                    <p:cNvSpPr/>
                    <p:nvPr/>
                  </p:nvSpPr>
                  <p:spPr>
                    <a:xfrm>
                      <a:off x="63622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4" name=""/>
                    <p:cNvSpPr/>
                    <p:nvPr/>
                  </p:nvSpPr>
                  <p:spPr>
                    <a:xfrm>
                      <a:off x="630036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95" name=""/>
                  <p:cNvGrpSpPr/>
                  <p:nvPr/>
                </p:nvGrpSpPr>
                <p:grpSpPr>
                  <a:xfrm>
                    <a:off x="6400440" y="912960"/>
                    <a:ext cx="101520" cy="312480"/>
                    <a:chOff x="6400440" y="912960"/>
                    <a:chExt cx="101520" cy="312480"/>
                  </a:xfrm>
                </p:grpSpPr>
                <p:sp>
                  <p:nvSpPr>
                    <p:cNvPr id="296" name=""/>
                    <p:cNvSpPr/>
                    <p:nvPr/>
                  </p:nvSpPr>
                  <p:spPr>
                    <a:xfrm>
                      <a:off x="6400440" y="9129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7" name=""/>
                    <p:cNvSpPr/>
                    <p:nvPr/>
                  </p:nvSpPr>
                  <p:spPr>
                    <a:xfrm>
                      <a:off x="6470280" y="1004760"/>
                      <a:ext cx="31680" cy="21276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98" name=""/>
                    <p:cNvSpPr/>
                    <p:nvPr/>
                  </p:nvSpPr>
                  <p:spPr>
                    <a:xfrm>
                      <a:off x="640836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299" name=""/>
                  <p:cNvGrpSpPr/>
                  <p:nvPr/>
                </p:nvGrpSpPr>
                <p:grpSpPr>
                  <a:xfrm>
                    <a:off x="6508080" y="912960"/>
                    <a:ext cx="101880" cy="312480"/>
                    <a:chOff x="6508080" y="912960"/>
                    <a:chExt cx="101880" cy="312480"/>
                  </a:xfrm>
                </p:grpSpPr>
                <p:sp>
                  <p:nvSpPr>
                    <p:cNvPr id="300" name=""/>
                    <p:cNvSpPr/>
                    <p:nvPr/>
                  </p:nvSpPr>
                  <p:spPr>
                    <a:xfrm>
                      <a:off x="6508080" y="9129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1" name=""/>
                    <p:cNvSpPr/>
                    <p:nvPr/>
                  </p:nvSpPr>
                  <p:spPr>
                    <a:xfrm>
                      <a:off x="6577920" y="1004760"/>
                      <a:ext cx="32040" cy="21276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0 h 212760"/>
                        <a:gd name="textAreaBottom" fmla="*/ 213120 h 21276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2" name=""/>
                    <p:cNvSpPr/>
                    <p:nvPr/>
                  </p:nvSpPr>
                  <p:spPr>
                    <a:xfrm>
                      <a:off x="6516360" y="1012680"/>
                      <a:ext cx="25200" cy="21276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0 h 212760"/>
                        <a:gd name="textAreaBottom" fmla="*/ 213120 h 21276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303" name=""/>
                <p:cNvGrpSpPr/>
                <p:nvPr/>
              </p:nvGrpSpPr>
              <p:grpSpPr>
                <a:xfrm>
                  <a:off x="6076440" y="1246320"/>
                  <a:ext cx="533520" cy="312120"/>
                  <a:chOff x="6076440" y="1246320"/>
                  <a:chExt cx="533520" cy="312120"/>
                </a:xfrm>
              </p:grpSpPr>
              <p:grpSp>
                <p:nvGrpSpPr>
                  <p:cNvPr id="304" name=""/>
                  <p:cNvGrpSpPr/>
                  <p:nvPr/>
                </p:nvGrpSpPr>
                <p:grpSpPr>
                  <a:xfrm>
                    <a:off x="6076440" y="1246320"/>
                    <a:ext cx="101520" cy="312120"/>
                    <a:chOff x="6076440" y="1246320"/>
                    <a:chExt cx="101520" cy="312120"/>
                  </a:xfrm>
                </p:grpSpPr>
                <p:sp>
                  <p:nvSpPr>
                    <p:cNvPr id="305" name=""/>
                    <p:cNvSpPr/>
                    <p:nvPr/>
                  </p:nvSpPr>
                  <p:spPr>
                    <a:xfrm flipV="1">
                      <a:off x="607644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6" name=""/>
                    <p:cNvSpPr/>
                    <p:nvPr/>
                  </p:nvSpPr>
                  <p:spPr>
                    <a:xfrm flipV="1">
                      <a:off x="61462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07" name=""/>
                    <p:cNvSpPr/>
                    <p:nvPr/>
                  </p:nvSpPr>
                  <p:spPr>
                    <a:xfrm flipV="1">
                      <a:off x="6085800" y="1246320"/>
                      <a:ext cx="25560" cy="209520"/>
                    </a:xfrm>
                    <a:custGeom>
                      <a:avLst/>
                      <a:gdLst>
                        <a:gd name="textAreaLeft" fmla="*/ 0 w 25560"/>
                        <a:gd name="textAreaRight" fmla="*/ 25920 w 2556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08" name=""/>
                  <p:cNvGrpSpPr/>
                  <p:nvPr/>
                </p:nvGrpSpPr>
                <p:grpSpPr>
                  <a:xfrm>
                    <a:off x="6184440" y="1246320"/>
                    <a:ext cx="101520" cy="312120"/>
                    <a:chOff x="6184440" y="1246320"/>
                    <a:chExt cx="101520" cy="312120"/>
                  </a:xfrm>
                </p:grpSpPr>
                <p:sp>
                  <p:nvSpPr>
                    <p:cNvPr id="309" name=""/>
                    <p:cNvSpPr/>
                    <p:nvPr/>
                  </p:nvSpPr>
                  <p:spPr>
                    <a:xfrm flipV="1">
                      <a:off x="618444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0" name=""/>
                    <p:cNvSpPr/>
                    <p:nvPr/>
                  </p:nvSpPr>
                  <p:spPr>
                    <a:xfrm flipV="1">
                      <a:off x="62542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1" name=""/>
                    <p:cNvSpPr/>
                    <p:nvPr/>
                  </p:nvSpPr>
                  <p:spPr>
                    <a:xfrm flipV="1">
                      <a:off x="619236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12" name=""/>
                  <p:cNvGrpSpPr/>
                  <p:nvPr/>
                </p:nvGrpSpPr>
                <p:grpSpPr>
                  <a:xfrm>
                    <a:off x="6292440" y="1246320"/>
                    <a:ext cx="101520" cy="312120"/>
                    <a:chOff x="6292440" y="1246320"/>
                    <a:chExt cx="101520" cy="312120"/>
                  </a:xfrm>
                </p:grpSpPr>
                <p:sp>
                  <p:nvSpPr>
                    <p:cNvPr id="313" name=""/>
                    <p:cNvSpPr/>
                    <p:nvPr/>
                  </p:nvSpPr>
                  <p:spPr>
                    <a:xfrm flipV="1">
                      <a:off x="629244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4" name=""/>
                    <p:cNvSpPr/>
                    <p:nvPr/>
                  </p:nvSpPr>
                  <p:spPr>
                    <a:xfrm flipV="1">
                      <a:off x="63622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5" name=""/>
                    <p:cNvSpPr/>
                    <p:nvPr/>
                  </p:nvSpPr>
                  <p:spPr>
                    <a:xfrm flipV="1">
                      <a:off x="630036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16" name=""/>
                  <p:cNvGrpSpPr/>
                  <p:nvPr/>
                </p:nvGrpSpPr>
                <p:grpSpPr>
                  <a:xfrm>
                    <a:off x="6400440" y="1246320"/>
                    <a:ext cx="101520" cy="312120"/>
                    <a:chOff x="6400440" y="1246320"/>
                    <a:chExt cx="101520" cy="312120"/>
                  </a:xfrm>
                </p:grpSpPr>
                <p:sp>
                  <p:nvSpPr>
                    <p:cNvPr id="317" name=""/>
                    <p:cNvSpPr/>
                    <p:nvPr/>
                  </p:nvSpPr>
                  <p:spPr>
                    <a:xfrm flipV="1">
                      <a:off x="6400440" y="1469160"/>
                      <a:ext cx="10152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8" name=""/>
                    <p:cNvSpPr/>
                    <p:nvPr/>
                  </p:nvSpPr>
                  <p:spPr>
                    <a:xfrm flipV="1">
                      <a:off x="6470280" y="1254240"/>
                      <a:ext cx="31680" cy="209520"/>
                    </a:xfrm>
                    <a:custGeom>
                      <a:avLst/>
                      <a:gdLst>
                        <a:gd name="textAreaLeft" fmla="*/ 0 w 31680"/>
                        <a:gd name="textAreaRight" fmla="*/ 32040 w 3168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19" name=""/>
                    <p:cNvSpPr/>
                    <p:nvPr/>
                  </p:nvSpPr>
                  <p:spPr>
                    <a:xfrm flipV="1">
                      <a:off x="640836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320" name=""/>
                  <p:cNvGrpSpPr/>
                  <p:nvPr/>
                </p:nvGrpSpPr>
                <p:grpSpPr>
                  <a:xfrm>
                    <a:off x="6508080" y="1246320"/>
                    <a:ext cx="101880" cy="312120"/>
                    <a:chOff x="6508080" y="1246320"/>
                    <a:chExt cx="101880" cy="312120"/>
                  </a:xfrm>
                </p:grpSpPr>
                <p:sp>
                  <p:nvSpPr>
                    <p:cNvPr id="321" name=""/>
                    <p:cNvSpPr/>
                    <p:nvPr/>
                  </p:nvSpPr>
                  <p:spPr>
                    <a:xfrm flipV="1">
                      <a:off x="6508080" y="1469160"/>
                      <a:ext cx="101880" cy="889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33CC"/>
                        </a:gs>
                        <a:gs pos="100000">
                          <a:srgbClr val="7777DD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n w="9360">
                      <a:solidFill>
                        <a:srgbClr val="000000"/>
                      </a:solidFill>
                      <a:miter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16200" rIns="90000" bIns="162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2" name=""/>
                    <p:cNvSpPr/>
                    <p:nvPr/>
                  </p:nvSpPr>
                  <p:spPr>
                    <a:xfrm flipV="1">
                      <a:off x="6577920" y="1254240"/>
                      <a:ext cx="32040" cy="209520"/>
                    </a:xfrm>
                    <a:custGeom>
                      <a:avLst/>
                      <a:gdLst>
                        <a:gd name="textAreaLeft" fmla="*/ 0 w 32040"/>
                        <a:gd name="textAreaRight" fmla="*/ 32400 w 32040"/>
                        <a:gd name="textAreaTop" fmla="*/ 360 h 209520"/>
                        <a:gd name="textAreaBottom" fmla="*/ 210240 h 209520"/>
                        <a:gd name="GluePoint1X" fmla="*/ 0 w 34"/>
                        <a:gd name="GluePoint1Y" fmla="*/ 0 h 222"/>
                        <a:gd name="GluePoint2X" fmla="*/ 0 w 34"/>
                        <a:gd name="GluePoint2Y" fmla="*/ 222 h 22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34" h="222">
                          <a:moveTo>
                            <a:pt x="0" y="0"/>
                          </a:moveTo>
                          <a:cubicBezTo>
                            <a:pt x="9" y="69"/>
                            <a:pt x="34" y="154"/>
                            <a:pt x="0" y="222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323" name=""/>
                    <p:cNvSpPr/>
                    <p:nvPr/>
                  </p:nvSpPr>
                  <p:spPr>
                    <a:xfrm flipV="1">
                      <a:off x="6516360" y="1246320"/>
                      <a:ext cx="25200" cy="209520"/>
                    </a:xfrm>
                    <a:custGeom>
                      <a:avLst/>
                      <a:gdLst>
                        <a:gd name="textAreaLeft" fmla="*/ 0 w 25200"/>
                        <a:gd name="textAreaRight" fmla="*/ 25560 w 25200"/>
                        <a:gd name="textAreaTop" fmla="*/ 360 h 209520"/>
                        <a:gd name="textAreaBottom" fmla="*/ 210240 h 209520"/>
                        <a:gd name="GluePoint1X" fmla="*/ 29 w 29"/>
                        <a:gd name="GluePoint1Y" fmla="*/ 0 h 221"/>
                        <a:gd name="GluePoint2X" fmla="*/ 21 w 29"/>
                        <a:gd name="GluePoint2Y" fmla="*/ 221 h 221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</a:cxnLst>
                      <a:rect l="textAreaLeft" t="textAreaTop" r="textAreaRight" b="textAreaBottom"/>
                      <a:pathLst>
                        <a:path w="29" h="221">
                          <a:moveTo>
                            <a:pt x="29" y="0"/>
                          </a:moveTo>
                          <a:cubicBezTo>
                            <a:pt x="0" y="86"/>
                            <a:pt x="21" y="16"/>
                            <a:pt x="21" y="221"/>
                          </a:cubicBezTo>
                        </a:path>
                      </a:pathLst>
                    </a:custGeom>
                    <a:noFill/>
                    <a:ln w="9360">
                      <a:solidFill>
                        <a:srgbClr val="000000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6800" rIns="90000" bIns="468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324" name=""/>
            <p:cNvSpPr/>
            <p:nvPr/>
          </p:nvSpPr>
          <p:spPr>
            <a:xfrm>
              <a:off x="6629760" y="914400"/>
              <a:ext cx="137052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Resting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membrane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1234440" y="1057320"/>
              <a:ext cx="326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2347920" y="-95400"/>
              <a:ext cx="1391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</a:rPr>
                <a:t>Na channel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4591440" y="-95400"/>
              <a:ext cx="12312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Calibri"/>
                </a:rPr>
                <a:t>K channel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131760" y="-68400"/>
              <a:ext cx="1748160" cy="138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9" name=""/>
          <p:cNvGrpSpPr/>
          <p:nvPr/>
        </p:nvGrpSpPr>
        <p:grpSpPr>
          <a:xfrm>
            <a:off x="7804080" y="27000"/>
            <a:ext cx="1297800" cy="1248840"/>
            <a:chOff x="7804080" y="27000"/>
            <a:chExt cx="1297800" cy="1248840"/>
          </a:xfrm>
        </p:grpSpPr>
        <p:sp>
          <p:nvSpPr>
            <p:cNvPr id="330" name=""/>
            <p:cNvSpPr/>
            <p:nvPr/>
          </p:nvSpPr>
          <p:spPr>
            <a:xfrm>
              <a:off x="7804080" y="27000"/>
              <a:ext cx="1264680" cy="1171440"/>
            </a:xfrm>
            <a:prstGeom prst="roundRect">
              <a:avLst>
                <a:gd name="adj" fmla="val 10523"/>
              </a:avLst>
            </a:prstGeom>
            <a:solidFill>
              <a:srgbClr val="FFFFCC"/>
            </a:solidFill>
            <a:ln w="648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7845480" y="44280"/>
              <a:ext cx="1188360" cy="909720"/>
            </a:xfrm>
            <a:custGeom>
              <a:avLst/>
              <a:gdLst>
                <a:gd name="GluePoint1X" fmla="*/ 0 w 5180397"/>
                <a:gd name="GluePoint1Y" fmla="*/ 807561 h 2474181"/>
                <a:gd name="GluePoint2X" fmla="*/ 370977 w 5180397"/>
                <a:gd name="GluePoint2Y" fmla="*/ 801674 h 2474181"/>
                <a:gd name="GluePoint3X" fmla="*/ 462350 w 5180397"/>
                <a:gd name="GluePoint3Y" fmla="*/ 775180 h 2474181"/>
                <a:gd name="GluePoint4X" fmla="*/ 482452 w 5180397"/>
                <a:gd name="GluePoint4Y" fmla="*/ 636825 h 2474181"/>
                <a:gd name="GluePoint5X" fmla="*/ 487935 w 5180397"/>
                <a:gd name="GluePoint5Y" fmla="*/ 27475 h 2474181"/>
                <a:gd name="GluePoint6X" fmla="*/ 487935 w 5180397"/>
                <a:gd name="GluePoint6Y" fmla="*/ 27475 h 2474181"/>
                <a:gd name="GluePoint7X" fmla="*/ 495245 w 5180397"/>
                <a:gd name="GluePoint7Y" fmla="*/ 3925 h 2474181"/>
                <a:gd name="GluePoint8X" fmla="*/ 497072 w 5180397"/>
                <a:gd name="GluePoint8Y" fmla="*/ 3925 h 2474181"/>
                <a:gd name="GluePoint9X" fmla="*/ 498899 w 5180397"/>
                <a:gd name="GluePoint9Y" fmla="*/ 6869 h 2474181"/>
                <a:gd name="GluePoint10X" fmla="*/ 504382 w 5180397"/>
                <a:gd name="GluePoint10Y" fmla="*/ 27475 h 2474181"/>
                <a:gd name="GluePoint11X" fmla="*/ 515347 w 5180397"/>
                <a:gd name="GluePoint11Y" fmla="*/ 168773 h 2474181"/>
                <a:gd name="GluePoint12X" fmla="*/ 533621 w 5180397"/>
                <a:gd name="GluePoint12Y" fmla="*/ 410159 h 2474181"/>
                <a:gd name="GluePoint13X" fmla="*/ 548241 w 5180397"/>
                <a:gd name="GluePoint13Y" fmla="*/ 604444 h 2474181"/>
                <a:gd name="GluePoint14X" fmla="*/ 561034 w 5180397"/>
                <a:gd name="GluePoint14Y" fmla="*/ 784011 h 2474181"/>
                <a:gd name="GluePoint15X" fmla="*/ 571998 w 5180397"/>
                <a:gd name="GluePoint15Y" fmla="*/ 878211 h 2474181"/>
                <a:gd name="GluePoint16X" fmla="*/ 597583 w 5180397"/>
                <a:gd name="GluePoint16Y" fmla="*/ 910591 h 2474181"/>
                <a:gd name="GluePoint17X" fmla="*/ 628650 w 5180397"/>
                <a:gd name="GluePoint17Y" fmla="*/ 910591 h 2474181"/>
                <a:gd name="GluePoint18X" fmla="*/ 674336 w 5180397"/>
                <a:gd name="GluePoint18Y" fmla="*/ 881154 h 2474181"/>
                <a:gd name="GluePoint19X" fmla="*/ 714541 w 5180397"/>
                <a:gd name="GluePoint19Y" fmla="*/ 842886 h 2474181"/>
                <a:gd name="GluePoint20X" fmla="*/ 769262 w 5180397"/>
                <a:gd name="GluePoint20Y" fmla="*/ 797694 h 2474181"/>
                <a:gd name="GluePoint21X" fmla="*/ 826529 w 5180397"/>
                <a:gd name="GluePoint21Y" fmla="*/ 782694 h 2474181"/>
                <a:gd name="GluePoint22X" fmla="*/ 1190625 w 5180397"/>
                <a:gd name="GluePoint22Y" fmla="*/ 782694 h 24741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180397" h="2474181">
                  <a:moveTo>
                    <a:pt x="0" y="2181308"/>
                  </a:moveTo>
                  <a:lnTo>
                    <a:pt x="1614115" y="2165406"/>
                  </a:lnTo>
                  <a:cubicBezTo>
                    <a:pt x="1949395" y="2150829"/>
                    <a:pt x="1930842" y="2168056"/>
                    <a:pt x="2011680" y="2093844"/>
                  </a:cubicBezTo>
                  <a:cubicBezTo>
                    <a:pt x="2092518" y="2019632"/>
                    <a:pt x="2080591" y="2056738"/>
                    <a:pt x="2099144" y="1720133"/>
                  </a:cubicBezTo>
                  <a:cubicBezTo>
                    <a:pt x="2117697" y="1383528"/>
                    <a:pt x="2122998" y="74213"/>
                    <a:pt x="2122998" y="74213"/>
                  </a:cubicBezTo>
                  <a:lnTo>
                    <a:pt x="2122998" y="74213"/>
                  </a:lnTo>
                  <a:cubicBezTo>
                    <a:pt x="2128299" y="63611"/>
                    <a:pt x="2148178" y="21204"/>
                    <a:pt x="2154804" y="10602"/>
                  </a:cubicBezTo>
                  <a:cubicBezTo>
                    <a:pt x="2161430" y="0"/>
                    <a:pt x="2160105" y="9277"/>
                    <a:pt x="2162755" y="10602"/>
                  </a:cubicBezTo>
                  <a:cubicBezTo>
                    <a:pt x="2165405" y="11927"/>
                    <a:pt x="2165405" y="7952"/>
                    <a:pt x="2170706" y="18554"/>
                  </a:cubicBezTo>
                  <a:cubicBezTo>
                    <a:pt x="2176007" y="29156"/>
                    <a:pt x="2182633" y="1326"/>
                    <a:pt x="2194560" y="74213"/>
                  </a:cubicBezTo>
                  <a:cubicBezTo>
                    <a:pt x="2206487" y="147100"/>
                    <a:pt x="2221065" y="283597"/>
                    <a:pt x="2242268" y="455875"/>
                  </a:cubicBezTo>
                  <a:cubicBezTo>
                    <a:pt x="2263471" y="628153"/>
                    <a:pt x="2297927" y="911750"/>
                    <a:pt x="2321781" y="1107882"/>
                  </a:cubicBezTo>
                  <a:cubicBezTo>
                    <a:pt x="2345635" y="1304014"/>
                    <a:pt x="2365513" y="1464365"/>
                    <a:pt x="2385391" y="1632668"/>
                  </a:cubicBezTo>
                  <a:cubicBezTo>
                    <a:pt x="2405269" y="1800971"/>
                    <a:pt x="2423823" y="1994453"/>
                    <a:pt x="2441051" y="2117698"/>
                  </a:cubicBezTo>
                  <a:cubicBezTo>
                    <a:pt x="2458279" y="2240943"/>
                    <a:pt x="2462254" y="2315156"/>
                    <a:pt x="2488758" y="2372140"/>
                  </a:cubicBezTo>
                  <a:cubicBezTo>
                    <a:pt x="2515262" y="2429124"/>
                    <a:pt x="2558995" y="2445027"/>
                    <a:pt x="2600077" y="2459604"/>
                  </a:cubicBezTo>
                  <a:cubicBezTo>
                    <a:pt x="2641159" y="2474181"/>
                    <a:pt x="2679590" y="2472856"/>
                    <a:pt x="2735249" y="2459604"/>
                  </a:cubicBezTo>
                  <a:cubicBezTo>
                    <a:pt x="2790908" y="2446352"/>
                    <a:pt x="2871746" y="2410571"/>
                    <a:pt x="2934031" y="2380091"/>
                  </a:cubicBezTo>
                  <a:cubicBezTo>
                    <a:pt x="2996316" y="2349611"/>
                    <a:pt x="3040123" y="2314297"/>
                    <a:pt x="3108960" y="2276724"/>
                  </a:cubicBezTo>
                  <a:cubicBezTo>
                    <a:pt x="3177797" y="2239151"/>
                    <a:pt x="3266215" y="2185135"/>
                    <a:pt x="3347053" y="2154655"/>
                  </a:cubicBezTo>
                  <a:cubicBezTo>
                    <a:pt x="3475599" y="2100321"/>
                    <a:pt x="3516708" y="2134019"/>
                    <a:pt x="3596221" y="2114141"/>
                  </a:cubicBezTo>
                  <a:cubicBezTo>
                    <a:pt x="3883793" y="2096913"/>
                    <a:pt x="4533028" y="2133356"/>
                    <a:pt x="5180397" y="2114141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7847640" y="536400"/>
              <a:ext cx="310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"/>
            <p:cNvSpPr/>
            <p:nvPr/>
          </p:nvSpPr>
          <p:spPr>
            <a:xfrm>
              <a:off x="8075160" y="250920"/>
              <a:ext cx="312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B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8335800" y="368280"/>
              <a:ext cx="3088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8307000" y="938160"/>
              <a:ext cx="3286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8791560" y="525600"/>
              <a:ext cx="310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7" name=""/>
          <p:cNvGrpSpPr/>
          <p:nvPr/>
        </p:nvGrpSpPr>
        <p:grpSpPr>
          <a:xfrm>
            <a:off x="2544840" y="488880"/>
            <a:ext cx="911160" cy="663480"/>
            <a:chOff x="2544840" y="488880"/>
            <a:chExt cx="911160" cy="663480"/>
          </a:xfrm>
        </p:grpSpPr>
        <p:sp>
          <p:nvSpPr>
            <p:cNvPr id="338" name=""/>
            <p:cNvSpPr/>
            <p:nvPr/>
          </p:nvSpPr>
          <p:spPr>
            <a:xfrm>
              <a:off x="2544840" y="555480"/>
              <a:ext cx="911160" cy="596880"/>
            </a:xfrm>
            <a:custGeom>
              <a:avLst/>
              <a:gdLst/>
              <a:ahLst/>
              <a:rect l="l" t="t" r="r" b="b"/>
              <a:pathLst>
                <a:path w="2541" h="2861">
                  <a:moveTo>
                    <a:pt x="0" y="0"/>
                  </a:moveTo>
                  <a:cubicBezTo>
                    <a:pt x="1905" y="2860"/>
                    <a:pt x="2540" y="0"/>
                    <a:pt x="2540" y="0"/>
                  </a:cubicBezTo>
                </a:path>
              </a:pathLst>
            </a:custGeom>
            <a:noFill/>
            <a:ln w="183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2744640" y="488880"/>
              <a:ext cx="540000" cy="20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</a:rPr>
                <a:t>Na</a:t>
              </a:r>
              <a:r>
                <a:rPr lang="en-US" sz="1800" b="0" u="none" strike="noStrike" baseline="33000">
                  <a:solidFill>
                    <a:srgbClr val="FF0000"/>
                  </a:solidFill>
                  <a:effectLst/>
                  <a:uFillTx/>
                  <a:latin typeface="Comic Sans M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0" name=""/>
          <p:cNvGrpSpPr/>
          <p:nvPr/>
        </p:nvGrpSpPr>
        <p:grpSpPr>
          <a:xfrm>
            <a:off x="117000" y="1720800"/>
            <a:ext cx="8240040" cy="1860480"/>
            <a:chOff x="117000" y="1720800"/>
            <a:chExt cx="8240040" cy="1860480"/>
          </a:xfrm>
        </p:grpSpPr>
        <p:sp>
          <p:nvSpPr>
            <p:cNvPr id="341" name=""/>
            <p:cNvSpPr/>
            <p:nvPr/>
          </p:nvSpPr>
          <p:spPr>
            <a:xfrm>
              <a:off x="2743200" y="2057400"/>
              <a:ext cx="682560" cy="1368360"/>
            </a:xfrm>
            <a:custGeom>
              <a:avLst/>
              <a:gdLst/>
              <a:ahLst/>
              <a:rect l="l" t="t" r="r" b="b"/>
              <a:pathLst>
                <a:path w="1906" h="3811">
                  <a:moveTo>
                    <a:pt x="1905" y="0"/>
                  </a:moveTo>
                  <a:lnTo>
                    <a:pt x="876" y="2403"/>
                  </a:lnTo>
                  <a:lnTo>
                    <a:pt x="0" y="3810"/>
                  </a:lnTo>
                </a:path>
              </a:pathLst>
            </a:custGeom>
            <a:noFill/>
            <a:ln w="18360">
              <a:solidFill>
                <a:srgbClr val="F10D0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2" name=""/>
            <p:cNvGrpSpPr/>
            <p:nvPr/>
          </p:nvGrpSpPr>
          <p:grpSpPr>
            <a:xfrm>
              <a:off x="117000" y="1720800"/>
              <a:ext cx="8240040" cy="1860480"/>
              <a:chOff x="117000" y="1720800"/>
              <a:chExt cx="8240040" cy="1860480"/>
            </a:xfrm>
          </p:grpSpPr>
          <p:grpSp>
            <p:nvGrpSpPr>
              <p:cNvPr id="343" name=""/>
              <p:cNvGrpSpPr/>
              <p:nvPr/>
            </p:nvGrpSpPr>
            <p:grpSpPr>
              <a:xfrm>
                <a:off x="117000" y="1852560"/>
                <a:ext cx="8240040" cy="1728720"/>
                <a:chOff x="117000" y="1852560"/>
                <a:chExt cx="8240040" cy="1728720"/>
              </a:xfrm>
            </p:grpSpPr>
            <p:sp>
              <p:nvSpPr>
                <p:cNvPr id="344" name=""/>
                <p:cNvSpPr/>
                <p:nvPr/>
              </p:nvSpPr>
              <p:spPr>
                <a:xfrm>
                  <a:off x="2631960" y="2060640"/>
                  <a:ext cx="594000" cy="1154160"/>
                </a:xfrm>
                <a:custGeom>
                  <a:avLst/>
                  <a:gdLst>
                    <a:gd name="GluePoint1X" fmla="*/ 504063 w 600067"/>
                    <a:gd name="GluePoint1Y" fmla="*/ 36022 h 1159869"/>
                    <a:gd name="GluePoint2X" fmla="*/ 216027 w 600067"/>
                    <a:gd name="GluePoint2Y" fmla="*/ 324202 h 1159869"/>
                    <a:gd name="GluePoint3X" fmla="*/ 131199 w 600067"/>
                    <a:gd name="GluePoint3Y" fmla="*/ 384815 h 1159869"/>
                    <a:gd name="GluePoint4X" fmla="*/ 131199 w 600067"/>
                    <a:gd name="GluePoint4Y" fmla="*/ 265484 h 1159869"/>
                    <a:gd name="GluePoint5X" fmla="*/ 59636 w 600067"/>
                    <a:gd name="GluePoint5Y" fmla="*/ 257529 h 1159869"/>
                    <a:gd name="GluePoint6X" fmla="*/ 27830 w 600067"/>
                    <a:gd name="GluePoint6Y" fmla="*/ 289350 h 1159869"/>
                    <a:gd name="GluePoint7X" fmla="*/ 3976 w 600067"/>
                    <a:gd name="GluePoint7Y" fmla="*/ 384815 h 1159869"/>
                    <a:gd name="GluePoint8X" fmla="*/ 3976 w 600067"/>
                    <a:gd name="GluePoint8Y" fmla="*/ 496190 h 1159869"/>
                    <a:gd name="GluePoint9X" fmla="*/ 19878 w 600067"/>
                    <a:gd name="GluePoint9Y" fmla="*/ 599610 h 1159869"/>
                    <a:gd name="GluePoint10X" fmla="*/ 35781 w 600067"/>
                    <a:gd name="GluePoint10Y" fmla="*/ 742806 h 1159869"/>
                    <a:gd name="GluePoint11X" fmla="*/ 27830 w 600067"/>
                    <a:gd name="GluePoint11Y" fmla="*/ 925780 h 1159869"/>
                    <a:gd name="GluePoint12X" fmla="*/ 35781 w 600067"/>
                    <a:gd name="GluePoint12Y" fmla="*/ 1021245 h 1159869"/>
                    <a:gd name="GluePoint13X" fmla="*/ 59636 w 600067"/>
                    <a:gd name="GluePoint13Y" fmla="*/ 1140575 h 1159869"/>
                    <a:gd name="GluePoint14X" fmla="*/ 107344 w 600067"/>
                    <a:gd name="GluePoint14Y" fmla="*/ 1140575 h 1159869"/>
                    <a:gd name="GluePoint15X" fmla="*/ 170955 w 600067"/>
                    <a:gd name="GluePoint15Y" fmla="*/ 1124665 h 1159869"/>
                    <a:gd name="GluePoint16X" fmla="*/ 194810 w 600067"/>
                    <a:gd name="GluePoint16Y" fmla="*/ 1084887 h 1159869"/>
                    <a:gd name="GluePoint17X" fmla="*/ 210713 w 600067"/>
                    <a:gd name="GluePoint17Y" fmla="*/ 1037156 h 1159869"/>
                    <a:gd name="GluePoint18X" fmla="*/ 210713 w 600067"/>
                    <a:gd name="GluePoint18Y" fmla="*/ 893959 h 1159869"/>
                    <a:gd name="GluePoint19X" fmla="*/ 186858 w 600067"/>
                    <a:gd name="GluePoint19Y" fmla="*/ 742806 h 1159869"/>
                    <a:gd name="GluePoint20X" fmla="*/ 178906 w 600067"/>
                    <a:gd name="GluePoint20Y" fmla="*/ 599610 h 1159869"/>
                    <a:gd name="GluePoint21X" fmla="*/ 216027 w 600067"/>
                    <a:gd name="GluePoint21Y" fmla="*/ 468293 h 1159869"/>
                    <a:gd name="GluePoint22X" fmla="*/ 360045 w 600067"/>
                    <a:gd name="GluePoint22Y" fmla="*/ 324203 h 1159869"/>
                    <a:gd name="GluePoint23X" fmla="*/ 576072 w 600067"/>
                    <a:gd name="GluePoint23Y" fmla="*/ 108068 h 1159869"/>
                    <a:gd name="GluePoint24X" fmla="*/ 504063 w 600067"/>
                    <a:gd name="GluePoint24Y" fmla="*/ 36022 h 115986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l" t="t" r="r" b="b"/>
                  <a:pathLst>
                    <a:path w="600067" h="1159869">
                      <a:moveTo>
                        <a:pt x="504056" y="36004"/>
                      </a:moveTo>
                      <a:cubicBezTo>
                        <a:pt x="444049" y="72008"/>
                        <a:pt x="278167" y="265934"/>
                        <a:pt x="216024" y="324036"/>
                      </a:cubicBezTo>
                      <a:cubicBezTo>
                        <a:pt x="153881" y="382138"/>
                        <a:pt x="145335" y="394399"/>
                        <a:pt x="131197" y="384618"/>
                      </a:cubicBezTo>
                      <a:cubicBezTo>
                        <a:pt x="117059" y="374837"/>
                        <a:pt x="143124" y="286552"/>
                        <a:pt x="131197" y="265348"/>
                      </a:cubicBezTo>
                      <a:cubicBezTo>
                        <a:pt x="119270" y="244144"/>
                        <a:pt x="76863" y="253421"/>
                        <a:pt x="59635" y="257397"/>
                      </a:cubicBezTo>
                      <a:cubicBezTo>
                        <a:pt x="42407" y="261373"/>
                        <a:pt x="37106" y="267999"/>
                        <a:pt x="27830" y="289202"/>
                      </a:cubicBezTo>
                      <a:cubicBezTo>
                        <a:pt x="18554" y="310405"/>
                        <a:pt x="7952" y="350162"/>
                        <a:pt x="3976" y="384618"/>
                      </a:cubicBezTo>
                      <a:cubicBezTo>
                        <a:pt x="0" y="419074"/>
                        <a:pt x="1326" y="460155"/>
                        <a:pt x="3976" y="495936"/>
                      </a:cubicBezTo>
                      <a:cubicBezTo>
                        <a:pt x="6626" y="531717"/>
                        <a:pt x="14577" y="558221"/>
                        <a:pt x="19878" y="599303"/>
                      </a:cubicBezTo>
                      <a:cubicBezTo>
                        <a:pt x="25179" y="640385"/>
                        <a:pt x="34456" y="688092"/>
                        <a:pt x="35781" y="742426"/>
                      </a:cubicBezTo>
                      <a:cubicBezTo>
                        <a:pt x="37106" y="796760"/>
                        <a:pt x="27830" y="878923"/>
                        <a:pt x="27830" y="925306"/>
                      </a:cubicBezTo>
                      <a:cubicBezTo>
                        <a:pt x="27830" y="971689"/>
                        <a:pt x="30480" y="984941"/>
                        <a:pt x="35781" y="1020722"/>
                      </a:cubicBezTo>
                      <a:cubicBezTo>
                        <a:pt x="41082" y="1056503"/>
                        <a:pt x="47708" y="1120113"/>
                        <a:pt x="59635" y="1139991"/>
                      </a:cubicBezTo>
                      <a:cubicBezTo>
                        <a:pt x="71562" y="1159869"/>
                        <a:pt x="88790" y="1142641"/>
                        <a:pt x="107343" y="1139991"/>
                      </a:cubicBezTo>
                      <a:cubicBezTo>
                        <a:pt x="125896" y="1137341"/>
                        <a:pt x="156376" y="1133366"/>
                        <a:pt x="170953" y="1124089"/>
                      </a:cubicBezTo>
                      <a:cubicBezTo>
                        <a:pt x="185530" y="1114813"/>
                        <a:pt x="188181" y="1098909"/>
                        <a:pt x="194807" y="1084332"/>
                      </a:cubicBezTo>
                      <a:cubicBezTo>
                        <a:pt x="201433" y="1069755"/>
                        <a:pt x="208060" y="1068430"/>
                        <a:pt x="210710" y="1036625"/>
                      </a:cubicBezTo>
                      <a:cubicBezTo>
                        <a:pt x="213361" y="1004820"/>
                        <a:pt x="214686" y="942534"/>
                        <a:pt x="210710" y="893501"/>
                      </a:cubicBezTo>
                      <a:cubicBezTo>
                        <a:pt x="206734" y="844468"/>
                        <a:pt x="192157" y="791459"/>
                        <a:pt x="186856" y="742426"/>
                      </a:cubicBezTo>
                      <a:cubicBezTo>
                        <a:pt x="181555" y="693393"/>
                        <a:pt x="174043" y="645032"/>
                        <a:pt x="178904" y="599303"/>
                      </a:cubicBezTo>
                      <a:cubicBezTo>
                        <a:pt x="183765" y="553574"/>
                        <a:pt x="185835" y="513931"/>
                        <a:pt x="216024" y="468053"/>
                      </a:cubicBezTo>
                      <a:cubicBezTo>
                        <a:pt x="246213" y="422175"/>
                        <a:pt x="300033" y="384044"/>
                        <a:pt x="360040" y="324037"/>
                      </a:cubicBezTo>
                      <a:cubicBezTo>
                        <a:pt x="420047" y="264030"/>
                        <a:pt x="552061" y="156018"/>
                        <a:pt x="576064" y="108013"/>
                      </a:cubicBezTo>
                      <a:cubicBezTo>
                        <a:pt x="600067" y="60008"/>
                        <a:pt x="564063" y="0"/>
                        <a:pt x="504056" y="3600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560">
                  <a:solidFill>
                    <a:srgbClr val="FF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"/>
                <p:cNvSpPr/>
                <p:nvPr/>
              </p:nvSpPr>
              <p:spPr>
                <a:xfrm>
                  <a:off x="2841480" y="2309760"/>
                  <a:ext cx="728640" cy="1076400"/>
                </a:xfrm>
                <a:custGeom>
                  <a:avLst/>
                  <a:gdLst>
                    <a:gd name="GluePoint1X" fmla="*/ 716439 w 734171"/>
                    <a:gd name="GluePoint1Y" fmla="*/ 15902 h 1082702"/>
                    <a:gd name="GluePoint2X" fmla="*/ 708479 w 734171"/>
                    <a:gd name="GluePoint2Y" fmla="*/ 79510 h 1082702"/>
                    <a:gd name="GluePoint3X" fmla="*/ 676637 w 734171"/>
                    <a:gd name="GluePoint3Y" fmla="*/ 166973 h 1082702"/>
                    <a:gd name="GluePoint4X" fmla="*/ 652756 w 734171"/>
                    <a:gd name="GluePoint4Y" fmla="*/ 294191 h 1082702"/>
                    <a:gd name="GluePoint5X" fmla="*/ 644795 w 734171"/>
                    <a:gd name="GluePoint5Y" fmla="*/ 405506 h 1082702"/>
                    <a:gd name="GluePoint6X" fmla="*/ 644795 w 734171"/>
                    <a:gd name="GluePoint6Y" fmla="*/ 604284 h 1082702"/>
                    <a:gd name="GluePoint7X" fmla="*/ 644795 w 734171"/>
                    <a:gd name="GluePoint7Y" fmla="*/ 787159 h 1082702"/>
                    <a:gd name="GluePoint8X" fmla="*/ 636835 w 734171"/>
                    <a:gd name="GluePoint8Y" fmla="*/ 858719 h 1082702"/>
                    <a:gd name="GluePoint9X" fmla="*/ 549270 w 734171"/>
                    <a:gd name="GluePoint9Y" fmla="*/ 874621 h 1082702"/>
                    <a:gd name="GluePoint10X" fmla="*/ 405982 w 734171"/>
                    <a:gd name="GluePoint10Y" fmla="*/ 906425 h 1082702"/>
                    <a:gd name="GluePoint11X" fmla="*/ 294536 w 734171"/>
                    <a:gd name="GluePoint11Y" fmla="*/ 977986 h 1082702"/>
                    <a:gd name="GluePoint12X" fmla="*/ 151248 w 734171"/>
                    <a:gd name="GluePoint12Y" fmla="*/ 1065447 h 1082702"/>
                    <a:gd name="GluePoint13X" fmla="*/ 47763 w 734171"/>
                    <a:gd name="GluePoint13Y" fmla="*/ 1081350 h 1082702"/>
                    <a:gd name="GluePoint14X" fmla="*/ 15921 w 734171"/>
                    <a:gd name="GluePoint14Y" fmla="*/ 1065447 h 1082702"/>
                    <a:gd name="GluePoint15X" fmla="*/ 15921 w 734171"/>
                    <a:gd name="GluePoint15Y" fmla="*/ 1017741 h 1082702"/>
                    <a:gd name="GluePoint16X" fmla="*/ 111447 w 734171"/>
                    <a:gd name="GluePoint16Y" fmla="*/ 970035 h 1082702"/>
                    <a:gd name="GluePoint17X" fmla="*/ 238814 w 734171"/>
                    <a:gd name="GluePoint17Y" fmla="*/ 890523 h 1082702"/>
                    <a:gd name="GluePoint18X" fmla="*/ 326378 w 734171"/>
                    <a:gd name="GluePoint18Y" fmla="*/ 858719 h 1082702"/>
                    <a:gd name="GluePoint19X" fmla="*/ 437824 w 734171"/>
                    <a:gd name="GluePoint19Y" fmla="*/ 826914 h 1082702"/>
                    <a:gd name="GluePoint20X" fmla="*/ 501508 w 734171"/>
                    <a:gd name="GluePoint20Y" fmla="*/ 755354 h 1082702"/>
                    <a:gd name="GluePoint21X" fmla="*/ 477626 w 734171"/>
                    <a:gd name="GluePoint21Y" fmla="*/ 516821 h 1082702"/>
                    <a:gd name="GluePoint22X" fmla="*/ 477626 w 734171"/>
                    <a:gd name="GluePoint22Y" fmla="*/ 389603 h 1082702"/>
                    <a:gd name="GluePoint23X" fmla="*/ 485586 w 734171"/>
                    <a:gd name="GluePoint23Y" fmla="*/ 246484 h 1082702"/>
                    <a:gd name="GluePoint24X" fmla="*/ 477626 w 734171"/>
                    <a:gd name="GluePoint24Y" fmla="*/ 111315 h 1082702"/>
                    <a:gd name="GluePoint25X" fmla="*/ 525389 w 734171"/>
                    <a:gd name="GluePoint25Y" fmla="*/ 39755 h 1082702"/>
                    <a:gd name="GluePoint26X" fmla="*/ 597032 w 734171"/>
                    <a:gd name="GluePoint26Y" fmla="*/ 7951 h 1082702"/>
                    <a:gd name="GluePoint27X" fmla="*/ 716439 w 734171"/>
                    <a:gd name="GluePoint27Y" fmla="*/ 15902 h 10827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</a:cxnLst>
                  <a:rect l="l" t="t" r="r" b="b"/>
                  <a:pathLst>
                    <a:path w="734171" h="1082702">
                      <a:moveTo>
                        <a:pt x="715618" y="15902"/>
                      </a:moveTo>
                      <a:cubicBezTo>
                        <a:pt x="734171" y="27829"/>
                        <a:pt x="714293" y="54333"/>
                        <a:pt x="707667" y="79512"/>
                      </a:cubicBezTo>
                      <a:cubicBezTo>
                        <a:pt x="701041" y="104691"/>
                        <a:pt x="685138" y="131196"/>
                        <a:pt x="675862" y="166977"/>
                      </a:cubicBezTo>
                      <a:cubicBezTo>
                        <a:pt x="666586" y="202758"/>
                        <a:pt x="657309" y="254441"/>
                        <a:pt x="652008" y="294198"/>
                      </a:cubicBezTo>
                      <a:cubicBezTo>
                        <a:pt x="646707" y="333955"/>
                        <a:pt x="645381" y="353833"/>
                        <a:pt x="644056" y="405516"/>
                      </a:cubicBezTo>
                      <a:cubicBezTo>
                        <a:pt x="642731" y="457199"/>
                        <a:pt x="644056" y="604299"/>
                        <a:pt x="644056" y="604299"/>
                      </a:cubicBezTo>
                      <a:cubicBezTo>
                        <a:pt x="644056" y="667909"/>
                        <a:pt x="645381" y="744772"/>
                        <a:pt x="644056" y="787179"/>
                      </a:cubicBezTo>
                      <a:cubicBezTo>
                        <a:pt x="642731" y="829586"/>
                        <a:pt x="652007" y="844163"/>
                        <a:pt x="636105" y="858740"/>
                      </a:cubicBezTo>
                      <a:cubicBezTo>
                        <a:pt x="620203" y="873317"/>
                        <a:pt x="587072" y="866692"/>
                        <a:pt x="548641" y="874643"/>
                      </a:cubicBezTo>
                      <a:cubicBezTo>
                        <a:pt x="510210" y="882594"/>
                        <a:pt x="447924" y="889220"/>
                        <a:pt x="405517" y="906448"/>
                      </a:cubicBezTo>
                      <a:cubicBezTo>
                        <a:pt x="363110" y="923676"/>
                        <a:pt x="336606" y="951506"/>
                        <a:pt x="294199" y="978010"/>
                      </a:cubicBezTo>
                      <a:cubicBezTo>
                        <a:pt x="251792" y="1004514"/>
                        <a:pt x="192157" y="1048246"/>
                        <a:pt x="151075" y="1065474"/>
                      </a:cubicBezTo>
                      <a:cubicBezTo>
                        <a:pt x="109993" y="1082702"/>
                        <a:pt x="70237" y="1081377"/>
                        <a:pt x="47708" y="1081377"/>
                      </a:cubicBezTo>
                      <a:cubicBezTo>
                        <a:pt x="25179" y="1081377"/>
                        <a:pt x="21204" y="1076076"/>
                        <a:pt x="15903" y="1065474"/>
                      </a:cubicBezTo>
                      <a:cubicBezTo>
                        <a:pt x="10602" y="1054872"/>
                        <a:pt x="0" y="1033668"/>
                        <a:pt x="15903" y="1017766"/>
                      </a:cubicBezTo>
                      <a:cubicBezTo>
                        <a:pt x="31806" y="1001864"/>
                        <a:pt x="74213" y="991262"/>
                        <a:pt x="111319" y="970059"/>
                      </a:cubicBezTo>
                      <a:cubicBezTo>
                        <a:pt x="148425" y="948856"/>
                        <a:pt x="202759" y="909098"/>
                        <a:pt x="238540" y="890545"/>
                      </a:cubicBezTo>
                      <a:cubicBezTo>
                        <a:pt x="274321" y="871992"/>
                        <a:pt x="292874" y="869342"/>
                        <a:pt x="326004" y="858740"/>
                      </a:cubicBezTo>
                      <a:cubicBezTo>
                        <a:pt x="359134" y="848138"/>
                        <a:pt x="408167" y="844163"/>
                        <a:pt x="437322" y="826935"/>
                      </a:cubicBezTo>
                      <a:cubicBezTo>
                        <a:pt x="466477" y="809707"/>
                        <a:pt x="494307" y="807057"/>
                        <a:pt x="500933" y="755373"/>
                      </a:cubicBezTo>
                      <a:cubicBezTo>
                        <a:pt x="507559" y="703689"/>
                        <a:pt x="481055" y="577794"/>
                        <a:pt x="477079" y="516834"/>
                      </a:cubicBezTo>
                      <a:cubicBezTo>
                        <a:pt x="473103" y="455874"/>
                        <a:pt x="475754" y="434670"/>
                        <a:pt x="477079" y="389613"/>
                      </a:cubicBezTo>
                      <a:cubicBezTo>
                        <a:pt x="478404" y="344556"/>
                        <a:pt x="485030" y="292872"/>
                        <a:pt x="485030" y="246490"/>
                      </a:cubicBezTo>
                      <a:cubicBezTo>
                        <a:pt x="485030" y="200108"/>
                        <a:pt x="470453" y="145774"/>
                        <a:pt x="477079" y="111318"/>
                      </a:cubicBezTo>
                      <a:cubicBezTo>
                        <a:pt x="483705" y="76862"/>
                        <a:pt x="504909" y="56984"/>
                        <a:pt x="524787" y="39756"/>
                      </a:cubicBezTo>
                      <a:cubicBezTo>
                        <a:pt x="544665" y="22528"/>
                        <a:pt x="567193" y="15902"/>
                        <a:pt x="596348" y="7951"/>
                      </a:cubicBezTo>
                      <a:cubicBezTo>
                        <a:pt x="625503" y="0"/>
                        <a:pt x="697065" y="3975"/>
                        <a:pt x="715618" y="159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560">
                  <a:solidFill>
                    <a:srgbClr val="FF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"/>
                <p:cNvSpPr/>
                <p:nvPr/>
              </p:nvSpPr>
              <p:spPr>
                <a:xfrm>
                  <a:off x="4594320" y="2313000"/>
                  <a:ext cx="576000" cy="954000"/>
                </a:xfrm>
                <a:custGeom>
                  <a:avLst/>
                  <a:gdLst>
                    <a:gd name="GluePoint1X" fmla="*/ 544217 w 583145"/>
                    <a:gd name="GluePoint1Y" fmla="*/ 148476 h 960107"/>
                    <a:gd name="GluePoint2X" fmla="*/ 368529 w 583145"/>
                    <a:gd name="GluePoint2Y" fmla="*/ 144065 h 960107"/>
                    <a:gd name="GluePoint3X" fmla="*/ 131127 w 583145"/>
                    <a:gd name="GluePoint3Y" fmla="*/ 140522 h 960107"/>
                    <a:gd name="GluePoint4X" fmla="*/ 131127 w 583145"/>
                    <a:gd name="GluePoint4Y" fmla="*/ 21211 h 960107"/>
                    <a:gd name="GluePoint5X" fmla="*/ 59631 w 583145"/>
                    <a:gd name="GluePoint5Y" fmla="*/ 13258 h 960107"/>
                    <a:gd name="GluePoint6X" fmla="*/ 27855 w 583145"/>
                    <a:gd name="GluePoint6Y" fmla="*/ 45073 h 960107"/>
                    <a:gd name="GluePoint7X" fmla="*/ 4022 w 583145"/>
                    <a:gd name="GluePoint7Y" fmla="*/ 140522 h 960107"/>
                    <a:gd name="GluePoint8X" fmla="*/ 4022 w 583145"/>
                    <a:gd name="GluePoint8Y" fmla="*/ 251879 h 960107"/>
                    <a:gd name="GluePoint9X" fmla="*/ 19910 w 583145"/>
                    <a:gd name="GluePoint9Y" fmla="*/ 355281 h 960107"/>
                    <a:gd name="GluePoint10X" fmla="*/ 35798 w 583145"/>
                    <a:gd name="GluePoint10Y" fmla="*/ 498453 h 960107"/>
                    <a:gd name="GluePoint11X" fmla="*/ 27855 w 583145"/>
                    <a:gd name="GluePoint11Y" fmla="*/ 681396 h 960107"/>
                    <a:gd name="GluePoint12X" fmla="*/ 8818 w 583145"/>
                    <a:gd name="GluePoint12Y" fmla="*/ 792360 h 960107"/>
                    <a:gd name="GluePoint13X" fmla="*/ 80760 w 583145"/>
                    <a:gd name="GluePoint13Y" fmla="*/ 936426 h 960107"/>
                    <a:gd name="GluePoint14X" fmla="*/ 224645 w 583145"/>
                    <a:gd name="GluePoint14Y" fmla="*/ 936426 h 960107"/>
                    <a:gd name="GluePoint15X" fmla="*/ 210568 w 583145"/>
                    <a:gd name="GluePoint15Y" fmla="*/ 792753 h 960107"/>
                    <a:gd name="GluePoint16X" fmla="*/ 210568 w 583145"/>
                    <a:gd name="GluePoint16Y" fmla="*/ 649580 h 960107"/>
                    <a:gd name="GluePoint17X" fmla="*/ 186735 w 583145"/>
                    <a:gd name="GluePoint17Y" fmla="*/ 498453 h 960107"/>
                    <a:gd name="GluePoint18X" fmla="*/ 178791 w 583145"/>
                    <a:gd name="GluePoint18Y" fmla="*/ 355281 h 960107"/>
                    <a:gd name="GluePoint19X" fmla="*/ 296587 w 583145"/>
                    <a:gd name="GluePoint19Y" fmla="*/ 288131 h 960107"/>
                    <a:gd name="GluePoint20X" fmla="*/ 480665 w 583145"/>
                    <a:gd name="GluePoint20Y" fmla="*/ 259832 h 960107"/>
                    <a:gd name="GluePoint21X" fmla="*/ 568049 w 583145"/>
                    <a:gd name="GluePoint21Y" fmla="*/ 251879 h 960107"/>
                    <a:gd name="GluePoint22X" fmla="*/ 544217 w 583145"/>
                    <a:gd name="GluePoint22Y" fmla="*/ 148476 h 96010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</a:cxnLst>
                  <a:rect l="l" t="t" r="r" b="b"/>
                  <a:pathLst>
                    <a:path w="583145" h="960107">
                      <a:moveTo>
                        <a:pt x="544714" y="148425"/>
                      </a:moveTo>
                      <a:cubicBezTo>
                        <a:pt x="511430" y="130462"/>
                        <a:pt x="437777" y="145341"/>
                        <a:pt x="368866" y="144016"/>
                      </a:cubicBezTo>
                      <a:cubicBezTo>
                        <a:pt x="299955" y="142691"/>
                        <a:pt x="170850" y="160943"/>
                        <a:pt x="131247" y="140474"/>
                      </a:cubicBezTo>
                      <a:cubicBezTo>
                        <a:pt x="91644" y="120005"/>
                        <a:pt x="143174" y="42408"/>
                        <a:pt x="131247" y="21204"/>
                      </a:cubicBezTo>
                      <a:cubicBezTo>
                        <a:pt x="119320" y="0"/>
                        <a:pt x="76913" y="9277"/>
                        <a:pt x="59685" y="13253"/>
                      </a:cubicBezTo>
                      <a:cubicBezTo>
                        <a:pt x="42457" y="17229"/>
                        <a:pt x="37156" y="23855"/>
                        <a:pt x="27880" y="45058"/>
                      </a:cubicBezTo>
                      <a:cubicBezTo>
                        <a:pt x="18604" y="66261"/>
                        <a:pt x="8002" y="106018"/>
                        <a:pt x="4026" y="140474"/>
                      </a:cubicBezTo>
                      <a:cubicBezTo>
                        <a:pt x="50" y="174930"/>
                        <a:pt x="1376" y="216011"/>
                        <a:pt x="4026" y="251792"/>
                      </a:cubicBezTo>
                      <a:cubicBezTo>
                        <a:pt x="6676" y="287573"/>
                        <a:pt x="14627" y="314077"/>
                        <a:pt x="19928" y="355159"/>
                      </a:cubicBezTo>
                      <a:cubicBezTo>
                        <a:pt x="25229" y="396241"/>
                        <a:pt x="34506" y="443948"/>
                        <a:pt x="35831" y="498282"/>
                      </a:cubicBezTo>
                      <a:cubicBezTo>
                        <a:pt x="37156" y="552616"/>
                        <a:pt x="32381" y="632194"/>
                        <a:pt x="27880" y="681162"/>
                      </a:cubicBezTo>
                      <a:cubicBezTo>
                        <a:pt x="23379" y="730130"/>
                        <a:pt x="0" y="749598"/>
                        <a:pt x="8826" y="792088"/>
                      </a:cubicBezTo>
                      <a:cubicBezTo>
                        <a:pt x="17652" y="834578"/>
                        <a:pt x="44830" y="912101"/>
                        <a:pt x="80834" y="936104"/>
                      </a:cubicBezTo>
                      <a:cubicBezTo>
                        <a:pt x="116838" y="960107"/>
                        <a:pt x="203196" y="960041"/>
                        <a:pt x="224850" y="936104"/>
                      </a:cubicBezTo>
                      <a:cubicBezTo>
                        <a:pt x="246504" y="912167"/>
                        <a:pt x="213108" y="840272"/>
                        <a:pt x="210760" y="792481"/>
                      </a:cubicBezTo>
                      <a:cubicBezTo>
                        <a:pt x="208412" y="744690"/>
                        <a:pt x="214736" y="698390"/>
                        <a:pt x="210760" y="649357"/>
                      </a:cubicBezTo>
                      <a:cubicBezTo>
                        <a:pt x="206784" y="600324"/>
                        <a:pt x="192207" y="547315"/>
                        <a:pt x="186906" y="498282"/>
                      </a:cubicBezTo>
                      <a:cubicBezTo>
                        <a:pt x="181605" y="449249"/>
                        <a:pt x="160629" y="390201"/>
                        <a:pt x="178954" y="355159"/>
                      </a:cubicBezTo>
                      <a:cubicBezTo>
                        <a:pt x="197279" y="320117"/>
                        <a:pt x="246500" y="303935"/>
                        <a:pt x="296858" y="288032"/>
                      </a:cubicBezTo>
                      <a:cubicBezTo>
                        <a:pt x="347216" y="272129"/>
                        <a:pt x="435819" y="265783"/>
                        <a:pt x="481104" y="259743"/>
                      </a:cubicBezTo>
                      <a:cubicBezTo>
                        <a:pt x="526389" y="253703"/>
                        <a:pt x="553991" y="263719"/>
                        <a:pt x="568568" y="251792"/>
                      </a:cubicBezTo>
                      <a:cubicBezTo>
                        <a:pt x="583145" y="239865"/>
                        <a:pt x="577998" y="166388"/>
                        <a:pt x="544714" y="1484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560">
                  <a:solidFill>
                    <a:srgbClr val="0000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"/>
                <p:cNvSpPr/>
                <p:nvPr/>
              </p:nvSpPr>
              <p:spPr>
                <a:xfrm>
                  <a:off x="5303880" y="2317680"/>
                  <a:ext cx="257040" cy="885960"/>
                </a:xfrm>
                <a:custGeom>
                  <a:avLst/>
                  <a:gdLst>
                    <a:gd name="GluePoint1X" fmla="*/ 244986 w 263718"/>
                    <a:gd name="GluePoint1Y" fmla="*/ 15907 h 891871"/>
                    <a:gd name="GluePoint2X" fmla="*/ 237040 w 263718"/>
                    <a:gd name="GluePoint2Y" fmla="*/ 79539 h 891871"/>
                    <a:gd name="GluePoint3X" fmla="*/ 205259 w 263718"/>
                    <a:gd name="GluePoint3Y" fmla="*/ 167034 h 891871"/>
                    <a:gd name="GluePoint4X" fmla="*/ 181422 w 263718"/>
                    <a:gd name="GluePoint4Y" fmla="*/ 294298 h 891871"/>
                    <a:gd name="GluePoint5X" fmla="*/ 173476 w 263718"/>
                    <a:gd name="GluePoint5Y" fmla="*/ 405654 h 891871"/>
                    <a:gd name="GluePoint6X" fmla="*/ 173476 w 263718"/>
                    <a:gd name="GluePoint6Y" fmla="*/ 604505 h 891871"/>
                    <a:gd name="GluePoint7X" fmla="*/ 173476 w 263718"/>
                    <a:gd name="GluePoint7Y" fmla="*/ 787447 h 891871"/>
                    <a:gd name="GluePoint8X" fmla="*/ 165531 w 263718"/>
                    <a:gd name="GluePoint8Y" fmla="*/ 859033 h 891871"/>
                    <a:gd name="GluePoint9X" fmla="*/ 78131 w 263718"/>
                    <a:gd name="GluePoint9Y" fmla="*/ 874941 h 891871"/>
                    <a:gd name="GluePoint10X" fmla="*/ 30458 w 263718"/>
                    <a:gd name="GluePoint10Y" fmla="*/ 755630 h 891871"/>
                    <a:gd name="GluePoint11X" fmla="*/ 6621 w 263718"/>
                    <a:gd name="GluePoint11Y" fmla="*/ 517010 h 891871"/>
                    <a:gd name="GluePoint12X" fmla="*/ 6621 w 263718"/>
                    <a:gd name="GluePoint12Y" fmla="*/ 389746 h 891871"/>
                    <a:gd name="GluePoint13X" fmla="*/ 14566 w 263718"/>
                    <a:gd name="GluePoint13Y" fmla="*/ 246574 h 891871"/>
                    <a:gd name="GluePoint14X" fmla="*/ 6621 w 263718"/>
                    <a:gd name="GluePoint14Y" fmla="*/ 111356 h 891871"/>
                    <a:gd name="GluePoint15X" fmla="*/ 54294 w 263718"/>
                    <a:gd name="GluePoint15Y" fmla="*/ 39770 h 891871"/>
                    <a:gd name="GluePoint16X" fmla="*/ 125803 w 263718"/>
                    <a:gd name="GluePoint16Y" fmla="*/ 7954 h 891871"/>
                    <a:gd name="GluePoint17X" fmla="*/ 244986 w 263718"/>
                    <a:gd name="GluePoint17Y" fmla="*/ 15907 h 89187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</a:cxnLst>
                  <a:rect l="l" t="t" r="r" b="b"/>
                  <a:pathLst>
                    <a:path w="263718" h="891871">
                      <a:moveTo>
                        <a:pt x="245165" y="15902"/>
                      </a:moveTo>
                      <a:cubicBezTo>
                        <a:pt x="263718" y="27829"/>
                        <a:pt x="243840" y="54333"/>
                        <a:pt x="237214" y="79512"/>
                      </a:cubicBezTo>
                      <a:cubicBezTo>
                        <a:pt x="230588" y="104691"/>
                        <a:pt x="214685" y="131196"/>
                        <a:pt x="205409" y="166977"/>
                      </a:cubicBezTo>
                      <a:cubicBezTo>
                        <a:pt x="196133" y="202758"/>
                        <a:pt x="186856" y="254441"/>
                        <a:pt x="181555" y="294198"/>
                      </a:cubicBezTo>
                      <a:cubicBezTo>
                        <a:pt x="176254" y="333955"/>
                        <a:pt x="174928" y="353833"/>
                        <a:pt x="173603" y="405516"/>
                      </a:cubicBezTo>
                      <a:cubicBezTo>
                        <a:pt x="172278" y="457199"/>
                        <a:pt x="173603" y="604299"/>
                        <a:pt x="173603" y="604299"/>
                      </a:cubicBezTo>
                      <a:cubicBezTo>
                        <a:pt x="173603" y="667909"/>
                        <a:pt x="174928" y="744772"/>
                        <a:pt x="173603" y="787179"/>
                      </a:cubicBezTo>
                      <a:cubicBezTo>
                        <a:pt x="172278" y="829586"/>
                        <a:pt x="181554" y="844163"/>
                        <a:pt x="165652" y="858740"/>
                      </a:cubicBezTo>
                      <a:cubicBezTo>
                        <a:pt x="149750" y="873317"/>
                        <a:pt x="100717" y="891871"/>
                        <a:pt x="78188" y="874643"/>
                      </a:cubicBezTo>
                      <a:cubicBezTo>
                        <a:pt x="55659" y="857415"/>
                        <a:pt x="42407" y="815008"/>
                        <a:pt x="30480" y="755373"/>
                      </a:cubicBezTo>
                      <a:cubicBezTo>
                        <a:pt x="18553" y="695738"/>
                        <a:pt x="10602" y="577794"/>
                        <a:pt x="6626" y="516834"/>
                      </a:cubicBezTo>
                      <a:cubicBezTo>
                        <a:pt x="2650" y="455874"/>
                        <a:pt x="5301" y="434670"/>
                        <a:pt x="6626" y="389613"/>
                      </a:cubicBezTo>
                      <a:cubicBezTo>
                        <a:pt x="7951" y="344556"/>
                        <a:pt x="14577" y="292872"/>
                        <a:pt x="14577" y="246490"/>
                      </a:cubicBezTo>
                      <a:cubicBezTo>
                        <a:pt x="14577" y="200108"/>
                        <a:pt x="0" y="145774"/>
                        <a:pt x="6626" y="111318"/>
                      </a:cubicBezTo>
                      <a:cubicBezTo>
                        <a:pt x="13252" y="76862"/>
                        <a:pt x="34456" y="56984"/>
                        <a:pt x="54334" y="39756"/>
                      </a:cubicBezTo>
                      <a:cubicBezTo>
                        <a:pt x="74212" y="22528"/>
                        <a:pt x="96740" y="15902"/>
                        <a:pt x="125895" y="7951"/>
                      </a:cubicBezTo>
                      <a:cubicBezTo>
                        <a:pt x="155050" y="0"/>
                        <a:pt x="226612" y="3975"/>
                        <a:pt x="245165" y="159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560">
                  <a:solidFill>
                    <a:srgbClr val="0000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348" name=""/>
                <p:cNvGrpSpPr/>
                <p:nvPr/>
              </p:nvGrpSpPr>
              <p:grpSpPr>
                <a:xfrm>
                  <a:off x="1560600" y="2444760"/>
                  <a:ext cx="1074600" cy="647280"/>
                  <a:chOff x="1560600" y="2444760"/>
                  <a:chExt cx="1074600" cy="647280"/>
                </a:xfrm>
              </p:grpSpPr>
              <p:grpSp>
                <p:nvGrpSpPr>
                  <p:cNvPr id="349" name=""/>
                  <p:cNvGrpSpPr/>
                  <p:nvPr/>
                </p:nvGrpSpPr>
                <p:grpSpPr>
                  <a:xfrm>
                    <a:off x="1560600" y="2444760"/>
                    <a:ext cx="531720" cy="647280"/>
                    <a:chOff x="1560600" y="2444760"/>
                    <a:chExt cx="531720" cy="647280"/>
                  </a:xfrm>
                </p:grpSpPr>
                <p:grpSp>
                  <p:nvGrpSpPr>
                    <p:cNvPr id="350" name=""/>
                    <p:cNvGrpSpPr/>
                    <p:nvPr/>
                  </p:nvGrpSpPr>
                  <p:grpSpPr>
                    <a:xfrm>
                      <a:off x="1560600" y="2444760"/>
                      <a:ext cx="531720" cy="314280"/>
                      <a:chOff x="1560600" y="2444760"/>
                      <a:chExt cx="531720" cy="314280"/>
                    </a:xfrm>
                  </p:grpSpPr>
                  <p:grpSp>
                    <p:nvGrpSpPr>
                      <p:cNvPr id="351" name=""/>
                      <p:cNvGrpSpPr/>
                      <p:nvPr/>
                    </p:nvGrpSpPr>
                    <p:grpSpPr>
                      <a:xfrm>
                        <a:off x="1560600" y="2444760"/>
                        <a:ext cx="101520" cy="314280"/>
                        <a:chOff x="1560600" y="2444760"/>
                        <a:chExt cx="101520" cy="314280"/>
                      </a:xfrm>
                    </p:grpSpPr>
                    <p:sp>
                      <p:nvSpPr>
                        <p:cNvPr id="352" name=""/>
                        <p:cNvSpPr/>
                        <p:nvPr/>
                      </p:nvSpPr>
                      <p:spPr>
                        <a:xfrm>
                          <a:off x="15606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53" name=""/>
                        <p:cNvSpPr/>
                        <p:nvPr/>
                      </p:nvSpPr>
                      <p:spPr>
                        <a:xfrm>
                          <a:off x="16304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54" name=""/>
                        <p:cNvSpPr/>
                        <p:nvPr/>
                      </p:nvSpPr>
                      <p:spPr>
                        <a:xfrm>
                          <a:off x="15685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55" name=""/>
                      <p:cNvGrpSpPr/>
                      <p:nvPr/>
                    </p:nvGrpSpPr>
                    <p:grpSpPr>
                      <a:xfrm>
                        <a:off x="1668600" y="2444760"/>
                        <a:ext cx="101520" cy="314280"/>
                        <a:chOff x="1668600" y="2444760"/>
                        <a:chExt cx="101520" cy="314280"/>
                      </a:xfrm>
                    </p:grpSpPr>
                    <p:sp>
                      <p:nvSpPr>
                        <p:cNvPr id="356" name=""/>
                        <p:cNvSpPr/>
                        <p:nvPr/>
                      </p:nvSpPr>
                      <p:spPr>
                        <a:xfrm>
                          <a:off x="16686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57" name=""/>
                        <p:cNvSpPr/>
                        <p:nvPr/>
                      </p:nvSpPr>
                      <p:spPr>
                        <a:xfrm>
                          <a:off x="17384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58" name=""/>
                        <p:cNvSpPr/>
                        <p:nvPr/>
                      </p:nvSpPr>
                      <p:spPr>
                        <a:xfrm>
                          <a:off x="16765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59" name=""/>
                      <p:cNvGrpSpPr/>
                      <p:nvPr/>
                    </p:nvGrpSpPr>
                    <p:grpSpPr>
                      <a:xfrm>
                        <a:off x="1774800" y="2444760"/>
                        <a:ext cx="101520" cy="314280"/>
                        <a:chOff x="1774800" y="2444760"/>
                        <a:chExt cx="101520" cy="314280"/>
                      </a:xfrm>
                    </p:grpSpPr>
                    <p:sp>
                      <p:nvSpPr>
                        <p:cNvPr id="360" name=""/>
                        <p:cNvSpPr/>
                        <p:nvPr/>
                      </p:nvSpPr>
                      <p:spPr>
                        <a:xfrm>
                          <a:off x="17748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61" name=""/>
                        <p:cNvSpPr/>
                        <p:nvPr/>
                      </p:nvSpPr>
                      <p:spPr>
                        <a:xfrm>
                          <a:off x="184320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62" name=""/>
                        <p:cNvSpPr/>
                        <p:nvPr/>
                      </p:nvSpPr>
                      <p:spPr>
                        <a:xfrm>
                          <a:off x="178272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63" name=""/>
                      <p:cNvGrpSpPr/>
                      <p:nvPr/>
                    </p:nvGrpSpPr>
                    <p:grpSpPr>
                      <a:xfrm>
                        <a:off x="1882800" y="2444760"/>
                        <a:ext cx="101520" cy="314280"/>
                        <a:chOff x="1882800" y="2444760"/>
                        <a:chExt cx="101520" cy="314280"/>
                      </a:xfrm>
                    </p:grpSpPr>
                    <p:sp>
                      <p:nvSpPr>
                        <p:cNvPr id="364" name=""/>
                        <p:cNvSpPr/>
                        <p:nvPr/>
                      </p:nvSpPr>
                      <p:spPr>
                        <a:xfrm>
                          <a:off x="18828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65" name=""/>
                        <p:cNvSpPr/>
                        <p:nvPr/>
                      </p:nvSpPr>
                      <p:spPr>
                        <a:xfrm>
                          <a:off x="195120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66" name=""/>
                        <p:cNvSpPr/>
                        <p:nvPr/>
                      </p:nvSpPr>
                      <p:spPr>
                        <a:xfrm>
                          <a:off x="189072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67" name=""/>
                      <p:cNvGrpSpPr/>
                      <p:nvPr/>
                    </p:nvGrpSpPr>
                    <p:grpSpPr>
                      <a:xfrm>
                        <a:off x="1990800" y="2444760"/>
                        <a:ext cx="101520" cy="314280"/>
                        <a:chOff x="1990800" y="2444760"/>
                        <a:chExt cx="101520" cy="314280"/>
                      </a:xfrm>
                    </p:grpSpPr>
                    <p:sp>
                      <p:nvSpPr>
                        <p:cNvPr id="368" name=""/>
                        <p:cNvSpPr/>
                        <p:nvPr/>
                      </p:nvSpPr>
                      <p:spPr>
                        <a:xfrm>
                          <a:off x="19908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69" name=""/>
                        <p:cNvSpPr/>
                        <p:nvPr/>
                      </p:nvSpPr>
                      <p:spPr>
                        <a:xfrm>
                          <a:off x="2058840" y="25369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70" name=""/>
                        <p:cNvSpPr/>
                        <p:nvPr/>
                      </p:nvSpPr>
                      <p:spPr>
                        <a:xfrm>
                          <a:off x="19987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71" name=""/>
                    <p:cNvGrpSpPr/>
                    <p:nvPr/>
                  </p:nvGrpSpPr>
                  <p:grpSpPr>
                    <a:xfrm>
                      <a:off x="1560600" y="2777760"/>
                      <a:ext cx="531720" cy="314280"/>
                      <a:chOff x="1560600" y="2777760"/>
                      <a:chExt cx="531720" cy="314280"/>
                    </a:xfrm>
                  </p:grpSpPr>
                  <p:grpSp>
                    <p:nvGrpSpPr>
                      <p:cNvPr id="372" name=""/>
                      <p:cNvGrpSpPr/>
                      <p:nvPr/>
                    </p:nvGrpSpPr>
                    <p:grpSpPr>
                      <a:xfrm>
                        <a:off x="1560600" y="2777760"/>
                        <a:ext cx="101520" cy="314280"/>
                        <a:chOff x="1560600" y="2777760"/>
                        <a:chExt cx="101520" cy="314280"/>
                      </a:xfrm>
                    </p:grpSpPr>
                    <p:sp>
                      <p:nvSpPr>
                        <p:cNvPr id="373" name=""/>
                        <p:cNvSpPr/>
                        <p:nvPr/>
                      </p:nvSpPr>
                      <p:spPr>
                        <a:xfrm flipV="1">
                          <a:off x="15606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74" name=""/>
                        <p:cNvSpPr/>
                        <p:nvPr/>
                      </p:nvSpPr>
                      <p:spPr>
                        <a:xfrm flipV="1">
                          <a:off x="16304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75" name=""/>
                        <p:cNvSpPr/>
                        <p:nvPr/>
                      </p:nvSpPr>
                      <p:spPr>
                        <a:xfrm flipV="1">
                          <a:off x="15685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76" name=""/>
                      <p:cNvGrpSpPr/>
                      <p:nvPr/>
                    </p:nvGrpSpPr>
                    <p:grpSpPr>
                      <a:xfrm>
                        <a:off x="1668600" y="2777760"/>
                        <a:ext cx="101520" cy="314280"/>
                        <a:chOff x="1668600" y="2777760"/>
                        <a:chExt cx="101520" cy="314280"/>
                      </a:xfrm>
                    </p:grpSpPr>
                    <p:sp>
                      <p:nvSpPr>
                        <p:cNvPr id="377" name=""/>
                        <p:cNvSpPr/>
                        <p:nvPr/>
                      </p:nvSpPr>
                      <p:spPr>
                        <a:xfrm flipV="1">
                          <a:off x="16686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78" name=""/>
                        <p:cNvSpPr/>
                        <p:nvPr/>
                      </p:nvSpPr>
                      <p:spPr>
                        <a:xfrm flipV="1">
                          <a:off x="17384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79" name=""/>
                        <p:cNvSpPr/>
                        <p:nvPr/>
                      </p:nvSpPr>
                      <p:spPr>
                        <a:xfrm flipV="1">
                          <a:off x="16765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80" name=""/>
                      <p:cNvGrpSpPr/>
                      <p:nvPr/>
                    </p:nvGrpSpPr>
                    <p:grpSpPr>
                      <a:xfrm>
                        <a:off x="1774800" y="2777760"/>
                        <a:ext cx="101520" cy="314280"/>
                        <a:chOff x="1774800" y="2777760"/>
                        <a:chExt cx="101520" cy="314280"/>
                      </a:xfrm>
                    </p:grpSpPr>
                    <p:sp>
                      <p:nvSpPr>
                        <p:cNvPr id="381" name=""/>
                        <p:cNvSpPr/>
                        <p:nvPr/>
                      </p:nvSpPr>
                      <p:spPr>
                        <a:xfrm flipV="1">
                          <a:off x="17748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82" name=""/>
                        <p:cNvSpPr/>
                        <p:nvPr/>
                      </p:nvSpPr>
                      <p:spPr>
                        <a:xfrm flipV="1">
                          <a:off x="184320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83" name=""/>
                        <p:cNvSpPr/>
                        <p:nvPr/>
                      </p:nvSpPr>
                      <p:spPr>
                        <a:xfrm flipV="1">
                          <a:off x="178272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84" name=""/>
                      <p:cNvGrpSpPr/>
                      <p:nvPr/>
                    </p:nvGrpSpPr>
                    <p:grpSpPr>
                      <a:xfrm>
                        <a:off x="1882800" y="2777760"/>
                        <a:ext cx="101520" cy="314280"/>
                        <a:chOff x="1882800" y="2777760"/>
                        <a:chExt cx="101520" cy="314280"/>
                      </a:xfrm>
                    </p:grpSpPr>
                    <p:sp>
                      <p:nvSpPr>
                        <p:cNvPr id="385" name=""/>
                        <p:cNvSpPr/>
                        <p:nvPr/>
                      </p:nvSpPr>
                      <p:spPr>
                        <a:xfrm flipV="1">
                          <a:off x="18828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86" name=""/>
                        <p:cNvSpPr/>
                        <p:nvPr/>
                      </p:nvSpPr>
                      <p:spPr>
                        <a:xfrm flipV="1">
                          <a:off x="195120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87" name=""/>
                        <p:cNvSpPr/>
                        <p:nvPr/>
                      </p:nvSpPr>
                      <p:spPr>
                        <a:xfrm flipV="1">
                          <a:off x="189072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88" name=""/>
                      <p:cNvGrpSpPr/>
                      <p:nvPr/>
                    </p:nvGrpSpPr>
                    <p:grpSpPr>
                      <a:xfrm>
                        <a:off x="1990800" y="2777760"/>
                        <a:ext cx="101520" cy="314280"/>
                        <a:chOff x="1990800" y="2777760"/>
                        <a:chExt cx="101520" cy="314280"/>
                      </a:xfrm>
                    </p:grpSpPr>
                    <p:sp>
                      <p:nvSpPr>
                        <p:cNvPr id="389" name=""/>
                        <p:cNvSpPr/>
                        <p:nvPr/>
                      </p:nvSpPr>
                      <p:spPr>
                        <a:xfrm flipV="1">
                          <a:off x="19908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90" name=""/>
                        <p:cNvSpPr/>
                        <p:nvPr/>
                      </p:nvSpPr>
                      <p:spPr>
                        <a:xfrm flipV="1">
                          <a:off x="2058840" y="27853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91" name=""/>
                        <p:cNvSpPr/>
                        <p:nvPr/>
                      </p:nvSpPr>
                      <p:spPr>
                        <a:xfrm flipV="1">
                          <a:off x="19987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392" name=""/>
                  <p:cNvGrpSpPr/>
                  <p:nvPr/>
                </p:nvGrpSpPr>
                <p:grpSpPr>
                  <a:xfrm>
                    <a:off x="2103480" y="2444760"/>
                    <a:ext cx="531720" cy="647280"/>
                    <a:chOff x="2103480" y="2444760"/>
                    <a:chExt cx="531720" cy="647280"/>
                  </a:xfrm>
                </p:grpSpPr>
                <p:grpSp>
                  <p:nvGrpSpPr>
                    <p:cNvPr id="393" name=""/>
                    <p:cNvGrpSpPr/>
                    <p:nvPr/>
                  </p:nvGrpSpPr>
                  <p:grpSpPr>
                    <a:xfrm>
                      <a:off x="2103480" y="2444760"/>
                      <a:ext cx="531720" cy="314280"/>
                      <a:chOff x="2103480" y="2444760"/>
                      <a:chExt cx="531720" cy="314280"/>
                    </a:xfrm>
                  </p:grpSpPr>
                  <p:grpSp>
                    <p:nvGrpSpPr>
                      <p:cNvPr id="394" name=""/>
                      <p:cNvGrpSpPr/>
                      <p:nvPr/>
                    </p:nvGrpSpPr>
                    <p:grpSpPr>
                      <a:xfrm>
                        <a:off x="2103480" y="2444760"/>
                        <a:ext cx="101520" cy="314280"/>
                        <a:chOff x="2103480" y="2444760"/>
                        <a:chExt cx="101520" cy="314280"/>
                      </a:xfrm>
                    </p:grpSpPr>
                    <p:sp>
                      <p:nvSpPr>
                        <p:cNvPr id="395" name=""/>
                        <p:cNvSpPr/>
                        <p:nvPr/>
                      </p:nvSpPr>
                      <p:spPr>
                        <a:xfrm>
                          <a:off x="210348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96" name=""/>
                        <p:cNvSpPr/>
                        <p:nvPr/>
                      </p:nvSpPr>
                      <p:spPr>
                        <a:xfrm>
                          <a:off x="21733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397" name=""/>
                        <p:cNvSpPr/>
                        <p:nvPr/>
                      </p:nvSpPr>
                      <p:spPr>
                        <a:xfrm>
                          <a:off x="21128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398" name=""/>
                      <p:cNvGrpSpPr/>
                      <p:nvPr/>
                    </p:nvGrpSpPr>
                    <p:grpSpPr>
                      <a:xfrm>
                        <a:off x="2211480" y="2444760"/>
                        <a:ext cx="101520" cy="314280"/>
                        <a:chOff x="2211480" y="2444760"/>
                        <a:chExt cx="101520" cy="314280"/>
                      </a:xfrm>
                    </p:grpSpPr>
                    <p:sp>
                      <p:nvSpPr>
                        <p:cNvPr id="399" name=""/>
                        <p:cNvSpPr/>
                        <p:nvPr/>
                      </p:nvSpPr>
                      <p:spPr>
                        <a:xfrm>
                          <a:off x="221148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0" name=""/>
                        <p:cNvSpPr/>
                        <p:nvPr/>
                      </p:nvSpPr>
                      <p:spPr>
                        <a:xfrm>
                          <a:off x="22813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1" name=""/>
                        <p:cNvSpPr/>
                        <p:nvPr/>
                      </p:nvSpPr>
                      <p:spPr>
                        <a:xfrm>
                          <a:off x="22208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02" name=""/>
                      <p:cNvGrpSpPr/>
                      <p:nvPr/>
                    </p:nvGrpSpPr>
                    <p:grpSpPr>
                      <a:xfrm>
                        <a:off x="2319480" y="2444760"/>
                        <a:ext cx="101520" cy="314280"/>
                        <a:chOff x="2319480" y="2444760"/>
                        <a:chExt cx="101520" cy="314280"/>
                      </a:xfrm>
                    </p:grpSpPr>
                    <p:sp>
                      <p:nvSpPr>
                        <p:cNvPr id="403" name=""/>
                        <p:cNvSpPr/>
                        <p:nvPr/>
                      </p:nvSpPr>
                      <p:spPr>
                        <a:xfrm>
                          <a:off x="231948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4" name=""/>
                        <p:cNvSpPr/>
                        <p:nvPr/>
                      </p:nvSpPr>
                      <p:spPr>
                        <a:xfrm>
                          <a:off x="23893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5" name=""/>
                        <p:cNvSpPr/>
                        <p:nvPr/>
                      </p:nvSpPr>
                      <p:spPr>
                        <a:xfrm>
                          <a:off x="23288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06" name=""/>
                      <p:cNvGrpSpPr/>
                      <p:nvPr/>
                    </p:nvGrpSpPr>
                    <p:grpSpPr>
                      <a:xfrm>
                        <a:off x="2427120" y="2444760"/>
                        <a:ext cx="101880" cy="314280"/>
                        <a:chOff x="2427120" y="2444760"/>
                        <a:chExt cx="101880" cy="314280"/>
                      </a:xfrm>
                    </p:grpSpPr>
                    <p:sp>
                      <p:nvSpPr>
                        <p:cNvPr id="407" name=""/>
                        <p:cNvSpPr/>
                        <p:nvPr/>
                      </p:nvSpPr>
                      <p:spPr>
                        <a:xfrm>
                          <a:off x="2427120" y="2444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8" name=""/>
                        <p:cNvSpPr/>
                        <p:nvPr/>
                      </p:nvSpPr>
                      <p:spPr>
                        <a:xfrm>
                          <a:off x="24955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09" name=""/>
                        <p:cNvSpPr/>
                        <p:nvPr/>
                      </p:nvSpPr>
                      <p:spPr>
                        <a:xfrm>
                          <a:off x="243684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10" name=""/>
                      <p:cNvGrpSpPr/>
                      <p:nvPr/>
                    </p:nvGrpSpPr>
                    <p:grpSpPr>
                      <a:xfrm>
                        <a:off x="2533680" y="2444760"/>
                        <a:ext cx="101520" cy="314280"/>
                        <a:chOff x="2533680" y="2444760"/>
                        <a:chExt cx="101520" cy="314280"/>
                      </a:xfrm>
                    </p:grpSpPr>
                    <p:sp>
                      <p:nvSpPr>
                        <p:cNvPr id="411" name=""/>
                        <p:cNvSpPr/>
                        <p:nvPr/>
                      </p:nvSpPr>
                      <p:spPr>
                        <a:xfrm>
                          <a:off x="253368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12" name=""/>
                        <p:cNvSpPr/>
                        <p:nvPr/>
                      </p:nvSpPr>
                      <p:spPr>
                        <a:xfrm>
                          <a:off x="26035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13" name=""/>
                        <p:cNvSpPr/>
                        <p:nvPr/>
                      </p:nvSpPr>
                      <p:spPr>
                        <a:xfrm>
                          <a:off x="254160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14" name=""/>
                    <p:cNvGrpSpPr/>
                    <p:nvPr/>
                  </p:nvGrpSpPr>
                  <p:grpSpPr>
                    <a:xfrm>
                      <a:off x="2103480" y="2777760"/>
                      <a:ext cx="531720" cy="314280"/>
                      <a:chOff x="2103480" y="2777760"/>
                      <a:chExt cx="531720" cy="314280"/>
                    </a:xfrm>
                  </p:grpSpPr>
                  <p:grpSp>
                    <p:nvGrpSpPr>
                      <p:cNvPr id="415" name=""/>
                      <p:cNvGrpSpPr/>
                      <p:nvPr/>
                    </p:nvGrpSpPr>
                    <p:grpSpPr>
                      <a:xfrm>
                        <a:off x="2103480" y="2777760"/>
                        <a:ext cx="101520" cy="314280"/>
                        <a:chOff x="2103480" y="2777760"/>
                        <a:chExt cx="101520" cy="314280"/>
                      </a:xfrm>
                    </p:grpSpPr>
                    <p:sp>
                      <p:nvSpPr>
                        <p:cNvPr id="416" name=""/>
                        <p:cNvSpPr/>
                        <p:nvPr/>
                      </p:nvSpPr>
                      <p:spPr>
                        <a:xfrm flipV="1">
                          <a:off x="210348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17" name=""/>
                        <p:cNvSpPr/>
                        <p:nvPr/>
                      </p:nvSpPr>
                      <p:spPr>
                        <a:xfrm flipV="1">
                          <a:off x="21733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18" name=""/>
                        <p:cNvSpPr/>
                        <p:nvPr/>
                      </p:nvSpPr>
                      <p:spPr>
                        <a:xfrm flipV="1">
                          <a:off x="21128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19" name=""/>
                      <p:cNvGrpSpPr/>
                      <p:nvPr/>
                    </p:nvGrpSpPr>
                    <p:grpSpPr>
                      <a:xfrm>
                        <a:off x="2211480" y="2777760"/>
                        <a:ext cx="101520" cy="314280"/>
                        <a:chOff x="2211480" y="2777760"/>
                        <a:chExt cx="101520" cy="314280"/>
                      </a:xfrm>
                    </p:grpSpPr>
                    <p:sp>
                      <p:nvSpPr>
                        <p:cNvPr id="420" name=""/>
                        <p:cNvSpPr/>
                        <p:nvPr/>
                      </p:nvSpPr>
                      <p:spPr>
                        <a:xfrm flipV="1">
                          <a:off x="221148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21" name=""/>
                        <p:cNvSpPr/>
                        <p:nvPr/>
                      </p:nvSpPr>
                      <p:spPr>
                        <a:xfrm flipV="1">
                          <a:off x="22813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22" name=""/>
                        <p:cNvSpPr/>
                        <p:nvPr/>
                      </p:nvSpPr>
                      <p:spPr>
                        <a:xfrm flipV="1">
                          <a:off x="22208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23" name=""/>
                      <p:cNvGrpSpPr/>
                      <p:nvPr/>
                    </p:nvGrpSpPr>
                    <p:grpSpPr>
                      <a:xfrm>
                        <a:off x="2319480" y="2777760"/>
                        <a:ext cx="101520" cy="314280"/>
                        <a:chOff x="2319480" y="2777760"/>
                        <a:chExt cx="101520" cy="314280"/>
                      </a:xfrm>
                    </p:grpSpPr>
                    <p:sp>
                      <p:nvSpPr>
                        <p:cNvPr id="424" name=""/>
                        <p:cNvSpPr/>
                        <p:nvPr/>
                      </p:nvSpPr>
                      <p:spPr>
                        <a:xfrm flipV="1">
                          <a:off x="231948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25" name=""/>
                        <p:cNvSpPr/>
                        <p:nvPr/>
                      </p:nvSpPr>
                      <p:spPr>
                        <a:xfrm flipV="1">
                          <a:off x="23893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26" name=""/>
                        <p:cNvSpPr/>
                        <p:nvPr/>
                      </p:nvSpPr>
                      <p:spPr>
                        <a:xfrm flipV="1">
                          <a:off x="23288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27" name=""/>
                      <p:cNvGrpSpPr/>
                      <p:nvPr/>
                    </p:nvGrpSpPr>
                    <p:grpSpPr>
                      <a:xfrm>
                        <a:off x="2427120" y="2777760"/>
                        <a:ext cx="101880" cy="314280"/>
                        <a:chOff x="2427120" y="2777760"/>
                        <a:chExt cx="101880" cy="314280"/>
                      </a:xfrm>
                    </p:grpSpPr>
                    <p:sp>
                      <p:nvSpPr>
                        <p:cNvPr id="428" name=""/>
                        <p:cNvSpPr/>
                        <p:nvPr/>
                      </p:nvSpPr>
                      <p:spPr>
                        <a:xfrm flipV="1">
                          <a:off x="2427120" y="3002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29" name=""/>
                        <p:cNvSpPr/>
                        <p:nvPr/>
                      </p:nvSpPr>
                      <p:spPr>
                        <a:xfrm flipV="1">
                          <a:off x="24955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30" name=""/>
                        <p:cNvSpPr/>
                        <p:nvPr/>
                      </p:nvSpPr>
                      <p:spPr>
                        <a:xfrm flipV="1">
                          <a:off x="243684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31" name=""/>
                      <p:cNvGrpSpPr/>
                      <p:nvPr/>
                    </p:nvGrpSpPr>
                    <p:grpSpPr>
                      <a:xfrm>
                        <a:off x="2533680" y="2777760"/>
                        <a:ext cx="101520" cy="314280"/>
                        <a:chOff x="2533680" y="2777760"/>
                        <a:chExt cx="101520" cy="314280"/>
                      </a:xfrm>
                    </p:grpSpPr>
                    <p:sp>
                      <p:nvSpPr>
                        <p:cNvPr id="432" name=""/>
                        <p:cNvSpPr/>
                        <p:nvPr/>
                      </p:nvSpPr>
                      <p:spPr>
                        <a:xfrm flipV="1">
                          <a:off x="253368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33" name=""/>
                        <p:cNvSpPr/>
                        <p:nvPr/>
                      </p:nvSpPr>
                      <p:spPr>
                        <a:xfrm flipV="1">
                          <a:off x="26035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34" name=""/>
                        <p:cNvSpPr/>
                        <p:nvPr/>
                      </p:nvSpPr>
                      <p:spPr>
                        <a:xfrm flipV="1">
                          <a:off x="254160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</p:grpSp>
            <p:grpSp>
              <p:nvGrpSpPr>
                <p:cNvPr id="435" name=""/>
                <p:cNvGrpSpPr/>
                <p:nvPr/>
              </p:nvGrpSpPr>
              <p:grpSpPr>
                <a:xfrm>
                  <a:off x="3503520" y="2444760"/>
                  <a:ext cx="1077840" cy="647280"/>
                  <a:chOff x="3503520" y="2444760"/>
                  <a:chExt cx="1077840" cy="647280"/>
                </a:xfrm>
              </p:grpSpPr>
              <p:grpSp>
                <p:nvGrpSpPr>
                  <p:cNvPr id="436" name=""/>
                  <p:cNvGrpSpPr/>
                  <p:nvPr/>
                </p:nvGrpSpPr>
                <p:grpSpPr>
                  <a:xfrm>
                    <a:off x="3503520" y="2444760"/>
                    <a:ext cx="533520" cy="647280"/>
                    <a:chOff x="3503520" y="2444760"/>
                    <a:chExt cx="533520" cy="647280"/>
                  </a:xfrm>
                </p:grpSpPr>
                <p:grpSp>
                  <p:nvGrpSpPr>
                    <p:cNvPr id="437" name=""/>
                    <p:cNvGrpSpPr/>
                    <p:nvPr/>
                  </p:nvGrpSpPr>
                  <p:grpSpPr>
                    <a:xfrm>
                      <a:off x="3503520" y="2444760"/>
                      <a:ext cx="533520" cy="314280"/>
                      <a:chOff x="3503520" y="2444760"/>
                      <a:chExt cx="533520" cy="314280"/>
                    </a:xfrm>
                  </p:grpSpPr>
                  <p:grpSp>
                    <p:nvGrpSpPr>
                      <p:cNvPr id="438" name=""/>
                      <p:cNvGrpSpPr/>
                      <p:nvPr/>
                    </p:nvGrpSpPr>
                    <p:grpSpPr>
                      <a:xfrm>
                        <a:off x="3503520" y="2444760"/>
                        <a:ext cx="101520" cy="314280"/>
                        <a:chOff x="3503520" y="2444760"/>
                        <a:chExt cx="101520" cy="314280"/>
                      </a:xfrm>
                    </p:grpSpPr>
                    <p:sp>
                      <p:nvSpPr>
                        <p:cNvPr id="439" name=""/>
                        <p:cNvSpPr/>
                        <p:nvPr/>
                      </p:nvSpPr>
                      <p:spPr>
                        <a:xfrm>
                          <a:off x="350352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0" name=""/>
                        <p:cNvSpPr/>
                        <p:nvPr/>
                      </p:nvSpPr>
                      <p:spPr>
                        <a:xfrm>
                          <a:off x="3573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1" name=""/>
                        <p:cNvSpPr/>
                        <p:nvPr/>
                      </p:nvSpPr>
                      <p:spPr>
                        <a:xfrm>
                          <a:off x="35114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42" name=""/>
                      <p:cNvGrpSpPr/>
                      <p:nvPr/>
                    </p:nvGrpSpPr>
                    <p:grpSpPr>
                      <a:xfrm>
                        <a:off x="3611520" y="2444760"/>
                        <a:ext cx="101520" cy="314280"/>
                        <a:chOff x="3611520" y="2444760"/>
                        <a:chExt cx="101520" cy="314280"/>
                      </a:xfrm>
                    </p:grpSpPr>
                    <p:sp>
                      <p:nvSpPr>
                        <p:cNvPr id="443" name=""/>
                        <p:cNvSpPr/>
                        <p:nvPr/>
                      </p:nvSpPr>
                      <p:spPr>
                        <a:xfrm>
                          <a:off x="361152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4" name=""/>
                        <p:cNvSpPr/>
                        <p:nvPr/>
                      </p:nvSpPr>
                      <p:spPr>
                        <a:xfrm>
                          <a:off x="3681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5" name=""/>
                        <p:cNvSpPr/>
                        <p:nvPr/>
                      </p:nvSpPr>
                      <p:spPr>
                        <a:xfrm>
                          <a:off x="36194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46" name=""/>
                      <p:cNvGrpSpPr/>
                      <p:nvPr/>
                    </p:nvGrpSpPr>
                    <p:grpSpPr>
                      <a:xfrm>
                        <a:off x="3719520" y="2444760"/>
                        <a:ext cx="101520" cy="314280"/>
                        <a:chOff x="3719520" y="2444760"/>
                        <a:chExt cx="101520" cy="314280"/>
                      </a:xfrm>
                    </p:grpSpPr>
                    <p:sp>
                      <p:nvSpPr>
                        <p:cNvPr id="447" name=""/>
                        <p:cNvSpPr/>
                        <p:nvPr/>
                      </p:nvSpPr>
                      <p:spPr>
                        <a:xfrm>
                          <a:off x="371952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8" name=""/>
                        <p:cNvSpPr/>
                        <p:nvPr/>
                      </p:nvSpPr>
                      <p:spPr>
                        <a:xfrm>
                          <a:off x="3789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49" name=""/>
                        <p:cNvSpPr/>
                        <p:nvPr/>
                      </p:nvSpPr>
                      <p:spPr>
                        <a:xfrm>
                          <a:off x="372744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50" name=""/>
                      <p:cNvGrpSpPr/>
                      <p:nvPr/>
                    </p:nvGrpSpPr>
                    <p:grpSpPr>
                      <a:xfrm>
                        <a:off x="3827520" y="2444760"/>
                        <a:ext cx="101520" cy="314280"/>
                        <a:chOff x="3827520" y="2444760"/>
                        <a:chExt cx="101520" cy="314280"/>
                      </a:xfrm>
                    </p:grpSpPr>
                    <p:sp>
                      <p:nvSpPr>
                        <p:cNvPr id="451" name=""/>
                        <p:cNvSpPr/>
                        <p:nvPr/>
                      </p:nvSpPr>
                      <p:spPr>
                        <a:xfrm>
                          <a:off x="382752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52" name=""/>
                        <p:cNvSpPr/>
                        <p:nvPr/>
                      </p:nvSpPr>
                      <p:spPr>
                        <a:xfrm>
                          <a:off x="3897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53" name=""/>
                        <p:cNvSpPr/>
                        <p:nvPr/>
                      </p:nvSpPr>
                      <p:spPr>
                        <a:xfrm>
                          <a:off x="383544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54" name=""/>
                      <p:cNvGrpSpPr/>
                      <p:nvPr/>
                    </p:nvGrpSpPr>
                    <p:grpSpPr>
                      <a:xfrm>
                        <a:off x="3935520" y="2444760"/>
                        <a:ext cx="101520" cy="314280"/>
                        <a:chOff x="3935520" y="2444760"/>
                        <a:chExt cx="101520" cy="314280"/>
                      </a:xfrm>
                    </p:grpSpPr>
                    <p:sp>
                      <p:nvSpPr>
                        <p:cNvPr id="455" name=""/>
                        <p:cNvSpPr/>
                        <p:nvPr/>
                      </p:nvSpPr>
                      <p:spPr>
                        <a:xfrm>
                          <a:off x="393552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56" name=""/>
                        <p:cNvSpPr/>
                        <p:nvPr/>
                      </p:nvSpPr>
                      <p:spPr>
                        <a:xfrm>
                          <a:off x="4005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57" name=""/>
                        <p:cNvSpPr/>
                        <p:nvPr/>
                      </p:nvSpPr>
                      <p:spPr>
                        <a:xfrm>
                          <a:off x="394344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58" name=""/>
                    <p:cNvGrpSpPr/>
                    <p:nvPr/>
                  </p:nvGrpSpPr>
                  <p:grpSpPr>
                    <a:xfrm>
                      <a:off x="3503520" y="2777760"/>
                      <a:ext cx="533520" cy="314280"/>
                      <a:chOff x="3503520" y="2777760"/>
                      <a:chExt cx="533520" cy="314280"/>
                    </a:xfrm>
                  </p:grpSpPr>
                  <p:grpSp>
                    <p:nvGrpSpPr>
                      <p:cNvPr id="459" name=""/>
                      <p:cNvGrpSpPr/>
                      <p:nvPr/>
                    </p:nvGrpSpPr>
                    <p:grpSpPr>
                      <a:xfrm>
                        <a:off x="3503520" y="2777760"/>
                        <a:ext cx="101520" cy="314280"/>
                        <a:chOff x="3503520" y="2777760"/>
                        <a:chExt cx="101520" cy="314280"/>
                      </a:xfrm>
                    </p:grpSpPr>
                    <p:sp>
                      <p:nvSpPr>
                        <p:cNvPr id="460" name=""/>
                        <p:cNvSpPr/>
                        <p:nvPr/>
                      </p:nvSpPr>
                      <p:spPr>
                        <a:xfrm flipV="1">
                          <a:off x="350352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61" name=""/>
                        <p:cNvSpPr/>
                        <p:nvPr/>
                      </p:nvSpPr>
                      <p:spPr>
                        <a:xfrm flipV="1">
                          <a:off x="3573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62" name=""/>
                        <p:cNvSpPr/>
                        <p:nvPr/>
                      </p:nvSpPr>
                      <p:spPr>
                        <a:xfrm flipV="1">
                          <a:off x="35114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63" name=""/>
                      <p:cNvGrpSpPr/>
                      <p:nvPr/>
                    </p:nvGrpSpPr>
                    <p:grpSpPr>
                      <a:xfrm>
                        <a:off x="3611520" y="2777760"/>
                        <a:ext cx="101520" cy="314280"/>
                        <a:chOff x="3611520" y="2777760"/>
                        <a:chExt cx="101520" cy="314280"/>
                      </a:xfrm>
                    </p:grpSpPr>
                    <p:sp>
                      <p:nvSpPr>
                        <p:cNvPr id="464" name=""/>
                        <p:cNvSpPr/>
                        <p:nvPr/>
                      </p:nvSpPr>
                      <p:spPr>
                        <a:xfrm flipV="1">
                          <a:off x="361152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65" name=""/>
                        <p:cNvSpPr/>
                        <p:nvPr/>
                      </p:nvSpPr>
                      <p:spPr>
                        <a:xfrm flipV="1">
                          <a:off x="3681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66" name=""/>
                        <p:cNvSpPr/>
                        <p:nvPr/>
                      </p:nvSpPr>
                      <p:spPr>
                        <a:xfrm flipV="1">
                          <a:off x="36194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67" name=""/>
                      <p:cNvGrpSpPr/>
                      <p:nvPr/>
                    </p:nvGrpSpPr>
                    <p:grpSpPr>
                      <a:xfrm>
                        <a:off x="3719520" y="2777760"/>
                        <a:ext cx="101520" cy="314280"/>
                        <a:chOff x="3719520" y="2777760"/>
                        <a:chExt cx="101520" cy="314280"/>
                      </a:xfrm>
                    </p:grpSpPr>
                    <p:sp>
                      <p:nvSpPr>
                        <p:cNvPr id="468" name=""/>
                        <p:cNvSpPr/>
                        <p:nvPr/>
                      </p:nvSpPr>
                      <p:spPr>
                        <a:xfrm flipV="1">
                          <a:off x="371952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69" name=""/>
                        <p:cNvSpPr/>
                        <p:nvPr/>
                      </p:nvSpPr>
                      <p:spPr>
                        <a:xfrm flipV="1">
                          <a:off x="3789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70" name=""/>
                        <p:cNvSpPr/>
                        <p:nvPr/>
                      </p:nvSpPr>
                      <p:spPr>
                        <a:xfrm flipV="1">
                          <a:off x="372744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71" name=""/>
                      <p:cNvGrpSpPr/>
                      <p:nvPr/>
                    </p:nvGrpSpPr>
                    <p:grpSpPr>
                      <a:xfrm>
                        <a:off x="3827520" y="2777760"/>
                        <a:ext cx="101520" cy="314280"/>
                        <a:chOff x="3827520" y="2777760"/>
                        <a:chExt cx="101520" cy="314280"/>
                      </a:xfrm>
                    </p:grpSpPr>
                    <p:sp>
                      <p:nvSpPr>
                        <p:cNvPr id="472" name=""/>
                        <p:cNvSpPr/>
                        <p:nvPr/>
                      </p:nvSpPr>
                      <p:spPr>
                        <a:xfrm flipV="1">
                          <a:off x="382752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73" name=""/>
                        <p:cNvSpPr/>
                        <p:nvPr/>
                      </p:nvSpPr>
                      <p:spPr>
                        <a:xfrm flipV="1">
                          <a:off x="3897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74" name=""/>
                        <p:cNvSpPr/>
                        <p:nvPr/>
                      </p:nvSpPr>
                      <p:spPr>
                        <a:xfrm flipV="1">
                          <a:off x="383544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75" name=""/>
                      <p:cNvGrpSpPr/>
                      <p:nvPr/>
                    </p:nvGrpSpPr>
                    <p:grpSpPr>
                      <a:xfrm>
                        <a:off x="3935520" y="2777760"/>
                        <a:ext cx="101520" cy="314280"/>
                        <a:chOff x="3935520" y="2777760"/>
                        <a:chExt cx="101520" cy="314280"/>
                      </a:xfrm>
                    </p:grpSpPr>
                    <p:sp>
                      <p:nvSpPr>
                        <p:cNvPr id="476" name=""/>
                        <p:cNvSpPr/>
                        <p:nvPr/>
                      </p:nvSpPr>
                      <p:spPr>
                        <a:xfrm flipV="1">
                          <a:off x="393552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77" name=""/>
                        <p:cNvSpPr/>
                        <p:nvPr/>
                      </p:nvSpPr>
                      <p:spPr>
                        <a:xfrm flipV="1">
                          <a:off x="4005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78" name=""/>
                        <p:cNvSpPr/>
                        <p:nvPr/>
                      </p:nvSpPr>
                      <p:spPr>
                        <a:xfrm flipV="1">
                          <a:off x="394344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479" name=""/>
                  <p:cNvGrpSpPr/>
                  <p:nvPr/>
                </p:nvGrpSpPr>
                <p:grpSpPr>
                  <a:xfrm>
                    <a:off x="4048200" y="2444760"/>
                    <a:ext cx="533160" cy="647280"/>
                    <a:chOff x="4048200" y="2444760"/>
                    <a:chExt cx="533160" cy="647280"/>
                  </a:xfrm>
                </p:grpSpPr>
                <p:grpSp>
                  <p:nvGrpSpPr>
                    <p:cNvPr id="480" name=""/>
                    <p:cNvGrpSpPr/>
                    <p:nvPr/>
                  </p:nvGrpSpPr>
                  <p:grpSpPr>
                    <a:xfrm>
                      <a:off x="4048200" y="2444760"/>
                      <a:ext cx="533160" cy="314280"/>
                      <a:chOff x="4048200" y="2444760"/>
                      <a:chExt cx="533160" cy="314280"/>
                    </a:xfrm>
                  </p:grpSpPr>
                  <p:grpSp>
                    <p:nvGrpSpPr>
                      <p:cNvPr id="481" name=""/>
                      <p:cNvGrpSpPr/>
                      <p:nvPr/>
                    </p:nvGrpSpPr>
                    <p:grpSpPr>
                      <a:xfrm>
                        <a:off x="4048200" y="2444760"/>
                        <a:ext cx="101520" cy="314280"/>
                        <a:chOff x="4048200" y="2444760"/>
                        <a:chExt cx="101520" cy="314280"/>
                      </a:xfrm>
                    </p:grpSpPr>
                    <p:sp>
                      <p:nvSpPr>
                        <p:cNvPr id="482" name=""/>
                        <p:cNvSpPr/>
                        <p:nvPr/>
                      </p:nvSpPr>
                      <p:spPr>
                        <a:xfrm>
                          <a:off x="40482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83" name=""/>
                        <p:cNvSpPr/>
                        <p:nvPr/>
                      </p:nvSpPr>
                      <p:spPr>
                        <a:xfrm>
                          <a:off x="41180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84" name=""/>
                        <p:cNvSpPr/>
                        <p:nvPr/>
                      </p:nvSpPr>
                      <p:spPr>
                        <a:xfrm>
                          <a:off x="40561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85" name=""/>
                      <p:cNvGrpSpPr/>
                      <p:nvPr/>
                    </p:nvGrpSpPr>
                    <p:grpSpPr>
                      <a:xfrm>
                        <a:off x="4156200" y="2444760"/>
                        <a:ext cx="101520" cy="314280"/>
                        <a:chOff x="4156200" y="2444760"/>
                        <a:chExt cx="101520" cy="314280"/>
                      </a:xfrm>
                    </p:grpSpPr>
                    <p:sp>
                      <p:nvSpPr>
                        <p:cNvPr id="486" name=""/>
                        <p:cNvSpPr/>
                        <p:nvPr/>
                      </p:nvSpPr>
                      <p:spPr>
                        <a:xfrm>
                          <a:off x="41562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87" name=""/>
                        <p:cNvSpPr/>
                        <p:nvPr/>
                      </p:nvSpPr>
                      <p:spPr>
                        <a:xfrm>
                          <a:off x="42242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88" name=""/>
                        <p:cNvSpPr/>
                        <p:nvPr/>
                      </p:nvSpPr>
                      <p:spPr>
                        <a:xfrm>
                          <a:off x="41641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89" name=""/>
                      <p:cNvGrpSpPr/>
                      <p:nvPr/>
                    </p:nvGrpSpPr>
                    <p:grpSpPr>
                      <a:xfrm>
                        <a:off x="4264200" y="2444760"/>
                        <a:ext cx="101520" cy="314280"/>
                        <a:chOff x="4264200" y="2444760"/>
                        <a:chExt cx="101520" cy="314280"/>
                      </a:xfrm>
                    </p:grpSpPr>
                    <p:sp>
                      <p:nvSpPr>
                        <p:cNvPr id="490" name=""/>
                        <p:cNvSpPr/>
                        <p:nvPr/>
                      </p:nvSpPr>
                      <p:spPr>
                        <a:xfrm>
                          <a:off x="426420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91" name=""/>
                        <p:cNvSpPr/>
                        <p:nvPr/>
                      </p:nvSpPr>
                      <p:spPr>
                        <a:xfrm>
                          <a:off x="43322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92" name=""/>
                        <p:cNvSpPr/>
                        <p:nvPr/>
                      </p:nvSpPr>
                      <p:spPr>
                        <a:xfrm>
                          <a:off x="427212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93" name=""/>
                      <p:cNvGrpSpPr/>
                      <p:nvPr/>
                    </p:nvGrpSpPr>
                    <p:grpSpPr>
                      <a:xfrm>
                        <a:off x="4371840" y="2444760"/>
                        <a:ext cx="101880" cy="314280"/>
                        <a:chOff x="4371840" y="2444760"/>
                        <a:chExt cx="101880" cy="314280"/>
                      </a:xfrm>
                    </p:grpSpPr>
                    <p:sp>
                      <p:nvSpPr>
                        <p:cNvPr id="494" name=""/>
                        <p:cNvSpPr/>
                        <p:nvPr/>
                      </p:nvSpPr>
                      <p:spPr>
                        <a:xfrm>
                          <a:off x="4371840" y="2444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95" name=""/>
                        <p:cNvSpPr/>
                        <p:nvPr/>
                      </p:nvSpPr>
                      <p:spPr>
                        <a:xfrm>
                          <a:off x="44402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96" name=""/>
                        <p:cNvSpPr/>
                        <p:nvPr/>
                      </p:nvSpPr>
                      <p:spPr>
                        <a:xfrm>
                          <a:off x="437976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497" name=""/>
                      <p:cNvGrpSpPr/>
                      <p:nvPr/>
                    </p:nvGrpSpPr>
                    <p:grpSpPr>
                      <a:xfrm>
                        <a:off x="4479840" y="2444760"/>
                        <a:ext cx="101520" cy="314280"/>
                        <a:chOff x="4479840" y="2444760"/>
                        <a:chExt cx="101520" cy="314280"/>
                      </a:xfrm>
                    </p:grpSpPr>
                    <p:sp>
                      <p:nvSpPr>
                        <p:cNvPr id="498" name=""/>
                        <p:cNvSpPr/>
                        <p:nvPr/>
                      </p:nvSpPr>
                      <p:spPr>
                        <a:xfrm>
                          <a:off x="447984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499" name=""/>
                        <p:cNvSpPr/>
                        <p:nvPr/>
                      </p:nvSpPr>
                      <p:spPr>
                        <a:xfrm>
                          <a:off x="454824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00" name=""/>
                        <p:cNvSpPr/>
                        <p:nvPr/>
                      </p:nvSpPr>
                      <p:spPr>
                        <a:xfrm>
                          <a:off x="448776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01" name=""/>
                    <p:cNvGrpSpPr/>
                    <p:nvPr/>
                  </p:nvGrpSpPr>
                  <p:grpSpPr>
                    <a:xfrm>
                      <a:off x="4048200" y="2777760"/>
                      <a:ext cx="533160" cy="314280"/>
                      <a:chOff x="4048200" y="2777760"/>
                      <a:chExt cx="533160" cy="314280"/>
                    </a:xfrm>
                  </p:grpSpPr>
                  <p:grpSp>
                    <p:nvGrpSpPr>
                      <p:cNvPr id="502" name=""/>
                      <p:cNvGrpSpPr/>
                      <p:nvPr/>
                    </p:nvGrpSpPr>
                    <p:grpSpPr>
                      <a:xfrm>
                        <a:off x="4048200" y="2777760"/>
                        <a:ext cx="101520" cy="314280"/>
                        <a:chOff x="4048200" y="2777760"/>
                        <a:chExt cx="101520" cy="314280"/>
                      </a:xfrm>
                    </p:grpSpPr>
                    <p:sp>
                      <p:nvSpPr>
                        <p:cNvPr id="503" name=""/>
                        <p:cNvSpPr/>
                        <p:nvPr/>
                      </p:nvSpPr>
                      <p:spPr>
                        <a:xfrm flipV="1">
                          <a:off x="40482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04" name=""/>
                        <p:cNvSpPr/>
                        <p:nvPr/>
                      </p:nvSpPr>
                      <p:spPr>
                        <a:xfrm flipV="1">
                          <a:off x="41180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05" name=""/>
                        <p:cNvSpPr/>
                        <p:nvPr/>
                      </p:nvSpPr>
                      <p:spPr>
                        <a:xfrm flipV="1">
                          <a:off x="40561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06" name=""/>
                      <p:cNvGrpSpPr/>
                      <p:nvPr/>
                    </p:nvGrpSpPr>
                    <p:grpSpPr>
                      <a:xfrm>
                        <a:off x="4156200" y="2777760"/>
                        <a:ext cx="101520" cy="314280"/>
                        <a:chOff x="4156200" y="2777760"/>
                        <a:chExt cx="101520" cy="314280"/>
                      </a:xfrm>
                    </p:grpSpPr>
                    <p:sp>
                      <p:nvSpPr>
                        <p:cNvPr id="507" name=""/>
                        <p:cNvSpPr/>
                        <p:nvPr/>
                      </p:nvSpPr>
                      <p:spPr>
                        <a:xfrm flipV="1">
                          <a:off x="41562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08" name=""/>
                        <p:cNvSpPr/>
                        <p:nvPr/>
                      </p:nvSpPr>
                      <p:spPr>
                        <a:xfrm flipV="1">
                          <a:off x="42242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09" name=""/>
                        <p:cNvSpPr/>
                        <p:nvPr/>
                      </p:nvSpPr>
                      <p:spPr>
                        <a:xfrm flipV="1">
                          <a:off x="41641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10" name=""/>
                      <p:cNvGrpSpPr/>
                      <p:nvPr/>
                    </p:nvGrpSpPr>
                    <p:grpSpPr>
                      <a:xfrm>
                        <a:off x="4264200" y="2777760"/>
                        <a:ext cx="101520" cy="314280"/>
                        <a:chOff x="4264200" y="2777760"/>
                        <a:chExt cx="101520" cy="314280"/>
                      </a:xfrm>
                    </p:grpSpPr>
                    <p:sp>
                      <p:nvSpPr>
                        <p:cNvPr id="511" name=""/>
                        <p:cNvSpPr/>
                        <p:nvPr/>
                      </p:nvSpPr>
                      <p:spPr>
                        <a:xfrm flipV="1">
                          <a:off x="426420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12" name=""/>
                        <p:cNvSpPr/>
                        <p:nvPr/>
                      </p:nvSpPr>
                      <p:spPr>
                        <a:xfrm flipV="1">
                          <a:off x="43322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13" name=""/>
                        <p:cNvSpPr/>
                        <p:nvPr/>
                      </p:nvSpPr>
                      <p:spPr>
                        <a:xfrm flipV="1">
                          <a:off x="427212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14" name=""/>
                      <p:cNvGrpSpPr/>
                      <p:nvPr/>
                    </p:nvGrpSpPr>
                    <p:grpSpPr>
                      <a:xfrm>
                        <a:off x="4371840" y="2777760"/>
                        <a:ext cx="101880" cy="314280"/>
                        <a:chOff x="4371840" y="2777760"/>
                        <a:chExt cx="101880" cy="314280"/>
                      </a:xfrm>
                    </p:grpSpPr>
                    <p:sp>
                      <p:nvSpPr>
                        <p:cNvPr id="515" name=""/>
                        <p:cNvSpPr/>
                        <p:nvPr/>
                      </p:nvSpPr>
                      <p:spPr>
                        <a:xfrm flipV="1">
                          <a:off x="4371840" y="3002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16" name=""/>
                        <p:cNvSpPr/>
                        <p:nvPr/>
                      </p:nvSpPr>
                      <p:spPr>
                        <a:xfrm flipV="1">
                          <a:off x="44402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17" name=""/>
                        <p:cNvSpPr/>
                        <p:nvPr/>
                      </p:nvSpPr>
                      <p:spPr>
                        <a:xfrm flipV="1">
                          <a:off x="437976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18" name=""/>
                      <p:cNvGrpSpPr/>
                      <p:nvPr/>
                    </p:nvGrpSpPr>
                    <p:grpSpPr>
                      <a:xfrm>
                        <a:off x="4479840" y="2777760"/>
                        <a:ext cx="101520" cy="314280"/>
                        <a:chOff x="4479840" y="2777760"/>
                        <a:chExt cx="101520" cy="314280"/>
                      </a:xfrm>
                    </p:grpSpPr>
                    <p:sp>
                      <p:nvSpPr>
                        <p:cNvPr id="519" name=""/>
                        <p:cNvSpPr/>
                        <p:nvPr/>
                      </p:nvSpPr>
                      <p:spPr>
                        <a:xfrm flipV="1">
                          <a:off x="447984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20" name=""/>
                        <p:cNvSpPr/>
                        <p:nvPr/>
                      </p:nvSpPr>
                      <p:spPr>
                        <a:xfrm flipV="1">
                          <a:off x="454824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21" name=""/>
                        <p:cNvSpPr/>
                        <p:nvPr/>
                      </p:nvSpPr>
                      <p:spPr>
                        <a:xfrm flipV="1">
                          <a:off x="448776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</p:grpSp>
            <p:grpSp>
              <p:nvGrpSpPr>
                <p:cNvPr id="522" name=""/>
                <p:cNvGrpSpPr/>
                <p:nvPr/>
              </p:nvGrpSpPr>
              <p:grpSpPr>
                <a:xfrm>
                  <a:off x="5516640" y="2444760"/>
                  <a:ext cx="1077840" cy="647280"/>
                  <a:chOff x="5516640" y="2444760"/>
                  <a:chExt cx="1077840" cy="647280"/>
                </a:xfrm>
              </p:grpSpPr>
              <p:grpSp>
                <p:nvGrpSpPr>
                  <p:cNvPr id="523" name=""/>
                  <p:cNvGrpSpPr/>
                  <p:nvPr/>
                </p:nvGrpSpPr>
                <p:grpSpPr>
                  <a:xfrm>
                    <a:off x="5516640" y="2444760"/>
                    <a:ext cx="533160" cy="647280"/>
                    <a:chOff x="5516640" y="2444760"/>
                    <a:chExt cx="533160" cy="647280"/>
                  </a:xfrm>
                </p:grpSpPr>
                <p:grpSp>
                  <p:nvGrpSpPr>
                    <p:cNvPr id="524" name=""/>
                    <p:cNvGrpSpPr/>
                    <p:nvPr/>
                  </p:nvGrpSpPr>
                  <p:grpSpPr>
                    <a:xfrm>
                      <a:off x="5516640" y="2444760"/>
                      <a:ext cx="533160" cy="314280"/>
                      <a:chOff x="5516640" y="2444760"/>
                      <a:chExt cx="533160" cy="314280"/>
                    </a:xfrm>
                  </p:grpSpPr>
                  <p:grpSp>
                    <p:nvGrpSpPr>
                      <p:cNvPr id="525" name=""/>
                      <p:cNvGrpSpPr/>
                      <p:nvPr/>
                    </p:nvGrpSpPr>
                    <p:grpSpPr>
                      <a:xfrm>
                        <a:off x="5516640" y="2444760"/>
                        <a:ext cx="101520" cy="314280"/>
                        <a:chOff x="5516640" y="2444760"/>
                        <a:chExt cx="101520" cy="314280"/>
                      </a:xfrm>
                    </p:grpSpPr>
                    <p:sp>
                      <p:nvSpPr>
                        <p:cNvPr id="526" name=""/>
                        <p:cNvSpPr/>
                        <p:nvPr/>
                      </p:nvSpPr>
                      <p:spPr>
                        <a:xfrm>
                          <a:off x="551664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27" name=""/>
                        <p:cNvSpPr/>
                        <p:nvPr/>
                      </p:nvSpPr>
                      <p:spPr>
                        <a:xfrm>
                          <a:off x="558648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28" name=""/>
                        <p:cNvSpPr/>
                        <p:nvPr/>
                      </p:nvSpPr>
                      <p:spPr>
                        <a:xfrm>
                          <a:off x="552456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29" name=""/>
                      <p:cNvGrpSpPr/>
                      <p:nvPr/>
                    </p:nvGrpSpPr>
                    <p:grpSpPr>
                      <a:xfrm>
                        <a:off x="5624640" y="2444760"/>
                        <a:ext cx="101520" cy="314280"/>
                        <a:chOff x="5624640" y="2444760"/>
                        <a:chExt cx="101520" cy="314280"/>
                      </a:xfrm>
                    </p:grpSpPr>
                    <p:sp>
                      <p:nvSpPr>
                        <p:cNvPr id="530" name=""/>
                        <p:cNvSpPr/>
                        <p:nvPr/>
                      </p:nvSpPr>
                      <p:spPr>
                        <a:xfrm>
                          <a:off x="562464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31" name=""/>
                        <p:cNvSpPr/>
                        <p:nvPr/>
                      </p:nvSpPr>
                      <p:spPr>
                        <a:xfrm>
                          <a:off x="569448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32" name=""/>
                        <p:cNvSpPr/>
                        <p:nvPr/>
                      </p:nvSpPr>
                      <p:spPr>
                        <a:xfrm>
                          <a:off x="563256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33" name=""/>
                      <p:cNvGrpSpPr/>
                      <p:nvPr/>
                    </p:nvGrpSpPr>
                    <p:grpSpPr>
                      <a:xfrm>
                        <a:off x="5732640" y="2444760"/>
                        <a:ext cx="101520" cy="314280"/>
                        <a:chOff x="5732640" y="2444760"/>
                        <a:chExt cx="101520" cy="314280"/>
                      </a:xfrm>
                    </p:grpSpPr>
                    <p:sp>
                      <p:nvSpPr>
                        <p:cNvPr id="534" name=""/>
                        <p:cNvSpPr/>
                        <p:nvPr/>
                      </p:nvSpPr>
                      <p:spPr>
                        <a:xfrm>
                          <a:off x="573264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35" name=""/>
                        <p:cNvSpPr/>
                        <p:nvPr/>
                      </p:nvSpPr>
                      <p:spPr>
                        <a:xfrm>
                          <a:off x="580248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36" name=""/>
                        <p:cNvSpPr/>
                        <p:nvPr/>
                      </p:nvSpPr>
                      <p:spPr>
                        <a:xfrm>
                          <a:off x="574056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37" name=""/>
                      <p:cNvGrpSpPr/>
                      <p:nvPr/>
                    </p:nvGrpSpPr>
                    <p:grpSpPr>
                      <a:xfrm>
                        <a:off x="5840280" y="2444760"/>
                        <a:ext cx="101880" cy="314280"/>
                        <a:chOff x="5840280" y="2444760"/>
                        <a:chExt cx="101880" cy="314280"/>
                      </a:xfrm>
                    </p:grpSpPr>
                    <p:sp>
                      <p:nvSpPr>
                        <p:cNvPr id="538" name=""/>
                        <p:cNvSpPr/>
                        <p:nvPr/>
                      </p:nvSpPr>
                      <p:spPr>
                        <a:xfrm>
                          <a:off x="5840280" y="2444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39" name=""/>
                        <p:cNvSpPr/>
                        <p:nvPr/>
                      </p:nvSpPr>
                      <p:spPr>
                        <a:xfrm>
                          <a:off x="5910120" y="25369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40" name=""/>
                        <p:cNvSpPr/>
                        <p:nvPr/>
                      </p:nvSpPr>
                      <p:spPr>
                        <a:xfrm>
                          <a:off x="584820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41" name=""/>
                      <p:cNvGrpSpPr/>
                      <p:nvPr/>
                    </p:nvGrpSpPr>
                    <p:grpSpPr>
                      <a:xfrm>
                        <a:off x="5948280" y="2444760"/>
                        <a:ext cx="101520" cy="314280"/>
                        <a:chOff x="5948280" y="2444760"/>
                        <a:chExt cx="101520" cy="314280"/>
                      </a:xfrm>
                    </p:grpSpPr>
                    <p:sp>
                      <p:nvSpPr>
                        <p:cNvPr id="542" name=""/>
                        <p:cNvSpPr/>
                        <p:nvPr/>
                      </p:nvSpPr>
                      <p:spPr>
                        <a:xfrm>
                          <a:off x="594828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43" name=""/>
                        <p:cNvSpPr/>
                        <p:nvPr/>
                      </p:nvSpPr>
                      <p:spPr>
                        <a:xfrm>
                          <a:off x="601812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44" name=""/>
                        <p:cNvSpPr/>
                        <p:nvPr/>
                      </p:nvSpPr>
                      <p:spPr>
                        <a:xfrm>
                          <a:off x="595620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45" name=""/>
                    <p:cNvGrpSpPr/>
                    <p:nvPr/>
                  </p:nvGrpSpPr>
                  <p:grpSpPr>
                    <a:xfrm>
                      <a:off x="5516640" y="2777760"/>
                      <a:ext cx="533160" cy="314280"/>
                      <a:chOff x="5516640" y="2777760"/>
                      <a:chExt cx="533160" cy="314280"/>
                    </a:xfrm>
                  </p:grpSpPr>
                  <p:grpSp>
                    <p:nvGrpSpPr>
                      <p:cNvPr id="546" name=""/>
                      <p:cNvGrpSpPr/>
                      <p:nvPr/>
                    </p:nvGrpSpPr>
                    <p:grpSpPr>
                      <a:xfrm>
                        <a:off x="5516640" y="2777760"/>
                        <a:ext cx="101520" cy="314280"/>
                        <a:chOff x="5516640" y="2777760"/>
                        <a:chExt cx="101520" cy="314280"/>
                      </a:xfrm>
                    </p:grpSpPr>
                    <p:sp>
                      <p:nvSpPr>
                        <p:cNvPr id="547" name=""/>
                        <p:cNvSpPr/>
                        <p:nvPr/>
                      </p:nvSpPr>
                      <p:spPr>
                        <a:xfrm flipV="1">
                          <a:off x="551664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48" name=""/>
                        <p:cNvSpPr/>
                        <p:nvPr/>
                      </p:nvSpPr>
                      <p:spPr>
                        <a:xfrm flipV="1">
                          <a:off x="558648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49" name=""/>
                        <p:cNvSpPr/>
                        <p:nvPr/>
                      </p:nvSpPr>
                      <p:spPr>
                        <a:xfrm flipV="1">
                          <a:off x="552456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50" name=""/>
                      <p:cNvGrpSpPr/>
                      <p:nvPr/>
                    </p:nvGrpSpPr>
                    <p:grpSpPr>
                      <a:xfrm>
                        <a:off x="5624640" y="2777760"/>
                        <a:ext cx="101520" cy="314280"/>
                        <a:chOff x="5624640" y="2777760"/>
                        <a:chExt cx="101520" cy="314280"/>
                      </a:xfrm>
                    </p:grpSpPr>
                    <p:sp>
                      <p:nvSpPr>
                        <p:cNvPr id="551" name=""/>
                        <p:cNvSpPr/>
                        <p:nvPr/>
                      </p:nvSpPr>
                      <p:spPr>
                        <a:xfrm flipV="1">
                          <a:off x="562464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52" name=""/>
                        <p:cNvSpPr/>
                        <p:nvPr/>
                      </p:nvSpPr>
                      <p:spPr>
                        <a:xfrm flipV="1">
                          <a:off x="569448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53" name=""/>
                        <p:cNvSpPr/>
                        <p:nvPr/>
                      </p:nvSpPr>
                      <p:spPr>
                        <a:xfrm flipV="1">
                          <a:off x="563256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54" name=""/>
                      <p:cNvGrpSpPr/>
                      <p:nvPr/>
                    </p:nvGrpSpPr>
                    <p:grpSpPr>
                      <a:xfrm>
                        <a:off x="5732640" y="2777760"/>
                        <a:ext cx="101520" cy="314280"/>
                        <a:chOff x="5732640" y="2777760"/>
                        <a:chExt cx="101520" cy="314280"/>
                      </a:xfrm>
                    </p:grpSpPr>
                    <p:sp>
                      <p:nvSpPr>
                        <p:cNvPr id="555" name=""/>
                        <p:cNvSpPr/>
                        <p:nvPr/>
                      </p:nvSpPr>
                      <p:spPr>
                        <a:xfrm flipV="1">
                          <a:off x="573264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56" name=""/>
                        <p:cNvSpPr/>
                        <p:nvPr/>
                      </p:nvSpPr>
                      <p:spPr>
                        <a:xfrm flipV="1">
                          <a:off x="580248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57" name=""/>
                        <p:cNvSpPr/>
                        <p:nvPr/>
                      </p:nvSpPr>
                      <p:spPr>
                        <a:xfrm flipV="1">
                          <a:off x="574056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58" name=""/>
                      <p:cNvGrpSpPr/>
                      <p:nvPr/>
                    </p:nvGrpSpPr>
                    <p:grpSpPr>
                      <a:xfrm>
                        <a:off x="5840280" y="2777760"/>
                        <a:ext cx="101880" cy="314280"/>
                        <a:chOff x="5840280" y="2777760"/>
                        <a:chExt cx="101880" cy="314280"/>
                      </a:xfrm>
                    </p:grpSpPr>
                    <p:sp>
                      <p:nvSpPr>
                        <p:cNvPr id="559" name=""/>
                        <p:cNvSpPr/>
                        <p:nvPr/>
                      </p:nvSpPr>
                      <p:spPr>
                        <a:xfrm flipV="1">
                          <a:off x="5840280" y="3002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60" name=""/>
                        <p:cNvSpPr/>
                        <p:nvPr/>
                      </p:nvSpPr>
                      <p:spPr>
                        <a:xfrm flipV="1">
                          <a:off x="5910120" y="27853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61" name=""/>
                        <p:cNvSpPr/>
                        <p:nvPr/>
                      </p:nvSpPr>
                      <p:spPr>
                        <a:xfrm flipV="1">
                          <a:off x="584820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62" name=""/>
                      <p:cNvGrpSpPr/>
                      <p:nvPr/>
                    </p:nvGrpSpPr>
                    <p:grpSpPr>
                      <a:xfrm>
                        <a:off x="5948280" y="2777760"/>
                        <a:ext cx="101520" cy="314280"/>
                        <a:chOff x="5948280" y="2777760"/>
                        <a:chExt cx="101520" cy="314280"/>
                      </a:xfrm>
                    </p:grpSpPr>
                    <p:sp>
                      <p:nvSpPr>
                        <p:cNvPr id="563" name=""/>
                        <p:cNvSpPr/>
                        <p:nvPr/>
                      </p:nvSpPr>
                      <p:spPr>
                        <a:xfrm flipV="1">
                          <a:off x="594828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64" name=""/>
                        <p:cNvSpPr/>
                        <p:nvPr/>
                      </p:nvSpPr>
                      <p:spPr>
                        <a:xfrm flipV="1">
                          <a:off x="601812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65" name=""/>
                        <p:cNvSpPr/>
                        <p:nvPr/>
                      </p:nvSpPr>
                      <p:spPr>
                        <a:xfrm flipV="1">
                          <a:off x="595620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566" name=""/>
                  <p:cNvGrpSpPr/>
                  <p:nvPr/>
                </p:nvGrpSpPr>
                <p:grpSpPr>
                  <a:xfrm>
                    <a:off x="6060960" y="2444760"/>
                    <a:ext cx="533520" cy="647280"/>
                    <a:chOff x="6060960" y="2444760"/>
                    <a:chExt cx="533520" cy="647280"/>
                  </a:xfrm>
                </p:grpSpPr>
                <p:grpSp>
                  <p:nvGrpSpPr>
                    <p:cNvPr id="567" name=""/>
                    <p:cNvGrpSpPr/>
                    <p:nvPr/>
                  </p:nvGrpSpPr>
                  <p:grpSpPr>
                    <a:xfrm>
                      <a:off x="6060960" y="2444760"/>
                      <a:ext cx="533520" cy="314280"/>
                      <a:chOff x="6060960" y="2444760"/>
                      <a:chExt cx="533520" cy="314280"/>
                    </a:xfrm>
                  </p:grpSpPr>
                  <p:grpSp>
                    <p:nvGrpSpPr>
                      <p:cNvPr id="568" name=""/>
                      <p:cNvGrpSpPr/>
                      <p:nvPr/>
                    </p:nvGrpSpPr>
                    <p:grpSpPr>
                      <a:xfrm>
                        <a:off x="6060960" y="2444760"/>
                        <a:ext cx="101880" cy="314280"/>
                        <a:chOff x="6060960" y="2444760"/>
                        <a:chExt cx="101880" cy="314280"/>
                      </a:xfrm>
                    </p:grpSpPr>
                    <p:sp>
                      <p:nvSpPr>
                        <p:cNvPr id="569" name=""/>
                        <p:cNvSpPr/>
                        <p:nvPr/>
                      </p:nvSpPr>
                      <p:spPr>
                        <a:xfrm>
                          <a:off x="6060960" y="2444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0" name=""/>
                        <p:cNvSpPr/>
                        <p:nvPr/>
                      </p:nvSpPr>
                      <p:spPr>
                        <a:xfrm>
                          <a:off x="6130800" y="25369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1" name=""/>
                        <p:cNvSpPr/>
                        <p:nvPr/>
                      </p:nvSpPr>
                      <p:spPr>
                        <a:xfrm>
                          <a:off x="606888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72" name=""/>
                      <p:cNvGrpSpPr/>
                      <p:nvPr/>
                    </p:nvGrpSpPr>
                    <p:grpSpPr>
                      <a:xfrm>
                        <a:off x="6168960" y="2444760"/>
                        <a:ext cx="101520" cy="314280"/>
                        <a:chOff x="6168960" y="2444760"/>
                        <a:chExt cx="101520" cy="314280"/>
                      </a:xfrm>
                    </p:grpSpPr>
                    <p:sp>
                      <p:nvSpPr>
                        <p:cNvPr id="573" name=""/>
                        <p:cNvSpPr/>
                        <p:nvPr/>
                      </p:nvSpPr>
                      <p:spPr>
                        <a:xfrm>
                          <a:off x="616896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4" name=""/>
                        <p:cNvSpPr/>
                        <p:nvPr/>
                      </p:nvSpPr>
                      <p:spPr>
                        <a:xfrm>
                          <a:off x="623736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5" name=""/>
                        <p:cNvSpPr/>
                        <p:nvPr/>
                      </p:nvSpPr>
                      <p:spPr>
                        <a:xfrm>
                          <a:off x="617688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76" name=""/>
                      <p:cNvGrpSpPr/>
                      <p:nvPr/>
                    </p:nvGrpSpPr>
                    <p:grpSpPr>
                      <a:xfrm>
                        <a:off x="6276960" y="2444760"/>
                        <a:ext cx="101520" cy="314280"/>
                        <a:chOff x="6276960" y="2444760"/>
                        <a:chExt cx="101520" cy="314280"/>
                      </a:xfrm>
                    </p:grpSpPr>
                    <p:sp>
                      <p:nvSpPr>
                        <p:cNvPr id="577" name=""/>
                        <p:cNvSpPr/>
                        <p:nvPr/>
                      </p:nvSpPr>
                      <p:spPr>
                        <a:xfrm>
                          <a:off x="627696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8" name=""/>
                        <p:cNvSpPr/>
                        <p:nvPr/>
                      </p:nvSpPr>
                      <p:spPr>
                        <a:xfrm>
                          <a:off x="634680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79" name=""/>
                        <p:cNvSpPr/>
                        <p:nvPr/>
                      </p:nvSpPr>
                      <p:spPr>
                        <a:xfrm>
                          <a:off x="628488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80" name=""/>
                      <p:cNvGrpSpPr/>
                      <p:nvPr/>
                    </p:nvGrpSpPr>
                    <p:grpSpPr>
                      <a:xfrm>
                        <a:off x="6384960" y="2444760"/>
                        <a:ext cx="101520" cy="314280"/>
                        <a:chOff x="6384960" y="2444760"/>
                        <a:chExt cx="101520" cy="314280"/>
                      </a:xfrm>
                    </p:grpSpPr>
                    <p:sp>
                      <p:nvSpPr>
                        <p:cNvPr id="581" name=""/>
                        <p:cNvSpPr/>
                        <p:nvPr/>
                      </p:nvSpPr>
                      <p:spPr>
                        <a:xfrm>
                          <a:off x="638496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82" name=""/>
                        <p:cNvSpPr/>
                        <p:nvPr/>
                      </p:nvSpPr>
                      <p:spPr>
                        <a:xfrm>
                          <a:off x="645480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83" name=""/>
                        <p:cNvSpPr/>
                        <p:nvPr/>
                      </p:nvSpPr>
                      <p:spPr>
                        <a:xfrm>
                          <a:off x="6392880" y="254628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84" name=""/>
                      <p:cNvGrpSpPr/>
                      <p:nvPr/>
                    </p:nvGrpSpPr>
                    <p:grpSpPr>
                      <a:xfrm>
                        <a:off x="6492960" y="2444760"/>
                        <a:ext cx="101520" cy="314280"/>
                        <a:chOff x="6492960" y="2444760"/>
                        <a:chExt cx="101520" cy="314280"/>
                      </a:xfrm>
                    </p:grpSpPr>
                    <p:sp>
                      <p:nvSpPr>
                        <p:cNvPr id="585" name=""/>
                        <p:cNvSpPr/>
                        <p:nvPr/>
                      </p:nvSpPr>
                      <p:spPr>
                        <a:xfrm>
                          <a:off x="6492960" y="2444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86" name=""/>
                        <p:cNvSpPr/>
                        <p:nvPr/>
                      </p:nvSpPr>
                      <p:spPr>
                        <a:xfrm>
                          <a:off x="6562800" y="25369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0 h 214200"/>
                            <a:gd name="textAreaBottom" fmla="*/ 21456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87" name=""/>
                        <p:cNvSpPr/>
                        <p:nvPr/>
                      </p:nvSpPr>
                      <p:spPr>
                        <a:xfrm>
                          <a:off x="6500880" y="254628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0 h 212760"/>
                            <a:gd name="textAreaBottom" fmla="*/ 21312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88" name=""/>
                    <p:cNvGrpSpPr/>
                    <p:nvPr/>
                  </p:nvGrpSpPr>
                  <p:grpSpPr>
                    <a:xfrm>
                      <a:off x="6060960" y="2777760"/>
                      <a:ext cx="533520" cy="314280"/>
                      <a:chOff x="6060960" y="2777760"/>
                      <a:chExt cx="533520" cy="314280"/>
                    </a:xfrm>
                  </p:grpSpPr>
                  <p:grpSp>
                    <p:nvGrpSpPr>
                      <p:cNvPr id="589" name=""/>
                      <p:cNvGrpSpPr/>
                      <p:nvPr/>
                    </p:nvGrpSpPr>
                    <p:grpSpPr>
                      <a:xfrm>
                        <a:off x="6060960" y="2777760"/>
                        <a:ext cx="101880" cy="314280"/>
                        <a:chOff x="6060960" y="2777760"/>
                        <a:chExt cx="101880" cy="314280"/>
                      </a:xfrm>
                    </p:grpSpPr>
                    <p:sp>
                      <p:nvSpPr>
                        <p:cNvPr id="590" name=""/>
                        <p:cNvSpPr/>
                        <p:nvPr/>
                      </p:nvSpPr>
                      <p:spPr>
                        <a:xfrm flipV="1">
                          <a:off x="6060960" y="3002760"/>
                          <a:ext cx="10188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91" name=""/>
                        <p:cNvSpPr/>
                        <p:nvPr/>
                      </p:nvSpPr>
                      <p:spPr>
                        <a:xfrm flipV="1">
                          <a:off x="6130800" y="2785320"/>
                          <a:ext cx="32040" cy="214200"/>
                        </a:xfrm>
                        <a:custGeom>
                          <a:avLst/>
                          <a:gdLst>
                            <a:gd name="textAreaLeft" fmla="*/ 0 w 32040"/>
                            <a:gd name="textAreaRight" fmla="*/ 32400 w 3204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92" name=""/>
                        <p:cNvSpPr/>
                        <p:nvPr/>
                      </p:nvSpPr>
                      <p:spPr>
                        <a:xfrm flipV="1">
                          <a:off x="606888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93" name=""/>
                      <p:cNvGrpSpPr/>
                      <p:nvPr/>
                    </p:nvGrpSpPr>
                    <p:grpSpPr>
                      <a:xfrm>
                        <a:off x="6168960" y="2777760"/>
                        <a:ext cx="101520" cy="314280"/>
                        <a:chOff x="6168960" y="2777760"/>
                        <a:chExt cx="101520" cy="314280"/>
                      </a:xfrm>
                    </p:grpSpPr>
                    <p:sp>
                      <p:nvSpPr>
                        <p:cNvPr id="594" name=""/>
                        <p:cNvSpPr/>
                        <p:nvPr/>
                      </p:nvSpPr>
                      <p:spPr>
                        <a:xfrm flipV="1">
                          <a:off x="616896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95" name=""/>
                        <p:cNvSpPr/>
                        <p:nvPr/>
                      </p:nvSpPr>
                      <p:spPr>
                        <a:xfrm flipV="1">
                          <a:off x="623736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96" name=""/>
                        <p:cNvSpPr/>
                        <p:nvPr/>
                      </p:nvSpPr>
                      <p:spPr>
                        <a:xfrm flipV="1">
                          <a:off x="617688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597" name=""/>
                      <p:cNvGrpSpPr/>
                      <p:nvPr/>
                    </p:nvGrpSpPr>
                    <p:grpSpPr>
                      <a:xfrm>
                        <a:off x="6276960" y="2777760"/>
                        <a:ext cx="101520" cy="314280"/>
                        <a:chOff x="6276960" y="2777760"/>
                        <a:chExt cx="101520" cy="314280"/>
                      </a:xfrm>
                    </p:grpSpPr>
                    <p:sp>
                      <p:nvSpPr>
                        <p:cNvPr id="598" name=""/>
                        <p:cNvSpPr/>
                        <p:nvPr/>
                      </p:nvSpPr>
                      <p:spPr>
                        <a:xfrm flipV="1">
                          <a:off x="627696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599" name=""/>
                        <p:cNvSpPr/>
                        <p:nvPr/>
                      </p:nvSpPr>
                      <p:spPr>
                        <a:xfrm flipV="1">
                          <a:off x="634680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600" name=""/>
                        <p:cNvSpPr/>
                        <p:nvPr/>
                      </p:nvSpPr>
                      <p:spPr>
                        <a:xfrm flipV="1">
                          <a:off x="628488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601" name=""/>
                      <p:cNvGrpSpPr/>
                      <p:nvPr/>
                    </p:nvGrpSpPr>
                    <p:grpSpPr>
                      <a:xfrm>
                        <a:off x="6384960" y="2777760"/>
                        <a:ext cx="101520" cy="314280"/>
                        <a:chOff x="6384960" y="2777760"/>
                        <a:chExt cx="101520" cy="314280"/>
                      </a:xfrm>
                    </p:grpSpPr>
                    <p:sp>
                      <p:nvSpPr>
                        <p:cNvPr id="602" name=""/>
                        <p:cNvSpPr/>
                        <p:nvPr/>
                      </p:nvSpPr>
                      <p:spPr>
                        <a:xfrm flipV="1">
                          <a:off x="638496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603" name=""/>
                        <p:cNvSpPr/>
                        <p:nvPr/>
                      </p:nvSpPr>
                      <p:spPr>
                        <a:xfrm flipV="1">
                          <a:off x="645480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604" name=""/>
                        <p:cNvSpPr/>
                        <p:nvPr/>
                      </p:nvSpPr>
                      <p:spPr>
                        <a:xfrm flipV="1">
                          <a:off x="6392880" y="2777400"/>
                          <a:ext cx="25560" cy="212760"/>
                        </a:xfrm>
                        <a:custGeom>
                          <a:avLst/>
                          <a:gdLst>
                            <a:gd name="textAreaLeft" fmla="*/ 0 w 25560"/>
                            <a:gd name="textAreaRight" fmla="*/ 25920 w 2556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605" name=""/>
                      <p:cNvGrpSpPr/>
                      <p:nvPr/>
                    </p:nvGrpSpPr>
                    <p:grpSpPr>
                      <a:xfrm>
                        <a:off x="6492960" y="2777760"/>
                        <a:ext cx="101520" cy="314280"/>
                        <a:chOff x="6492960" y="2777760"/>
                        <a:chExt cx="101520" cy="314280"/>
                      </a:xfrm>
                    </p:grpSpPr>
                    <p:sp>
                      <p:nvSpPr>
                        <p:cNvPr id="606" name=""/>
                        <p:cNvSpPr/>
                        <p:nvPr/>
                      </p:nvSpPr>
                      <p:spPr>
                        <a:xfrm flipV="1">
                          <a:off x="6492960" y="3002760"/>
                          <a:ext cx="101520" cy="889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3333CC"/>
                            </a:gs>
                            <a:gs pos="100000">
                              <a:srgbClr val="7777DD"/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16200" rIns="90000" bIns="162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607" name=""/>
                        <p:cNvSpPr/>
                        <p:nvPr/>
                      </p:nvSpPr>
                      <p:spPr>
                        <a:xfrm flipV="1">
                          <a:off x="6562800" y="2785320"/>
                          <a:ext cx="31680" cy="214200"/>
                        </a:xfrm>
                        <a:custGeom>
                          <a:avLst/>
                          <a:gdLst>
                            <a:gd name="textAreaLeft" fmla="*/ 0 w 31680"/>
                            <a:gd name="textAreaRight" fmla="*/ 32040 w 31680"/>
                            <a:gd name="textAreaTop" fmla="*/ -360 h 214200"/>
                            <a:gd name="textAreaBottom" fmla="*/ 214200 h 214200"/>
                            <a:gd name="GluePoint1X" fmla="*/ 0 w 34"/>
                            <a:gd name="GluePoint1Y" fmla="*/ 0 h 222"/>
                            <a:gd name="GluePoint2X" fmla="*/ 0 w 34"/>
                            <a:gd name="GluePoint2Y" fmla="*/ 222 h 22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34" h="222">
                              <a:moveTo>
                                <a:pt x="0" y="0"/>
                              </a:moveTo>
                              <a:cubicBezTo>
                                <a:pt x="9" y="69"/>
                                <a:pt x="34" y="154"/>
                                <a:pt x="0" y="222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608" name=""/>
                        <p:cNvSpPr/>
                        <p:nvPr/>
                      </p:nvSpPr>
                      <p:spPr>
                        <a:xfrm flipV="1">
                          <a:off x="6500880" y="2777400"/>
                          <a:ext cx="25200" cy="212760"/>
                        </a:xfrm>
                        <a:custGeom>
                          <a:avLst/>
                          <a:gdLst>
                            <a:gd name="textAreaLeft" fmla="*/ 0 w 25200"/>
                            <a:gd name="textAreaRight" fmla="*/ 25560 w 25200"/>
                            <a:gd name="textAreaTop" fmla="*/ -360 h 212760"/>
                            <a:gd name="textAreaBottom" fmla="*/ 212760 h 212760"/>
                            <a:gd name="GluePoint1X" fmla="*/ 29 w 29"/>
                            <a:gd name="GluePoint1Y" fmla="*/ 0 h 221"/>
                            <a:gd name="GluePoint2X" fmla="*/ 21 w 29"/>
                            <a:gd name="GluePoint2Y" fmla="*/ 221 h 221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</a:cxnLst>
                          <a:rect l="textAreaLeft" t="textAreaTop" r="textAreaRight" b="textAreaBottom"/>
                          <a:pathLst>
                            <a:path w="29" h="221">
                              <a:moveTo>
                                <a:pt x="29" y="0"/>
                              </a:moveTo>
                              <a:cubicBezTo>
                                <a:pt x="0" y="86"/>
                                <a:pt x="21" y="16"/>
                                <a:pt x="21" y="221"/>
                              </a:cubicBezTo>
                            </a:path>
                          </a:pathLst>
                        </a:custGeom>
                        <a:noFill/>
                        <a:ln w="9360">
                          <a:solidFill>
                            <a:srgbClr val="000000"/>
                          </a:solidFill>
                          <a:round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6800" rIns="90000" bIns="468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</p:grpSp>
            <p:sp>
              <p:nvSpPr>
                <p:cNvPr id="609" name=""/>
                <p:cNvSpPr/>
                <p:nvPr/>
              </p:nvSpPr>
              <p:spPr>
                <a:xfrm>
                  <a:off x="6602040" y="2540160"/>
                  <a:ext cx="175500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t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ts val="51"/>
                    </a:spcBef>
                    <a:spcAft>
                      <a:spcPts val="51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  <a:tab pos="10515600" algn="l"/>
                    </a:tabLst>
                  </a:pPr>
                  <a:r>
                    <a:rPr lang="en-GB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</a:rPr>
                    <a:t>Depolarisation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0" name=""/>
                <p:cNvSpPr/>
                <p:nvPr/>
              </p:nvSpPr>
              <p:spPr>
                <a:xfrm>
                  <a:off x="1215000" y="2600280"/>
                  <a:ext cx="32940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t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ts val="51"/>
                    </a:spcBef>
                    <a:spcAft>
                      <a:spcPts val="51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  <a:tab pos="10515600" algn="l"/>
                    </a:tabLst>
                  </a:pPr>
                  <a:r>
                    <a:rPr lang="en-GB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1" name=""/>
                <p:cNvSpPr/>
                <p:nvPr/>
              </p:nvSpPr>
              <p:spPr>
                <a:xfrm>
                  <a:off x="119880" y="1852560"/>
                  <a:ext cx="257004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t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ts val="51"/>
                    </a:spcBef>
                    <a:spcAft>
                      <a:spcPts val="51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  <a:tab pos="10515600" algn="l"/>
                    </a:tabLst>
                  </a:pPr>
                  <a:r>
                    <a:rPr lang="en-GB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Channel activation gate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2" name=""/>
                <p:cNvSpPr/>
                <p:nvPr/>
              </p:nvSpPr>
              <p:spPr>
                <a:xfrm>
                  <a:off x="117000" y="3213000"/>
                  <a:ext cx="184572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t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ts val="51"/>
                    </a:spcBef>
                    <a:spcAft>
                      <a:spcPts val="51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  <a:tab pos="10515600" algn="l"/>
                    </a:tabLst>
                  </a:pPr>
                  <a:r>
                    <a:rPr lang="en-GB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Inactivation gate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3" name=""/>
                <p:cNvSpPr/>
                <p:nvPr/>
              </p:nvSpPr>
              <p:spPr>
                <a:xfrm>
                  <a:off x="2627280" y="2068560"/>
                  <a:ext cx="331920" cy="144360"/>
                </a:xfrm>
                <a:custGeom>
                  <a:avLst/>
                  <a:gdLst>
                    <a:gd name="GluePoint1X" fmla="*/ 0 w 337352"/>
                    <a:gd name="GluePoint1Y" fmla="*/ 0 h 150920"/>
                    <a:gd name="GluePoint2X" fmla="*/ 240255 w 337352"/>
                    <a:gd name="GluePoint2Y" fmla="*/ 62100 h 150920"/>
                    <a:gd name="GluePoint3X" fmla="*/ 338137 w 337352"/>
                    <a:gd name="GluePoint3Y" fmla="*/ 150812 h 1509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</a:cxnLst>
                  <a:rect l="l" t="t" r="r" b="b"/>
                  <a:pathLst>
                    <a:path w="337352" h="150920">
                      <a:moveTo>
                        <a:pt x="0" y="0"/>
                      </a:moveTo>
                      <a:cubicBezTo>
                        <a:pt x="91736" y="18495"/>
                        <a:pt x="183472" y="36991"/>
                        <a:pt x="239697" y="62144"/>
                      </a:cubicBezTo>
                      <a:cubicBezTo>
                        <a:pt x="295922" y="87297"/>
                        <a:pt x="316637" y="119108"/>
                        <a:pt x="337352" y="150920"/>
                      </a:cubicBezTo>
                    </a:path>
                  </a:pathLst>
                </a:custGeom>
                <a:noFill/>
                <a:ln w="25560">
                  <a:solidFill>
                    <a:srgbClr val="385D8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4" name=""/>
                <p:cNvSpPr/>
                <p:nvPr/>
              </p:nvSpPr>
              <p:spPr>
                <a:xfrm>
                  <a:off x="1927080" y="3444840"/>
                  <a:ext cx="1022400" cy="109440"/>
                </a:xfrm>
                <a:custGeom>
                  <a:avLst/>
                  <a:gdLst>
                    <a:gd name="GluePoint1X" fmla="*/ 0 w 1029810"/>
                    <a:gd name="GluePoint1Y" fmla="*/ 0 h 115701"/>
                    <a:gd name="GluePoint2X" fmla="*/ 195098 w 1029810"/>
                    <a:gd name="GluePoint2Y" fmla="*/ 53352 h 115701"/>
                    <a:gd name="GluePoint3X" fmla="*/ 815866 w 1029810"/>
                    <a:gd name="GluePoint3Y" fmla="*/ 115597 h 115701"/>
                    <a:gd name="GluePoint4X" fmla="*/ 1028700 w 1029810"/>
                    <a:gd name="GluePoint4Y" fmla="*/ 26676 h 1157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l" t="t" r="r" b="b"/>
                  <a:pathLst>
                    <a:path w="1029810" h="115701">
                      <a:moveTo>
                        <a:pt x="0" y="0"/>
                      </a:moveTo>
                      <a:cubicBezTo>
                        <a:pt x="29592" y="17015"/>
                        <a:pt x="59185" y="34031"/>
                        <a:pt x="195309" y="53266"/>
                      </a:cubicBezTo>
                      <a:cubicBezTo>
                        <a:pt x="331433" y="72501"/>
                        <a:pt x="677663" y="119849"/>
                        <a:pt x="816746" y="115410"/>
                      </a:cubicBezTo>
                      <a:cubicBezTo>
                        <a:pt x="955829" y="110971"/>
                        <a:pt x="992819" y="68802"/>
                        <a:pt x="1029810" y="26633"/>
                      </a:cubicBezTo>
                    </a:path>
                  </a:pathLst>
                </a:custGeom>
                <a:noFill/>
                <a:ln w="25560">
                  <a:solidFill>
                    <a:srgbClr val="385D8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15" name=""/>
              <p:cNvGrpSpPr/>
              <p:nvPr/>
            </p:nvGrpSpPr>
            <p:grpSpPr>
              <a:xfrm>
                <a:off x="4724280" y="2811600"/>
                <a:ext cx="911520" cy="631800"/>
                <a:chOff x="4724280" y="2811600"/>
                <a:chExt cx="911520" cy="631800"/>
              </a:xfrm>
            </p:grpSpPr>
            <p:grpSp>
              <p:nvGrpSpPr>
                <p:cNvPr id="616" name=""/>
                <p:cNvGrpSpPr/>
                <p:nvPr/>
              </p:nvGrpSpPr>
              <p:grpSpPr>
                <a:xfrm>
                  <a:off x="4724280" y="2811600"/>
                  <a:ext cx="911520" cy="631800"/>
                  <a:chOff x="4724280" y="2811600"/>
                  <a:chExt cx="911520" cy="631800"/>
                </a:xfrm>
              </p:grpSpPr>
              <p:sp>
                <p:nvSpPr>
                  <p:cNvPr id="617" name=""/>
                  <p:cNvSpPr/>
                  <p:nvPr/>
                </p:nvSpPr>
                <p:spPr>
                  <a:xfrm>
                    <a:off x="4724280" y="2811600"/>
                    <a:ext cx="911520" cy="631800"/>
                  </a:xfrm>
                  <a:custGeom>
                    <a:avLst/>
                    <a:gdLst/>
                    <a:ahLst/>
                    <a:rect l="l" t="t" r="r" b="b"/>
                    <a:pathLst>
                      <a:path w="2540" h="2895">
                        <a:moveTo>
                          <a:pt x="2539" y="2894"/>
                        </a:moveTo>
                        <a:cubicBezTo>
                          <a:pt x="686" y="0"/>
                          <a:pt x="0" y="2848"/>
                          <a:pt x="0" y="2848"/>
                        </a:cubicBezTo>
                      </a:path>
                    </a:pathLst>
                  </a:custGeom>
                  <a:noFill/>
                  <a:ln w="18360">
                    <a:solidFill>
                      <a:srgbClr val="3465A4"/>
                    </a:solidFill>
                    <a:round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6800" rIns="90000" bIns="468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618" name=""/>
                  <p:cNvSpPr/>
                  <p:nvPr/>
                </p:nvSpPr>
                <p:spPr>
                  <a:xfrm>
                    <a:off x="4913280" y="3075120"/>
                    <a:ext cx="380880" cy="218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noAutofit/>
                  </a:bodyPr>
                  <a:p>
                    <a:pPr>
                      <a:lnSpc>
                        <a:spcPct val="100000"/>
                      </a:lnSpc>
                      <a:spcBef>
                        <a:spcPts val="88"/>
                      </a:spcBef>
                      <a:spcAft>
                        <a:spcPts val="88"/>
                      </a:spcAft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  <a:tab pos="9601200" algn="l"/>
                        <a:tab pos="10058400" algn="l"/>
                        <a:tab pos="10515600" algn="l"/>
                      </a:tabLst>
                    </a:pPr>
                    <a:r>
                      <a:rPr lang="en-US" sz="1800" b="0" u="none" strike="noStrike">
                        <a:solidFill>
                          <a:srgbClr val="3465A4"/>
                        </a:solidFill>
                        <a:effectLst/>
                        <a:uFillTx/>
                        <a:latin typeface="Comic Sans MS"/>
                      </a:rPr>
                      <a:t>K</a:t>
                    </a:r>
                    <a:r>
                      <a:rPr lang="en-US" sz="1800" b="0" u="none" strike="noStrike" baseline="33000">
                        <a:solidFill>
                          <a:srgbClr val="3465A4"/>
                        </a:solidFill>
                        <a:effectLst/>
                        <a:uFillTx/>
                        <a:latin typeface="Comic Sans MS"/>
                      </a:rPr>
                      <a:t>+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619" name=""/>
              <p:cNvSpPr/>
              <p:nvPr/>
            </p:nvSpPr>
            <p:spPr>
              <a:xfrm>
                <a:off x="3213000" y="1720800"/>
                <a:ext cx="540000" cy="362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  <a:tab pos="10058400" algn="l"/>
                    <a:tab pos="10515600" algn="l"/>
                  </a:tabLst>
                </a:pPr>
                <a:r>
                  <a: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Na</a:t>
                </a:r>
                <a:r>
                  <a:rPr lang="en-US" sz="1800" b="0" u="none" strike="noStrike" baseline="33000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20" name=""/>
          <p:cNvGrpSpPr/>
          <p:nvPr/>
        </p:nvGrpSpPr>
        <p:grpSpPr>
          <a:xfrm>
            <a:off x="4761000" y="1228680"/>
            <a:ext cx="911160" cy="631800"/>
            <a:chOff x="4761000" y="1228680"/>
            <a:chExt cx="911160" cy="631800"/>
          </a:xfrm>
        </p:grpSpPr>
        <p:sp>
          <p:nvSpPr>
            <p:cNvPr id="621" name=""/>
            <p:cNvSpPr/>
            <p:nvPr/>
          </p:nvSpPr>
          <p:spPr>
            <a:xfrm>
              <a:off x="4761000" y="1228680"/>
              <a:ext cx="911160" cy="631800"/>
            </a:xfrm>
            <a:custGeom>
              <a:avLst/>
              <a:gdLst/>
              <a:ahLst/>
              <a:rect l="l" t="t" r="r" b="b"/>
              <a:pathLst>
                <a:path w="2540" h="2895">
                  <a:moveTo>
                    <a:pt x="2539" y="2894"/>
                  </a:moveTo>
                  <a:cubicBezTo>
                    <a:pt x="686" y="0"/>
                    <a:pt x="0" y="2848"/>
                    <a:pt x="0" y="2848"/>
                  </a:cubicBezTo>
                </a:path>
              </a:pathLst>
            </a:custGeom>
            <a:noFill/>
            <a:ln w="1836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4948200" y="1490760"/>
              <a:ext cx="380880" cy="21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3465A4"/>
                  </a:solidFill>
                  <a:effectLst/>
                  <a:uFillTx/>
                  <a:latin typeface="Comic Sans MS"/>
                </a:rPr>
                <a:t>K</a:t>
              </a:r>
              <a:r>
                <a:rPr lang="en-US" sz="1800" b="0" u="none" strike="noStrike" baseline="33000">
                  <a:solidFill>
                    <a:srgbClr val="3465A4"/>
                  </a:solidFill>
                  <a:effectLst/>
                  <a:uFillTx/>
                  <a:latin typeface="Comic Sans M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3" name=""/>
          <p:cNvGrpSpPr/>
          <p:nvPr/>
        </p:nvGrpSpPr>
        <p:grpSpPr>
          <a:xfrm>
            <a:off x="1221840" y="3476520"/>
            <a:ext cx="7086240" cy="1623600"/>
            <a:chOff x="1221840" y="3476520"/>
            <a:chExt cx="7086240" cy="1623600"/>
          </a:xfrm>
        </p:grpSpPr>
        <p:grpSp>
          <p:nvGrpSpPr>
            <p:cNvPr id="624" name=""/>
            <p:cNvGrpSpPr/>
            <p:nvPr/>
          </p:nvGrpSpPr>
          <p:grpSpPr>
            <a:xfrm>
              <a:off x="1221840" y="3608280"/>
              <a:ext cx="7086240" cy="1211400"/>
              <a:chOff x="1221840" y="3608280"/>
              <a:chExt cx="7086240" cy="1211400"/>
            </a:xfrm>
          </p:grpSpPr>
          <p:sp>
            <p:nvSpPr>
              <p:cNvPr id="625" name=""/>
              <p:cNvSpPr/>
              <p:nvPr/>
            </p:nvSpPr>
            <p:spPr>
              <a:xfrm>
                <a:off x="2631960" y="3608280"/>
                <a:ext cx="594000" cy="1154160"/>
              </a:xfrm>
              <a:custGeom>
                <a:avLst/>
                <a:gdLst>
                  <a:gd name="GluePoint1X" fmla="*/ 504063 w 600067"/>
                  <a:gd name="GluePoint1Y" fmla="*/ 36022 h 1159869"/>
                  <a:gd name="GluePoint2X" fmla="*/ 216027 w 600067"/>
                  <a:gd name="GluePoint2Y" fmla="*/ 324202 h 1159869"/>
                  <a:gd name="GluePoint3X" fmla="*/ 131199 w 600067"/>
                  <a:gd name="GluePoint3Y" fmla="*/ 384815 h 1159869"/>
                  <a:gd name="GluePoint4X" fmla="*/ 131199 w 600067"/>
                  <a:gd name="GluePoint4Y" fmla="*/ 265484 h 1159869"/>
                  <a:gd name="GluePoint5X" fmla="*/ 59636 w 600067"/>
                  <a:gd name="GluePoint5Y" fmla="*/ 257529 h 1159869"/>
                  <a:gd name="GluePoint6X" fmla="*/ 27830 w 600067"/>
                  <a:gd name="GluePoint6Y" fmla="*/ 289350 h 1159869"/>
                  <a:gd name="GluePoint7X" fmla="*/ 3976 w 600067"/>
                  <a:gd name="GluePoint7Y" fmla="*/ 384815 h 1159869"/>
                  <a:gd name="GluePoint8X" fmla="*/ 3976 w 600067"/>
                  <a:gd name="GluePoint8Y" fmla="*/ 496190 h 1159869"/>
                  <a:gd name="GluePoint9X" fmla="*/ 19878 w 600067"/>
                  <a:gd name="GluePoint9Y" fmla="*/ 599610 h 1159869"/>
                  <a:gd name="GluePoint10X" fmla="*/ 35781 w 600067"/>
                  <a:gd name="GluePoint10Y" fmla="*/ 742806 h 1159869"/>
                  <a:gd name="GluePoint11X" fmla="*/ 27830 w 600067"/>
                  <a:gd name="GluePoint11Y" fmla="*/ 925780 h 1159869"/>
                  <a:gd name="GluePoint12X" fmla="*/ 35781 w 600067"/>
                  <a:gd name="GluePoint12Y" fmla="*/ 1021245 h 1159869"/>
                  <a:gd name="GluePoint13X" fmla="*/ 59636 w 600067"/>
                  <a:gd name="GluePoint13Y" fmla="*/ 1140575 h 1159869"/>
                  <a:gd name="GluePoint14X" fmla="*/ 107344 w 600067"/>
                  <a:gd name="GluePoint14Y" fmla="*/ 1140575 h 1159869"/>
                  <a:gd name="GluePoint15X" fmla="*/ 170955 w 600067"/>
                  <a:gd name="GluePoint15Y" fmla="*/ 1124665 h 1159869"/>
                  <a:gd name="GluePoint16X" fmla="*/ 194810 w 600067"/>
                  <a:gd name="GluePoint16Y" fmla="*/ 1084887 h 1159869"/>
                  <a:gd name="GluePoint17X" fmla="*/ 210713 w 600067"/>
                  <a:gd name="GluePoint17Y" fmla="*/ 1037156 h 1159869"/>
                  <a:gd name="GluePoint18X" fmla="*/ 210713 w 600067"/>
                  <a:gd name="GluePoint18Y" fmla="*/ 893959 h 1159869"/>
                  <a:gd name="GluePoint19X" fmla="*/ 186858 w 600067"/>
                  <a:gd name="GluePoint19Y" fmla="*/ 742806 h 1159869"/>
                  <a:gd name="GluePoint20X" fmla="*/ 178906 w 600067"/>
                  <a:gd name="GluePoint20Y" fmla="*/ 599610 h 1159869"/>
                  <a:gd name="GluePoint21X" fmla="*/ 216027 w 600067"/>
                  <a:gd name="GluePoint21Y" fmla="*/ 468293 h 1159869"/>
                  <a:gd name="GluePoint22X" fmla="*/ 360045 w 600067"/>
                  <a:gd name="GluePoint22Y" fmla="*/ 324203 h 1159869"/>
                  <a:gd name="GluePoint23X" fmla="*/ 576072 w 600067"/>
                  <a:gd name="GluePoint23Y" fmla="*/ 108068 h 1159869"/>
                  <a:gd name="GluePoint24X" fmla="*/ 504063 w 600067"/>
                  <a:gd name="GluePoint24Y" fmla="*/ 36022 h 115986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l" t="t" r="r" b="b"/>
                <a:pathLst>
                  <a:path w="600067" h="1159869">
                    <a:moveTo>
                      <a:pt x="504056" y="36004"/>
                    </a:moveTo>
                    <a:cubicBezTo>
                      <a:pt x="444049" y="72008"/>
                      <a:pt x="278167" y="265934"/>
                      <a:pt x="216024" y="324036"/>
                    </a:cubicBezTo>
                    <a:cubicBezTo>
                      <a:pt x="153881" y="382138"/>
                      <a:pt x="145335" y="394399"/>
                      <a:pt x="131197" y="384618"/>
                    </a:cubicBezTo>
                    <a:cubicBezTo>
                      <a:pt x="117059" y="374837"/>
                      <a:pt x="143124" y="286552"/>
                      <a:pt x="131197" y="265348"/>
                    </a:cubicBezTo>
                    <a:cubicBezTo>
                      <a:pt x="119270" y="244144"/>
                      <a:pt x="76863" y="253421"/>
                      <a:pt x="59635" y="257397"/>
                    </a:cubicBezTo>
                    <a:cubicBezTo>
                      <a:pt x="42407" y="261373"/>
                      <a:pt x="37106" y="267999"/>
                      <a:pt x="27830" y="289202"/>
                    </a:cubicBezTo>
                    <a:cubicBezTo>
                      <a:pt x="18554" y="310405"/>
                      <a:pt x="7952" y="350162"/>
                      <a:pt x="3976" y="384618"/>
                    </a:cubicBezTo>
                    <a:cubicBezTo>
                      <a:pt x="0" y="419074"/>
                      <a:pt x="1326" y="460155"/>
                      <a:pt x="3976" y="495936"/>
                    </a:cubicBezTo>
                    <a:cubicBezTo>
                      <a:pt x="6626" y="531717"/>
                      <a:pt x="14577" y="558221"/>
                      <a:pt x="19878" y="599303"/>
                    </a:cubicBezTo>
                    <a:cubicBezTo>
                      <a:pt x="25179" y="640385"/>
                      <a:pt x="34456" y="688092"/>
                      <a:pt x="35781" y="742426"/>
                    </a:cubicBezTo>
                    <a:cubicBezTo>
                      <a:pt x="37106" y="796760"/>
                      <a:pt x="27830" y="878923"/>
                      <a:pt x="27830" y="925306"/>
                    </a:cubicBezTo>
                    <a:cubicBezTo>
                      <a:pt x="27830" y="971689"/>
                      <a:pt x="30480" y="984941"/>
                      <a:pt x="35781" y="1020722"/>
                    </a:cubicBezTo>
                    <a:cubicBezTo>
                      <a:pt x="41082" y="1056503"/>
                      <a:pt x="47708" y="1120113"/>
                      <a:pt x="59635" y="1139991"/>
                    </a:cubicBezTo>
                    <a:cubicBezTo>
                      <a:pt x="71562" y="1159869"/>
                      <a:pt x="88790" y="1142641"/>
                      <a:pt x="107343" y="1139991"/>
                    </a:cubicBezTo>
                    <a:cubicBezTo>
                      <a:pt x="125896" y="1137341"/>
                      <a:pt x="156376" y="1133366"/>
                      <a:pt x="170953" y="1124089"/>
                    </a:cubicBezTo>
                    <a:cubicBezTo>
                      <a:pt x="185530" y="1114813"/>
                      <a:pt x="188181" y="1098909"/>
                      <a:pt x="194807" y="1084332"/>
                    </a:cubicBezTo>
                    <a:cubicBezTo>
                      <a:pt x="201433" y="1069755"/>
                      <a:pt x="208060" y="1068430"/>
                      <a:pt x="210710" y="1036625"/>
                    </a:cubicBezTo>
                    <a:cubicBezTo>
                      <a:pt x="213361" y="1004820"/>
                      <a:pt x="214686" y="942534"/>
                      <a:pt x="210710" y="893501"/>
                    </a:cubicBezTo>
                    <a:cubicBezTo>
                      <a:pt x="206734" y="844468"/>
                      <a:pt x="192157" y="791459"/>
                      <a:pt x="186856" y="742426"/>
                    </a:cubicBezTo>
                    <a:cubicBezTo>
                      <a:pt x="181555" y="693393"/>
                      <a:pt x="174043" y="645032"/>
                      <a:pt x="178904" y="599303"/>
                    </a:cubicBezTo>
                    <a:cubicBezTo>
                      <a:pt x="183765" y="553574"/>
                      <a:pt x="185835" y="513931"/>
                      <a:pt x="216024" y="468053"/>
                    </a:cubicBezTo>
                    <a:cubicBezTo>
                      <a:pt x="246213" y="422175"/>
                      <a:pt x="300033" y="384044"/>
                      <a:pt x="360040" y="324037"/>
                    </a:cubicBezTo>
                    <a:cubicBezTo>
                      <a:pt x="420047" y="264030"/>
                      <a:pt x="552061" y="156018"/>
                      <a:pt x="576064" y="108013"/>
                    </a:cubicBezTo>
                    <a:cubicBezTo>
                      <a:pt x="600067" y="60008"/>
                      <a:pt x="564063" y="0"/>
                      <a:pt x="504056" y="360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"/>
              <p:cNvSpPr/>
              <p:nvPr/>
            </p:nvSpPr>
            <p:spPr>
              <a:xfrm>
                <a:off x="2846520" y="3857760"/>
                <a:ext cx="715680" cy="961920"/>
              </a:xfrm>
              <a:custGeom>
                <a:avLst/>
                <a:gdLst>
                  <a:gd name="GluePoint1X" fmla="*/ 703750 w 721981"/>
                  <a:gd name="GluePoint1Y" fmla="*/ 15902 h 968346"/>
                  <a:gd name="GluePoint2X" fmla="*/ 695796 w 721981"/>
                  <a:gd name="GluePoint2Y" fmla="*/ 79514 h 968346"/>
                  <a:gd name="GluePoint3X" fmla="*/ 663976 w 721981"/>
                  <a:gd name="GluePoint3Y" fmla="*/ 166982 h 968346"/>
                  <a:gd name="GluePoint4X" fmla="*/ 640111 w 721981"/>
                  <a:gd name="GluePoint4Y" fmla="*/ 294207 h 968346"/>
                  <a:gd name="GluePoint5X" fmla="*/ 632156 w 721981"/>
                  <a:gd name="GluePoint5Y" fmla="*/ 405528 h 968346"/>
                  <a:gd name="GluePoint6X" fmla="*/ 632156 w 721981"/>
                  <a:gd name="GluePoint6Y" fmla="*/ 604317 h 968346"/>
                  <a:gd name="GluePoint7X" fmla="*/ 632156 w 721981"/>
                  <a:gd name="GluePoint7Y" fmla="*/ 787203 h 968346"/>
                  <a:gd name="GluePoint8X" fmla="*/ 624201 w 721981"/>
                  <a:gd name="GluePoint8Y" fmla="*/ 858766 h 968346"/>
                  <a:gd name="GluePoint9X" fmla="*/ 536697 w 721981"/>
                  <a:gd name="GluePoint9Y" fmla="*/ 874669 h 968346"/>
                  <a:gd name="GluePoint10X" fmla="*/ 446595 w 721981"/>
                  <a:gd name="GluePoint10Y" fmla="*/ 922906 h 968346"/>
                  <a:gd name="GluePoint11X" fmla="*/ 279987 w 721981"/>
                  <a:gd name="GluePoint11Y" fmla="*/ 954712 h 968346"/>
                  <a:gd name="GluePoint12X" fmla="*/ 95737 w 721981"/>
                  <a:gd name="GluePoint12Y" fmla="*/ 959870 h 968346"/>
                  <a:gd name="GluePoint13X" fmla="*/ 1536 w 721981"/>
                  <a:gd name="GluePoint13Y" fmla="*/ 903681 h 968346"/>
                  <a:gd name="GluePoint14X" fmla="*/ 104951 w 721981"/>
                  <a:gd name="GluePoint14Y" fmla="*/ 824166 h 968346"/>
                  <a:gd name="GluePoint15X" fmla="*/ 218025 w 721981"/>
                  <a:gd name="GluePoint15Y" fmla="*/ 830698 h 968346"/>
                  <a:gd name="GluePoint16X" fmla="*/ 362106 w 721981"/>
                  <a:gd name="GluePoint16Y" fmla="*/ 830698 h 968346"/>
                  <a:gd name="GluePoint17X" fmla="*/ 425327 w 721981"/>
                  <a:gd name="GluePoint17Y" fmla="*/ 826960 h 968346"/>
                  <a:gd name="GluePoint18X" fmla="*/ 488967 w 721981"/>
                  <a:gd name="GluePoint18Y" fmla="*/ 755396 h 968346"/>
                  <a:gd name="GluePoint19X" fmla="*/ 465102 w 721981"/>
                  <a:gd name="GluePoint19Y" fmla="*/ 516849 h 968346"/>
                  <a:gd name="GluePoint20X" fmla="*/ 465102 w 721981"/>
                  <a:gd name="GluePoint20Y" fmla="*/ 389625 h 968346"/>
                  <a:gd name="GluePoint21X" fmla="*/ 473057 w 721981"/>
                  <a:gd name="GluePoint21Y" fmla="*/ 246497 h 968346"/>
                  <a:gd name="GluePoint22X" fmla="*/ 465102 w 721981"/>
                  <a:gd name="GluePoint22Y" fmla="*/ 111321 h 968346"/>
                  <a:gd name="GluePoint23X" fmla="*/ 512832 w 721981"/>
                  <a:gd name="GluePoint23Y" fmla="*/ 39757 h 968346"/>
                  <a:gd name="GluePoint24X" fmla="*/ 584426 w 721981"/>
                  <a:gd name="GluePoint24Y" fmla="*/ 7951 h 968346"/>
                  <a:gd name="GluePoint25X" fmla="*/ 703750 w 721981"/>
                  <a:gd name="GluePoint25Y" fmla="*/ 15902 h 9683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l" t="t" r="r" b="b"/>
                <a:pathLst>
                  <a:path w="721981" h="968346">
                    <a:moveTo>
                      <a:pt x="703428" y="15902"/>
                    </a:moveTo>
                    <a:cubicBezTo>
                      <a:pt x="721981" y="27829"/>
                      <a:pt x="702103" y="54333"/>
                      <a:pt x="695477" y="79512"/>
                    </a:cubicBezTo>
                    <a:cubicBezTo>
                      <a:pt x="688851" y="104691"/>
                      <a:pt x="672948" y="131196"/>
                      <a:pt x="663672" y="166977"/>
                    </a:cubicBezTo>
                    <a:cubicBezTo>
                      <a:pt x="654396" y="202758"/>
                      <a:pt x="645119" y="254441"/>
                      <a:pt x="639818" y="294198"/>
                    </a:cubicBezTo>
                    <a:cubicBezTo>
                      <a:pt x="634517" y="333955"/>
                      <a:pt x="633191" y="353833"/>
                      <a:pt x="631866" y="405516"/>
                    </a:cubicBezTo>
                    <a:cubicBezTo>
                      <a:pt x="630541" y="457199"/>
                      <a:pt x="631866" y="604299"/>
                      <a:pt x="631866" y="604299"/>
                    </a:cubicBezTo>
                    <a:cubicBezTo>
                      <a:pt x="631866" y="667909"/>
                      <a:pt x="633191" y="744772"/>
                      <a:pt x="631866" y="787179"/>
                    </a:cubicBezTo>
                    <a:cubicBezTo>
                      <a:pt x="630541" y="829586"/>
                      <a:pt x="639817" y="844163"/>
                      <a:pt x="623915" y="858740"/>
                    </a:cubicBezTo>
                    <a:cubicBezTo>
                      <a:pt x="608013" y="873317"/>
                      <a:pt x="566039" y="863953"/>
                      <a:pt x="536451" y="874643"/>
                    </a:cubicBezTo>
                    <a:cubicBezTo>
                      <a:pt x="506864" y="885333"/>
                      <a:pt x="489155" y="909538"/>
                      <a:pt x="446390" y="922878"/>
                    </a:cubicBezTo>
                    <a:cubicBezTo>
                      <a:pt x="403625" y="936218"/>
                      <a:pt x="338308" y="948523"/>
                      <a:pt x="279859" y="954683"/>
                    </a:cubicBezTo>
                    <a:cubicBezTo>
                      <a:pt x="221410" y="960843"/>
                      <a:pt x="142080" y="968346"/>
                      <a:pt x="95693" y="959841"/>
                    </a:cubicBezTo>
                    <a:cubicBezTo>
                      <a:pt x="49306" y="951336"/>
                      <a:pt x="0" y="926271"/>
                      <a:pt x="1535" y="903654"/>
                    </a:cubicBezTo>
                    <a:cubicBezTo>
                      <a:pt x="3070" y="881037"/>
                      <a:pt x="68838" y="836304"/>
                      <a:pt x="104903" y="824141"/>
                    </a:cubicBezTo>
                    <a:cubicBezTo>
                      <a:pt x="140968" y="811978"/>
                      <a:pt x="175086" y="829584"/>
                      <a:pt x="217925" y="830673"/>
                    </a:cubicBezTo>
                    <a:cubicBezTo>
                      <a:pt x="260764" y="831762"/>
                      <a:pt x="327406" y="831296"/>
                      <a:pt x="361940" y="830673"/>
                    </a:cubicBezTo>
                    <a:cubicBezTo>
                      <a:pt x="396474" y="830050"/>
                      <a:pt x="403998" y="839485"/>
                      <a:pt x="425132" y="826935"/>
                    </a:cubicBezTo>
                    <a:cubicBezTo>
                      <a:pt x="446266" y="814385"/>
                      <a:pt x="482117" y="807057"/>
                      <a:pt x="488743" y="755373"/>
                    </a:cubicBezTo>
                    <a:cubicBezTo>
                      <a:pt x="495369" y="703689"/>
                      <a:pt x="468865" y="577794"/>
                      <a:pt x="464889" y="516834"/>
                    </a:cubicBezTo>
                    <a:cubicBezTo>
                      <a:pt x="460913" y="455874"/>
                      <a:pt x="463564" y="434670"/>
                      <a:pt x="464889" y="389613"/>
                    </a:cubicBezTo>
                    <a:cubicBezTo>
                      <a:pt x="466214" y="344556"/>
                      <a:pt x="472840" y="292872"/>
                      <a:pt x="472840" y="246490"/>
                    </a:cubicBezTo>
                    <a:cubicBezTo>
                      <a:pt x="472840" y="200108"/>
                      <a:pt x="458263" y="145774"/>
                      <a:pt x="464889" y="111318"/>
                    </a:cubicBezTo>
                    <a:cubicBezTo>
                      <a:pt x="471515" y="76862"/>
                      <a:pt x="492719" y="56984"/>
                      <a:pt x="512597" y="39756"/>
                    </a:cubicBezTo>
                    <a:cubicBezTo>
                      <a:pt x="532475" y="22528"/>
                      <a:pt x="555003" y="15902"/>
                      <a:pt x="584158" y="7951"/>
                    </a:cubicBezTo>
                    <a:cubicBezTo>
                      <a:pt x="613313" y="0"/>
                      <a:pt x="684875" y="3975"/>
                      <a:pt x="703428" y="15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"/>
              <p:cNvSpPr/>
              <p:nvPr/>
            </p:nvSpPr>
            <p:spPr>
              <a:xfrm>
                <a:off x="4584600" y="3673440"/>
                <a:ext cx="505080" cy="1146240"/>
              </a:xfrm>
              <a:custGeom>
                <a:avLst/>
                <a:gdLst>
                  <a:gd name="GluePoint1X" fmla="*/ 431222 w 512153"/>
                  <a:gd name="GluePoint1Y" fmla="*/ 0 h 1152128"/>
                  <a:gd name="GluePoint2X" fmla="*/ 287482 w 512153"/>
                  <a:gd name="GluePoint2Y" fmla="*/ 72033 h 1152128"/>
                  <a:gd name="GluePoint3X" fmla="*/ 130996 w 512153"/>
                  <a:gd name="GluePoint3Y" fmla="*/ 332610 h 1152128"/>
                  <a:gd name="GluePoint4X" fmla="*/ 130996 w 512153"/>
                  <a:gd name="GluePoint4Y" fmla="*/ 213298 h 1152128"/>
                  <a:gd name="GluePoint5X" fmla="*/ 59571 w 512153"/>
                  <a:gd name="GluePoint5Y" fmla="*/ 205345 h 1152128"/>
                  <a:gd name="GluePoint6X" fmla="*/ 27827 w 512153"/>
                  <a:gd name="GluePoint6Y" fmla="*/ 237161 h 1152128"/>
                  <a:gd name="GluePoint7X" fmla="*/ 4018 w 512153"/>
                  <a:gd name="GluePoint7Y" fmla="*/ 332610 h 1152128"/>
                  <a:gd name="GluePoint8X" fmla="*/ 4018 w 512153"/>
                  <a:gd name="GluePoint8Y" fmla="*/ 443966 h 1152128"/>
                  <a:gd name="GluePoint9X" fmla="*/ 19890 w 512153"/>
                  <a:gd name="GluePoint9Y" fmla="*/ 547369 h 1152128"/>
                  <a:gd name="GluePoint10X" fmla="*/ 35763 w 512153"/>
                  <a:gd name="GluePoint10Y" fmla="*/ 690541 h 1152128"/>
                  <a:gd name="GluePoint11X" fmla="*/ 27827 w 512153"/>
                  <a:gd name="GluePoint11Y" fmla="*/ 873484 h 1152128"/>
                  <a:gd name="GluePoint12X" fmla="*/ 8809 w 512153"/>
                  <a:gd name="GluePoint12Y" fmla="*/ 984448 h 1152128"/>
                  <a:gd name="GluePoint13X" fmla="*/ 80680 w 512153"/>
                  <a:gd name="GluePoint13Y" fmla="*/ 1128514 h 1152128"/>
                  <a:gd name="GluePoint14X" fmla="*/ 224421 w 512153"/>
                  <a:gd name="GluePoint14Y" fmla="*/ 1128514 h 1152128"/>
                  <a:gd name="GluePoint15X" fmla="*/ 210358 w 512153"/>
                  <a:gd name="GluePoint15Y" fmla="*/ 984841 h 1152128"/>
                  <a:gd name="GluePoint16X" fmla="*/ 210358 w 512153"/>
                  <a:gd name="GluePoint16Y" fmla="*/ 841668 h 1152128"/>
                  <a:gd name="GluePoint17X" fmla="*/ 186549 w 512153"/>
                  <a:gd name="GluePoint17Y" fmla="*/ 690541 h 1152128"/>
                  <a:gd name="GluePoint18X" fmla="*/ 178612 w 512153"/>
                  <a:gd name="GluePoint18Y" fmla="*/ 547369 h 1152128"/>
                  <a:gd name="GluePoint19X" fmla="*/ 224866 w 512153"/>
                  <a:gd name="GluePoint19Y" fmla="*/ 384770 h 1152128"/>
                  <a:gd name="GluePoint20X" fmla="*/ 382725 w 512153"/>
                  <a:gd name="GluePoint20Y" fmla="*/ 182091 h 1152128"/>
                  <a:gd name="GluePoint21X" fmla="*/ 503092 w 512153"/>
                  <a:gd name="GluePoint21Y" fmla="*/ 72033 h 1152128"/>
                  <a:gd name="GluePoint22X" fmla="*/ 431222 w 512153"/>
                  <a:gd name="GluePoint22Y" fmla="*/ 0 h 11521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l" t="t" r="r" b="b"/>
                <a:pathLst>
                  <a:path w="512153" h="1152128">
                    <a:moveTo>
                      <a:pt x="432047" y="0"/>
                    </a:moveTo>
                    <a:cubicBezTo>
                      <a:pt x="396043" y="0"/>
                      <a:pt x="338165" y="16592"/>
                      <a:pt x="288032" y="72008"/>
                    </a:cubicBezTo>
                    <a:cubicBezTo>
                      <a:pt x="237899" y="127424"/>
                      <a:pt x="157378" y="308959"/>
                      <a:pt x="131247" y="332495"/>
                    </a:cubicBezTo>
                    <a:cubicBezTo>
                      <a:pt x="105116" y="356031"/>
                      <a:pt x="143174" y="234429"/>
                      <a:pt x="131247" y="213225"/>
                    </a:cubicBezTo>
                    <a:cubicBezTo>
                      <a:pt x="119320" y="192021"/>
                      <a:pt x="76913" y="201298"/>
                      <a:pt x="59685" y="205274"/>
                    </a:cubicBezTo>
                    <a:cubicBezTo>
                      <a:pt x="42457" y="209250"/>
                      <a:pt x="37156" y="215876"/>
                      <a:pt x="27880" y="237079"/>
                    </a:cubicBezTo>
                    <a:cubicBezTo>
                      <a:pt x="18604" y="258282"/>
                      <a:pt x="8002" y="298039"/>
                      <a:pt x="4026" y="332495"/>
                    </a:cubicBezTo>
                    <a:cubicBezTo>
                      <a:pt x="50" y="366951"/>
                      <a:pt x="1376" y="408032"/>
                      <a:pt x="4026" y="443813"/>
                    </a:cubicBezTo>
                    <a:cubicBezTo>
                      <a:pt x="6676" y="479594"/>
                      <a:pt x="14627" y="506098"/>
                      <a:pt x="19928" y="547180"/>
                    </a:cubicBezTo>
                    <a:cubicBezTo>
                      <a:pt x="25229" y="588262"/>
                      <a:pt x="34506" y="635969"/>
                      <a:pt x="35831" y="690303"/>
                    </a:cubicBezTo>
                    <a:cubicBezTo>
                      <a:pt x="37156" y="744637"/>
                      <a:pt x="32381" y="824215"/>
                      <a:pt x="27880" y="873183"/>
                    </a:cubicBezTo>
                    <a:cubicBezTo>
                      <a:pt x="23379" y="922151"/>
                      <a:pt x="0" y="941619"/>
                      <a:pt x="8826" y="984109"/>
                    </a:cubicBezTo>
                    <a:cubicBezTo>
                      <a:pt x="17652" y="1026599"/>
                      <a:pt x="44830" y="1104122"/>
                      <a:pt x="80834" y="1128125"/>
                    </a:cubicBezTo>
                    <a:cubicBezTo>
                      <a:pt x="116838" y="1152128"/>
                      <a:pt x="203196" y="1152062"/>
                      <a:pt x="224850" y="1128125"/>
                    </a:cubicBezTo>
                    <a:cubicBezTo>
                      <a:pt x="246504" y="1104188"/>
                      <a:pt x="213108" y="1032293"/>
                      <a:pt x="210760" y="984502"/>
                    </a:cubicBezTo>
                    <a:cubicBezTo>
                      <a:pt x="208412" y="936711"/>
                      <a:pt x="214736" y="890411"/>
                      <a:pt x="210760" y="841378"/>
                    </a:cubicBezTo>
                    <a:cubicBezTo>
                      <a:pt x="206784" y="792345"/>
                      <a:pt x="192207" y="739336"/>
                      <a:pt x="186906" y="690303"/>
                    </a:cubicBezTo>
                    <a:cubicBezTo>
                      <a:pt x="181605" y="641270"/>
                      <a:pt x="172556" y="598124"/>
                      <a:pt x="178954" y="547180"/>
                    </a:cubicBezTo>
                    <a:cubicBezTo>
                      <a:pt x="185352" y="496236"/>
                      <a:pt x="191212" y="445496"/>
                      <a:pt x="225296" y="384637"/>
                    </a:cubicBezTo>
                    <a:cubicBezTo>
                      <a:pt x="259380" y="323778"/>
                      <a:pt x="336997" y="234133"/>
                      <a:pt x="383457" y="182028"/>
                    </a:cubicBezTo>
                    <a:cubicBezTo>
                      <a:pt x="429917" y="129923"/>
                      <a:pt x="495957" y="102346"/>
                      <a:pt x="504055" y="72008"/>
                    </a:cubicBezTo>
                    <a:cubicBezTo>
                      <a:pt x="512153" y="41670"/>
                      <a:pt x="468051" y="0"/>
                      <a:pt x="4320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"/>
              <p:cNvSpPr/>
              <p:nvPr/>
            </p:nvSpPr>
            <p:spPr>
              <a:xfrm>
                <a:off x="5303880" y="3871800"/>
                <a:ext cx="257040" cy="885960"/>
              </a:xfrm>
              <a:custGeom>
                <a:avLst/>
                <a:gdLst>
                  <a:gd name="GluePoint1X" fmla="*/ 244986 w 263718"/>
                  <a:gd name="GluePoint1Y" fmla="*/ 15907 h 891871"/>
                  <a:gd name="GluePoint2X" fmla="*/ 237040 w 263718"/>
                  <a:gd name="GluePoint2Y" fmla="*/ 79539 h 891871"/>
                  <a:gd name="GluePoint3X" fmla="*/ 205259 w 263718"/>
                  <a:gd name="GluePoint3Y" fmla="*/ 167034 h 891871"/>
                  <a:gd name="GluePoint4X" fmla="*/ 181422 w 263718"/>
                  <a:gd name="GluePoint4Y" fmla="*/ 294298 h 891871"/>
                  <a:gd name="GluePoint5X" fmla="*/ 173476 w 263718"/>
                  <a:gd name="GluePoint5Y" fmla="*/ 405654 h 891871"/>
                  <a:gd name="GluePoint6X" fmla="*/ 173476 w 263718"/>
                  <a:gd name="GluePoint6Y" fmla="*/ 604505 h 891871"/>
                  <a:gd name="GluePoint7X" fmla="*/ 173476 w 263718"/>
                  <a:gd name="GluePoint7Y" fmla="*/ 787447 h 891871"/>
                  <a:gd name="GluePoint8X" fmla="*/ 165531 w 263718"/>
                  <a:gd name="GluePoint8Y" fmla="*/ 859033 h 891871"/>
                  <a:gd name="GluePoint9X" fmla="*/ 78131 w 263718"/>
                  <a:gd name="GluePoint9Y" fmla="*/ 874941 h 891871"/>
                  <a:gd name="GluePoint10X" fmla="*/ 30458 w 263718"/>
                  <a:gd name="GluePoint10Y" fmla="*/ 755630 h 891871"/>
                  <a:gd name="GluePoint11X" fmla="*/ 6621 w 263718"/>
                  <a:gd name="GluePoint11Y" fmla="*/ 517010 h 891871"/>
                  <a:gd name="GluePoint12X" fmla="*/ 6621 w 263718"/>
                  <a:gd name="GluePoint12Y" fmla="*/ 389746 h 891871"/>
                  <a:gd name="GluePoint13X" fmla="*/ 14566 w 263718"/>
                  <a:gd name="GluePoint13Y" fmla="*/ 246574 h 891871"/>
                  <a:gd name="GluePoint14X" fmla="*/ 6621 w 263718"/>
                  <a:gd name="GluePoint14Y" fmla="*/ 111356 h 891871"/>
                  <a:gd name="GluePoint15X" fmla="*/ 54294 w 263718"/>
                  <a:gd name="GluePoint15Y" fmla="*/ 39770 h 891871"/>
                  <a:gd name="GluePoint16X" fmla="*/ 125803 w 263718"/>
                  <a:gd name="GluePoint16Y" fmla="*/ 7954 h 891871"/>
                  <a:gd name="GluePoint17X" fmla="*/ 244986 w 263718"/>
                  <a:gd name="GluePoint17Y" fmla="*/ 15907 h 8918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</a:cxnLst>
                <a:rect l="l" t="t" r="r" b="b"/>
                <a:pathLst>
                  <a:path w="263718" h="891871">
                    <a:moveTo>
                      <a:pt x="245165" y="15902"/>
                    </a:moveTo>
                    <a:cubicBezTo>
                      <a:pt x="263718" y="27829"/>
                      <a:pt x="243840" y="54333"/>
                      <a:pt x="237214" y="79512"/>
                    </a:cubicBezTo>
                    <a:cubicBezTo>
                      <a:pt x="230588" y="104691"/>
                      <a:pt x="214685" y="131196"/>
                      <a:pt x="205409" y="166977"/>
                    </a:cubicBezTo>
                    <a:cubicBezTo>
                      <a:pt x="196133" y="202758"/>
                      <a:pt x="186856" y="254441"/>
                      <a:pt x="181555" y="294198"/>
                    </a:cubicBezTo>
                    <a:cubicBezTo>
                      <a:pt x="176254" y="333955"/>
                      <a:pt x="174928" y="353833"/>
                      <a:pt x="173603" y="405516"/>
                    </a:cubicBezTo>
                    <a:cubicBezTo>
                      <a:pt x="172278" y="457199"/>
                      <a:pt x="173603" y="604299"/>
                      <a:pt x="173603" y="604299"/>
                    </a:cubicBezTo>
                    <a:cubicBezTo>
                      <a:pt x="173603" y="667909"/>
                      <a:pt x="174928" y="744772"/>
                      <a:pt x="173603" y="787179"/>
                    </a:cubicBezTo>
                    <a:cubicBezTo>
                      <a:pt x="172278" y="829586"/>
                      <a:pt x="181554" y="844163"/>
                      <a:pt x="165652" y="858740"/>
                    </a:cubicBezTo>
                    <a:cubicBezTo>
                      <a:pt x="149750" y="873317"/>
                      <a:pt x="100717" y="891871"/>
                      <a:pt x="78188" y="874643"/>
                    </a:cubicBezTo>
                    <a:cubicBezTo>
                      <a:pt x="55659" y="857415"/>
                      <a:pt x="42407" y="815008"/>
                      <a:pt x="30480" y="755373"/>
                    </a:cubicBezTo>
                    <a:cubicBezTo>
                      <a:pt x="18553" y="695738"/>
                      <a:pt x="10602" y="577794"/>
                      <a:pt x="6626" y="516834"/>
                    </a:cubicBezTo>
                    <a:cubicBezTo>
                      <a:pt x="2650" y="455874"/>
                      <a:pt x="5301" y="434670"/>
                      <a:pt x="6626" y="389613"/>
                    </a:cubicBezTo>
                    <a:cubicBezTo>
                      <a:pt x="7951" y="344556"/>
                      <a:pt x="14577" y="292872"/>
                      <a:pt x="14577" y="246490"/>
                    </a:cubicBezTo>
                    <a:cubicBezTo>
                      <a:pt x="14577" y="200108"/>
                      <a:pt x="0" y="145774"/>
                      <a:pt x="6626" y="111318"/>
                    </a:cubicBezTo>
                    <a:cubicBezTo>
                      <a:pt x="13252" y="76862"/>
                      <a:pt x="34456" y="56984"/>
                      <a:pt x="54334" y="39756"/>
                    </a:cubicBezTo>
                    <a:cubicBezTo>
                      <a:pt x="74212" y="22528"/>
                      <a:pt x="96740" y="15902"/>
                      <a:pt x="125895" y="7951"/>
                    </a:cubicBezTo>
                    <a:cubicBezTo>
                      <a:pt x="155050" y="0"/>
                      <a:pt x="226612" y="3975"/>
                      <a:pt x="245165" y="15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29" name=""/>
              <p:cNvGrpSpPr/>
              <p:nvPr/>
            </p:nvGrpSpPr>
            <p:grpSpPr>
              <a:xfrm>
                <a:off x="1560600" y="3968640"/>
                <a:ext cx="1074600" cy="645840"/>
                <a:chOff x="1560600" y="3968640"/>
                <a:chExt cx="1074600" cy="645840"/>
              </a:xfrm>
            </p:grpSpPr>
            <p:grpSp>
              <p:nvGrpSpPr>
                <p:cNvPr id="630" name=""/>
                <p:cNvGrpSpPr/>
                <p:nvPr/>
              </p:nvGrpSpPr>
              <p:grpSpPr>
                <a:xfrm>
                  <a:off x="1560600" y="3968640"/>
                  <a:ext cx="531720" cy="645840"/>
                  <a:chOff x="1560600" y="3968640"/>
                  <a:chExt cx="531720" cy="645840"/>
                </a:xfrm>
              </p:grpSpPr>
              <p:grpSp>
                <p:nvGrpSpPr>
                  <p:cNvPr id="631" name=""/>
                  <p:cNvGrpSpPr/>
                  <p:nvPr/>
                </p:nvGrpSpPr>
                <p:grpSpPr>
                  <a:xfrm>
                    <a:off x="1560600" y="3968640"/>
                    <a:ext cx="531720" cy="312840"/>
                    <a:chOff x="1560600" y="3968640"/>
                    <a:chExt cx="531720" cy="312840"/>
                  </a:xfrm>
                </p:grpSpPr>
                <p:grpSp>
                  <p:nvGrpSpPr>
                    <p:cNvPr id="632" name=""/>
                    <p:cNvGrpSpPr/>
                    <p:nvPr/>
                  </p:nvGrpSpPr>
                  <p:grpSpPr>
                    <a:xfrm>
                      <a:off x="1560600" y="3968640"/>
                      <a:ext cx="101520" cy="312840"/>
                      <a:chOff x="1560600" y="3968640"/>
                      <a:chExt cx="101520" cy="312840"/>
                    </a:xfrm>
                  </p:grpSpPr>
                  <p:sp>
                    <p:nvSpPr>
                      <p:cNvPr id="633" name=""/>
                      <p:cNvSpPr/>
                      <p:nvPr/>
                    </p:nvSpPr>
                    <p:spPr>
                      <a:xfrm>
                        <a:off x="15606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34" name=""/>
                      <p:cNvSpPr/>
                      <p:nvPr/>
                    </p:nvSpPr>
                    <p:spPr>
                      <a:xfrm>
                        <a:off x="16304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35" name=""/>
                      <p:cNvSpPr/>
                      <p:nvPr/>
                    </p:nvSpPr>
                    <p:spPr>
                      <a:xfrm>
                        <a:off x="15685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36" name=""/>
                    <p:cNvGrpSpPr/>
                    <p:nvPr/>
                  </p:nvGrpSpPr>
                  <p:grpSpPr>
                    <a:xfrm>
                      <a:off x="1668600" y="3968640"/>
                      <a:ext cx="101520" cy="312840"/>
                      <a:chOff x="1668600" y="3968640"/>
                      <a:chExt cx="101520" cy="312840"/>
                    </a:xfrm>
                  </p:grpSpPr>
                  <p:sp>
                    <p:nvSpPr>
                      <p:cNvPr id="637" name=""/>
                      <p:cNvSpPr/>
                      <p:nvPr/>
                    </p:nvSpPr>
                    <p:spPr>
                      <a:xfrm>
                        <a:off x="16686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38" name=""/>
                      <p:cNvSpPr/>
                      <p:nvPr/>
                    </p:nvSpPr>
                    <p:spPr>
                      <a:xfrm>
                        <a:off x="17384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39" name=""/>
                      <p:cNvSpPr/>
                      <p:nvPr/>
                    </p:nvSpPr>
                    <p:spPr>
                      <a:xfrm>
                        <a:off x="16765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40" name=""/>
                    <p:cNvGrpSpPr/>
                    <p:nvPr/>
                  </p:nvGrpSpPr>
                  <p:grpSpPr>
                    <a:xfrm>
                      <a:off x="1774800" y="3968640"/>
                      <a:ext cx="101520" cy="312840"/>
                      <a:chOff x="1774800" y="3968640"/>
                      <a:chExt cx="101520" cy="312840"/>
                    </a:xfrm>
                  </p:grpSpPr>
                  <p:sp>
                    <p:nvSpPr>
                      <p:cNvPr id="641" name=""/>
                      <p:cNvSpPr/>
                      <p:nvPr/>
                    </p:nvSpPr>
                    <p:spPr>
                      <a:xfrm>
                        <a:off x="17748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42" name=""/>
                      <p:cNvSpPr/>
                      <p:nvPr/>
                    </p:nvSpPr>
                    <p:spPr>
                      <a:xfrm>
                        <a:off x="184320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43" name=""/>
                      <p:cNvSpPr/>
                      <p:nvPr/>
                    </p:nvSpPr>
                    <p:spPr>
                      <a:xfrm>
                        <a:off x="178272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44" name=""/>
                    <p:cNvGrpSpPr/>
                    <p:nvPr/>
                  </p:nvGrpSpPr>
                  <p:grpSpPr>
                    <a:xfrm>
                      <a:off x="1882800" y="3968640"/>
                      <a:ext cx="101520" cy="312840"/>
                      <a:chOff x="1882800" y="3968640"/>
                      <a:chExt cx="101520" cy="312840"/>
                    </a:xfrm>
                  </p:grpSpPr>
                  <p:sp>
                    <p:nvSpPr>
                      <p:cNvPr id="645" name=""/>
                      <p:cNvSpPr/>
                      <p:nvPr/>
                    </p:nvSpPr>
                    <p:spPr>
                      <a:xfrm>
                        <a:off x="18828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46" name=""/>
                      <p:cNvSpPr/>
                      <p:nvPr/>
                    </p:nvSpPr>
                    <p:spPr>
                      <a:xfrm>
                        <a:off x="195120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47" name=""/>
                      <p:cNvSpPr/>
                      <p:nvPr/>
                    </p:nvSpPr>
                    <p:spPr>
                      <a:xfrm>
                        <a:off x="189072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48" name=""/>
                    <p:cNvGrpSpPr/>
                    <p:nvPr/>
                  </p:nvGrpSpPr>
                  <p:grpSpPr>
                    <a:xfrm>
                      <a:off x="1990800" y="3968640"/>
                      <a:ext cx="101520" cy="312840"/>
                      <a:chOff x="1990800" y="3968640"/>
                      <a:chExt cx="101520" cy="312840"/>
                    </a:xfrm>
                  </p:grpSpPr>
                  <p:sp>
                    <p:nvSpPr>
                      <p:cNvPr id="649" name=""/>
                      <p:cNvSpPr/>
                      <p:nvPr/>
                    </p:nvSpPr>
                    <p:spPr>
                      <a:xfrm>
                        <a:off x="19908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50" name=""/>
                      <p:cNvSpPr/>
                      <p:nvPr/>
                    </p:nvSpPr>
                    <p:spPr>
                      <a:xfrm>
                        <a:off x="2058840" y="4059360"/>
                        <a:ext cx="32040" cy="21276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51" name=""/>
                      <p:cNvSpPr/>
                      <p:nvPr/>
                    </p:nvSpPr>
                    <p:spPr>
                      <a:xfrm>
                        <a:off x="19987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652" name=""/>
                  <p:cNvGrpSpPr/>
                  <p:nvPr/>
                </p:nvGrpSpPr>
                <p:grpSpPr>
                  <a:xfrm>
                    <a:off x="1560600" y="4301640"/>
                    <a:ext cx="531720" cy="312840"/>
                    <a:chOff x="1560600" y="4301640"/>
                    <a:chExt cx="531720" cy="312840"/>
                  </a:xfrm>
                </p:grpSpPr>
                <p:grpSp>
                  <p:nvGrpSpPr>
                    <p:cNvPr id="653" name=""/>
                    <p:cNvGrpSpPr/>
                    <p:nvPr/>
                  </p:nvGrpSpPr>
                  <p:grpSpPr>
                    <a:xfrm>
                      <a:off x="1560600" y="4301640"/>
                      <a:ext cx="101520" cy="312840"/>
                      <a:chOff x="1560600" y="4301640"/>
                      <a:chExt cx="101520" cy="312840"/>
                    </a:xfrm>
                  </p:grpSpPr>
                  <p:sp>
                    <p:nvSpPr>
                      <p:cNvPr id="654" name=""/>
                      <p:cNvSpPr/>
                      <p:nvPr/>
                    </p:nvSpPr>
                    <p:spPr>
                      <a:xfrm flipV="1">
                        <a:off x="15606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55" name=""/>
                      <p:cNvSpPr/>
                      <p:nvPr/>
                    </p:nvSpPr>
                    <p:spPr>
                      <a:xfrm flipV="1">
                        <a:off x="16304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56" name=""/>
                      <p:cNvSpPr/>
                      <p:nvPr/>
                    </p:nvSpPr>
                    <p:spPr>
                      <a:xfrm flipV="1">
                        <a:off x="15685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57" name=""/>
                    <p:cNvGrpSpPr/>
                    <p:nvPr/>
                  </p:nvGrpSpPr>
                  <p:grpSpPr>
                    <a:xfrm>
                      <a:off x="1668600" y="4301640"/>
                      <a:ext cx="101520" cy="312840"/>
                      <a:chOff x="1668600" y="4301640"/>
                      <a:chExt cx="101520" cy="312840"/>
                    </a:xfrm>
                  </p:grpSpPr>
                  <p:sp>
                    <p:nvSpPr>
                      <p:cNvPr id="658" name=""/>
                      <p:cNvSpPr/>
                      <p:nvPr/>
                    </p:nvSpPr>
                    <p:spPr>
                      <a:xfrm flipV="1">
                        <a:off x="16686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59" name=""/>
                      <p:cNvSpPr/>
                      <p:nvPr/>
                    </p:nvSpPr>
                    <p:spPr>
                      <a:xfrm flipV="1">
                        <a:off x="17384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60" name=""/>
                      <p:cNvSpPr/>
                      <p:nvPr/>
                    </p:nvSpPr>
                    <p:spPr>
                      <a:xfrm flipV="1">
                        <a:off x="16765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61" name=""/>
                    <p:cNvGrpSpPr/>
                    <p:nvPr/>
                  </p:nvGrpSpPr>
                  <p:grpSpPr>
                    <a:xfrm>
                      <a:off x="1774800" y="4301640"/>
                      <a:ext cx="101520" cy="312840"/>
                      <a:chOff x="1774800" y="4301640"/>
                      <a:chExt cx="101520" cy="312840"/>
                    </a:xfrm>
                  </p:grpSpPr>
                  <p:sp>
                    <p:nvSpPr>
                      <p:cNvPr id="662" name=""/>
                      <p:cNvSpPr/>
                      <p:nvPr/>
                    </p:nvSpPr>
                    <p:spPr>
                      <a:xfrm flipV="1">
                        <a:off x="17748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63" name=""/>
                      <p:cNvSpPr/>
                      <p:nvPr/>
                    </p:nvSpPr>
                    <p:spPr>
                      <a:xfrm flipV="1">
                        <a:off x="184320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64" name=""/>
                      <p:cNvSpPr/>
                      <p:nvPr/>
                    </p:nvSpPr>
                    <p:spPr>
                      <a:xfrm flipV="1">
                        <a:off x="178272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65" name=""/>
                    <p:cNvGrpSpPr/>
                    <p:nvPr/>
                  </p:nvGrpSpPr>
                  <p:grpSpPr>
                    <a:xfrm>
                      <a:off x="1882800" y="4301640"/>
                      <a:ext cx="101520" cy="312840"/>
                      <a:chOff x="1882800" y="4301640"/>
                      <a:chExt cx="101520" cy="312840"/>
                    </a:xfrm>
                  </p:grpSpPr>
                  <p:sp>
                    <p:nvSpPr>
                      <p:cNvPr id="666" name=""/>
                      <p:cNvSpPr/>
                      <p:nvPr/>
                    </p:nvSpPr>
                    <p:spPr>
                      <a:xfrm flipV="1">
                        <a:off x="18828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67" name=""/>
                      <p:cNvSpPr/>
                      <p:nvPr/>
                    </p:nvSpPr>
                    <p:spPr>
                      <a:xfrm flipV="1">
                        <a:off x="195120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68" name=""/>
                      <p:cNvSpPr/>
                      <p:nvPr/>
                    </p:nvSpPr>
                    <p:spPr>
                      <a:xfrm flipV="1">
                        <a:off x="189072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69" name=""/>
                    <p:cNvGrpSpPr/>
                    <p:nvPr/>
                  </p:nvGrpSpPr>
                  <p:grpSpPr>
                    <a:xfrm>
                      <a:off x="1990800" y="4301640"/>
                      <a:ext cx="101520" cy="312840"/>
                      <a:chOff x="1990800" y="4301640"/>
                      <a:chExt cx="101520" cy="312840"/>
                    </a:xfrm>
                  </p:grpSpPr>
                  <p:sp>
                    <p:nvSpPr>
                      <p:cNvPr id="670" name=""/>
                      <p:cNvSpPr/>
                      <p:nvPr/>
                    </p:nvSpPr>
                    <p:spPr>
                      <a:xfrm flipV="1">
                        <a:off x="19908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71" name=""/>
                      <p:cNvSpPr/>
                      <p:nvPr/>
                    </p:nvSpPr>
                    <p:spPr>
                      <a:xfrm flipV="1">
                        <a:off x="2058840" y="4309200"/>
                        <a:ext cx="32040" cy="21276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72" name=""/>
                      <p:cNvSpPr/>
                      <p:nvPr/>
                    </p:nvSpPr>
                    <p:spPr>
                      <a:xfrm flipV="1">
                        <a:off x="19987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73" name=""/>
                <p:cNvGrpSpPr/>
                <p:nvPr/>
              </p:nvGrpSpPr>
              <p:grpSpPr>
                <a:xfrm>
                  <a:off x="2103480" y="3968640"/>
                  <a:ext cx="531720" cy="645840"/>
                  <a:chOff x="2103480" y="3968640"/>
                  <a:chExt cx="531720" cy="645840"/>
                </a:xfrm>
              </p:grpSpPr>
              <p:grpSp>
                <p:nvGrpSpPr>
                  <p:cNvPr id="674" name=""/>
                  <p:cNvGrpSpPr/>
                  <p:nvPr/>
                </p:nvGrpSpPr>
                <p:grpSpPr>
                  <a:xfrm>
                    <a:off x="2103480" y="3968640"/>
                    <a:ext cx="531720" cy="312840"/>
                    <a:chOff x="2103480" y="3968640"/>
                    <a:chExt cx="531720" cy="312840"/>
                  </a:xfrm>
                </p:grpSpPr>
                <p:grpSp>
                  <p:nvGrpSpPr>
                    <p:cNvPr id="675" name=""/>
                    <p:cNvGrpSpPr/>
                    <p:nvPr/>
                  </p:nvGrpSpPr>
                  <p:grpSpPr>
                    <a:xfrm>
                      <a:off x="2103480" y="3968640"/>
                      <a:ext cx="101520" cy="312840"/>
                      <a:chOff x="2103480" y="3968640"/>
                      <a:chExt cx="101520" cy="312840"/>
                    </a:xfrm>
                  </p:grpSpPr>
                  <p:sp>
                    <p:nvSpPr>
                      <p:cNvPr id="676" name=""/>
                      <p:cNvSpPr/>
                      <p:nvPr/>
                    </p:nvSpPr>
                    <p:spPr>
                      <a:xfrm>
                        <a:off x="21034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77" name=""/>
                      <p:cNvSpPr/>
                      <p:nvPr/>
                    </p:nvSpPr>
                    <p:spPr>
                      <a:xfrm>
                        <a:off x="21733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78" name=""/>
                      <p:cNvSpPr/>
                      <p:nvPr/>
                    </p:nvSpPr>
                    <p:spPr>
                      <a:xfrm>
                        <a:off x="211284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79" name=""/>
                    <p:cNvGrpSpPr/>
                    <p:nvPr/>
                  </p:nvGrpSpPr>
                  <p:grpSpPr>
                    <a:xfrm>
                      <a:off x="2211480" y="3968640"/>
                      <a:ext cx="101520" cy="312840"/>
                      <a:chOff x="2211480" y="3968640"/>
                      <a:chExt cx="101520" cy="312840"/>
                    </a:xfrm>
                  </p:grpSpPr>
                  <p:sp>
                    <p:nvSpPr>
                      <p:cNvPr id="680" name=""/>
                      <p:cNvSpPr/>
                      <p:nvPr/>
                    </p:nvSpPr>
                    <p:spPr>
                      <a:xfrm>
                        <a:off x="22114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81" name=""/>
                      <p:cNvSpPr/>
                      <p:nvPr/>
                    </p:nvSpPr>
                    <p:spPr>
                      <a:xfrm>
                        <a:off x="22813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82" name=""/>
                      <p:cNvSpPr/>
                      <p:nvPr/>
                    </p:nvSpPr>
                    <p:spPr>
                      <a:xfrm>
                        <a:off x="222084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83" name=""/>
                    <p:cNvGrpSpPr/>
                    <p:nvPr/>
                  </p:nvGrpSpPr>
                  <p:grpSpPr>
                    <a:xfrm>
                      <a:off x="2319480" y="3968640"/>
                      <a:ext cx="101520" cy="312840"/>
                      <a:chOff x="2319480" y="3968640"/>
                      <a:chExt cx="101520" cy="312840"/>
                    </a:xfrm>
                  </p:grpSpPr>
                  <p:sp>
                    <p:nvSpPr>
                      <p:cNvPr id="684" name=""/>
                      <p:cNvSpPr/>
                      <p:nvPr/>
                    </p:nvSpPr>
                    <p:spPr>
                      <a:xfrm>
                        <a:off x="23194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85" name=""/>
                      <p:cNvSpPr/>
                      <p:nvPr/>
                    </p:nvSpPr>
                    <p:spPr>
                      <a:xfrm>
                        <a:off x="23893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86" name=""/>
                      <p:cNvSpPr/>
                      <p:nvPr/>
                    </p:nvSpPr>
                    <p:spPr>
                      <a:xfrm>
                        <a:off x="232884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87" name=""/>
                    <p:cNvGrpSpPr/>
                    <p:nvPr/>
                  </p:nvGrpSpPr>
                  <p:grpSpPr>
                    <a:xfrm>
                      <a:off x="2427120" y="3968640"/>
                      <a:ext cx="101880" cy="312840"/>
                      <a:chOff x="2427120" y="3968640"/>
                      <a:chExt cx="101880" cy="312840"/>
                    </a:xfrm>
                  </p:grpSpPr>
                  <p:sp>
                    <p:nvSpPr>
                      <p:cNvPr id="688" name=""/>
                      <p:cNvSpPr/>
                      <p:nvPr/>
                    </p:nvSpPr>
                    <p:spPr>
                      <a:xfrm>
                        <a:off x="2427120" y="39686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89" name=""/>
                      <p:cNvSpPr/>
                      <p:nvPr/>
                    </p:nvSpPr>
                    <p:spPr>
                      <a:xfrm>
                        <a:off x="24955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90" name=""/>
                      <p:cNvSpPr/>
                      <p:nvPr/>
                    </p:nvSpPr>
                    <p:spPr>
                      <a:xfrm>
                        <a:off x="243684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691" name=""/>
                    <p:cNvGrpSpPr/>
                    <p:nvPr/>
                  </p:nvGrpSpPr>
                  <p:grpSpPr>
                    <a:xfrm>
                      <a:off x="2533680" y="3968640"/>
                      <a:ext cx="101520" cy="312840"/>
                      <a:chOff x="2533680" y="3968640"/>
                      <a:chExt cx="101520" cy="312840"/>
                    </a:xfrm>
                  </p:grpSpPr>
                  <p:sp>
                    <p:nvSpPr>
                      <p:cNvPr id="692" name=""/>
                      <p:cNvSpPr/>
                      <p:nvPr/>
                    </p:nvSpPr>
                    <p:spPr>
                      <a:xfrm>
                        <a:off x="25336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93" name=""/>
                      <p:cNvSpPr/>
                      <p:nvPr/>
                    </p:nvSpPr>
                    <p:spPr>
                      <a:xfrm>
                        <a:off x="26035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94" name=""/>
                      <p:cNvSpPr/>
                      <p:nvPr/>
                    </p:nvSpPr>
                    <p:spPr>
                      <a:xfrm>
                        <a:off x="254160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695" name=""/>
                  <p:cNvGrpSpPr/>
                  <p:nvPr/>
                </p:nvGrpSpPr>
                <p:grpSpPr>
                  <a:xfrm>
                    <a:off x="2103480" y="4301640"/>
                    <a:ext cx="531720" cy="312840"/>
                    <a:chOff x="2103480" y="4301640"/>
                    <a:chExt cx="531720" cy="312840"/>
                  </a:xfrm>
                </p:grpSpPr>
                <p:grpSp>
                  <p:nvGrpSpPr>
                    <p:cNvPr id="696" name=""/>
                    <p:cNvGrpSpPr/>
                    <p:nvPr/>
                  </p:nvGrpSpPr>
                  <p:grpSpPr>
                    <a:xfrm>
                      <a:off x="2103480" y="4301640"/>
                      <a:ext cx="101520" cy="312840"/>
                      <a:chOff x="2103480" y="4301640"/>
                      <a:chExt cx="101520" cy="312840"/>
                    </a:xfrm>
                  </p:grpSpPr>
                  <p:sp>
                    <p:nvSpPr>
                      <p:cNvPr id="697" name=""/>
                      <p:cNvSpPr/>
                      <p:nvPr/>
                    </p:nvSpPr>
                    <p:spPr>
                      <a:xfrm flipV="1">
                        <a:off x="21034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98" name=""/>
                      <p:cNvSpPr/>
                      <p:nvPr/>
                    </p:nvSpPr>
                    <p:spPr>
                      <a:xfrm flipV="1">
                        <a:off x="21733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699" name=""/>
                      <p:cNvSpPr/>
                      <p:nvPr/>
                    </p:nvSpPr>
                    <p:spPr>
                      <a:xfrm flipV="1">
                        <a:off x="211284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00" name=""/>
                    <p:cNvGrpSpPr/>
                    <p:nvPr/>
                  </p:nvGrpSpPr>
                  <p:grpSpPr>
                    <a:xfrm>
                      <a:off x="2211480" y="4301640"/>
                      <a:ext cx="101520" cy="312840"/>
                      <a:chOff x="2211480" y="4301640"/>
                      <a:chExt cx="101520" cy="312840"/>
                    </a:xfrm>
                  </p:grpSpPr>
                  <p:sp>
                    <p:nvSpPr>
                      <p:cNvPr id="701" name=""/>
                      <p:cNvSpPr/>
                      <p:nvPr/>
                    </p:nvSpPr>
                    <p:spPr>
                      <a:xfrm flipV="1">
                        <a:off x="22114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02" name=""/>
                      <p:cNvSpPr/>
                      <p:nvPr/>
                    </p:nvSpPr>
                    <p:spPr>
                      <a:xfrm flipV="1">
                        <a:off x="22813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03" name=""/>
                      <p:cNvSpPr/>
                      <p:nvPr/>
                    </p:nvSpPr>
                    <p:spPr>
                      <a:xfrm flipV="1">
                        <a:off x="222084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04" name=""/>
                    <p:cNvGrpSpPr/>
                    <p:nvPr/>
                  </p:nvGrpSpPr>
                  <p:grpSpPr>
                    <a:xfrm>
                      <a:off x="2319480" y="4301640"/>
                      <a:ext cx="101520" cy="312840"/>
                      <a:chOff x="2319480" y="4301640"/>
                      <a:chExt cx="101520" cy="312840"/>
                    </a:xfrm>
                  </p:grpSpPr>
                  <p:sp>
                    <p:nvSpPr>
                      <p:cNvPr id="705" name=""/>
                      <p:cNvSpPr/>
                      <p:nvPr/>
                    </p:nvSpPr>
                    <p:spPr>
                      <a:xfrm flipV="1">
                        <a:off x="23194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06" name=""/>
                      <p:cNvSpPr/>
                      <p:nvPr/>
                    </p:nvSpPr>
                    <p:spPr>
                      <a:xfrm flipV="1">
                        <a:off x="23893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07" name=""/>
                      <p:cNvSpPr/>
                      <p:nvPr/>
                    </p:nvSpPr>
                    <p:spPr>
                      <a:xfrm flipV="1">
                        <a:off x="232884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08" name=""/>
                    <p:cNvGrpSpPr/>
                    <p:nvPr/>
                  </p:nvGrpSpPr>
                  <p:grpSpPr>
                    <a:xfrm>
                      <a:off x="2427120" y="4301640"/>
                      <a:ext cx="101880" cy="312840"/>
                      <a:chOff x="2427120" y="4301640"/>
                      <a:chExt cx="101880" cy="312840"/>
                    </a:xfrm>
                  </p:grpSpPr>
                  <p:sp>
                    <p:nvSpPr>
                      <p:cNvPr id="709" name=""/>
                      <p:cNvSpPr/>
                      <p:nvPr/>
                    </p:nvSpPr>
                    <p:spPr>
                      <a:xfrm flipV="1">
                        <a:off x="2427120" y="452520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10" name=""/>
                      <p:cNvSpPr/>
                      <p:nvPr/>
                    </p:nvSpPr>
                    <p:spPr>
                      <a:xfrm flipV="1">
                        <a:off x="24955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11" name=""/>
                      <p:cNvSpPr/>
                      <p:nvPr/>
                    </p:nvSpPr>
                    <p:spPr>
                      <a:xfrm flipV="1">
                        <a:off x="243684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12" name=""/>
                    <p:cNvGrpSpPr/>
                    <p:nvPr/>
                  </p:nvGrpSpPr>
                  <p:grpSpPr>
                    <a:xfrm>
                      <a:off x="2533680" y="4301640"/>
                      <a:ext cx="101520" cy="312840"/>
                      <a:chOff x="2533680" y="4301640"/>
                      <a:chExt cx="101520" cy="312840"/>
                    </a:xfrm>
                  </p:grpSpPr>
                  <p:sp>
                    <p:nvSpPr>
                      <p:cNvPr id="713" name=""/>
                      <p:cNvSpPr/>
                      <p:nvPr/>
                    </p:nvSpPr>
                    <p:spPr>
                      <a:xfrm flipV="1">
                        <a:off x="25336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14" name=""/>
                      <p:cNvSpPr/>
                      <p:nvPr/>
                    </p:nvSpPr>
                    <p:spPr>
                      <a:xfrm flipV="1">
                        <a:off x="26035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15" name=""/>
                      <p:cNvSpPr/>
                      <p:nvPr/>
                    </p:nvSpPr>
                    <p:spPr>
                      <a:xfrm flipV="1">
                        <a:off x="254160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716" name=""/>
              <p:cNvGrpSpPr/>
              <p:nvPr/>
            </p:nvGrpSpPr>
            <p:grpSpPr>
              <a:xfrm>
                <a:off x="3503520" y="3968640"/>
                <a:ext cx="1077840" cy="645840"/>
                <a:chOff x="3503520" y="3968640"/>
                <a:chExt cx="1077840" cy="645840"/>
              </a:xfrm>
            </p:grpSpPr>
            <p:grpSp>
              <p:nvGrpSpPr>
                <p:cNvPr id="717" name=""/>
                <p:cNvGrpSpPr/>
                <p:nvPr/>
              </p:nvGrpSpPr>
              <p:grpSpPr>
                <a:xfrm>
                  <a:off x="3503520" y="3968640"/>
                  <a:ext cx="533520" cy="645840"/>
                  <a:chOff x="3503520" y="3968640"/>
                  <a:chExt cx="533520" cy="645840"/>
                </a:xfrm>
              </p:grpSpPr>
              <p:grpSp>
                <p:nvGrpSpPr>
                  <p:cNvPr id="718" name=""/>
                  <p:cNvGrpSpPr/>
                  <p:nvPr/>
                </p:nvGrpSpPr>
                <p:grpSpPr>
                  <a:xfrm>
                    <a:off x="3503520" y="3968640"/>
                    <a:ext cx="533520" cy="312840"/>
                    <a:chOff x="3503520" y="3968640"/>
                    <a:chExt cx="533520" cy="312840"/>
                  </a:xfrm>
                </p:grpSpPr>
                <p:grpSp>
                  <p:nvGrpSpPr>
                    <p:cNvPr id="719" name=""/>
                    <p:cNvGrpSpPr/>
                    <p:nvPr/>
                  </p:nvGrpSpPr>
                  <p:grpSpPr>
                    <a:xfrm>
                      <a:off x="3503520" y="3968640"/>
                      <a:ext cx="101520" cy="312840"/>
                      <a:chOff x="3503520" y="3968640"/>
                      <a:chExt cx="101520" cy="312840"/>
                    </a:xfrm>
                  </p:grpSpPr>
                  <p:sp>
                    <p:nvSpPr>
                      <p:cNvPr id="720" name=""/>
                      <p:cNvSpPr/>
                      <p:nvPr/>
                    </p:nvSpPr>
                    <p:spPr>
                      <a:xfrm>
                        <a:off x="350352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21" name=""/>
                      <p:cNvSpPr/>
                      <p:nvPr/>
                    </p:nvSpPr>
                    <p:spPr>
                      <a:xfrm>
                        <a:off x="357336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22" name=""/>
                      <p:cNvSpPr/>
                      <p:nvPr/>
                    </p:nvSpPr>
                    <p:spPr>
                      <a:xfrm>
                        <a:off x="351324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23" name=""/>
                    <p:cNvGrpSpPr/>
                    <p:nvPr/>
                  </p:nvGrpSpPr>
                  <p:grpSpPr>
                    <a:xfrm>
                      <a:off x="3611520" y="3968640"/>
                      <a:ext cx="101520" cy="312840"/>
                      <a:chOff x="3611520" y="3968640"/>
                      <a:chExt cx="101520" cy="312840"/>
                    </a:xfrm>
                  </p:grpSpPr>
                  <p:sp>
                    <p:nvSpPr>
                      <p:cNvPr id="724" name=""/>
                      <p:cNvSpPr/>
                      <p:nvPr/>
                    </p:nvSpPr>
                    <p:spPr>
                      <a:xfrm>
                        <a:off x="361152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25" name=""/>
                      <p:cNvSpPr/>
                      <p:nvPr/>
                    </p:nvSpPr>
                    <p:spPr>
                      <a:xfrm>
                        <a:off x="368136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26" name=""/>
                      <p:cNvSpPr/>
                      <p:nvPr/>
                    </p:nvSpPr>
                    <p:spPr>
                      <a:xfrm>
                        <a:off x="361944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27" name=""/>
                    <p:cNvGrpSpPr/>
                    <p:nvPr/>
                  </p:nvGrpSpPr>
                  <p:grpSpPr>
                    <a:xfrm>
                      <a:off x="3719520" y="3968640"/>
                      <a:ext cx="101520" cy="312840"/>
                      <a:chOff x="3719520" y="3968640"/>
                      <a:chExt cx="101520" cy="312840"/>
                    </a:xfrm>
                  </p:grpSpPr>
                  <p:sp>
                    <p:nvSpPr>
                      <p:cNvPr id="728" name=""/>
                      <p:cNvSpPr/>
                      <p:nvPr/>
                    </p:nvSpPr>
                    <p:spPr>
                      <a:xfrm>
                        <a:off x="371952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29" name=""/>
                      <p:cNvSpPr/>
                      <p:nvPr/>
                    </p:nvSpPr>
                    <p:spPr>
                      <a:xfrm>
                        <a:off x="378936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30" name=""/>
                      <p:cNvSpPr/>
                      <p:nvPr/>
                    </p:nvSpPr>
                    <p:spPr>
                      <a:xfrm>
                        <a:off x="372744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31" name=""/>
                    <p:cNvGrpSpPr/>
                    <p:nvPr/>
                  </p:nvGrpSpPr>
                  <p:grpSpPr>
                    <a:xfrm>
                      <a:off x="3827520" y="3968640"/>
                      <a:ext cx="101520" cy="312840"/>
                      <a:chOff x="3827520" y="3968640"/>
                      <a:chExt cx="101520" cy="312840"/>
                    </a:xfrm>
                  </p:grpSpPr>
                  <p:sp>
                    <p:nvSpPr>
                      <p:cNvPr id="732" name=""/>
                      <p:cNvSpPr/>
                      <p:nvPr/>
                    </p:nvSpPr>
                    <p:spPr>
                      <a:xfrm>
                        <a:off x="382752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33" name=""/>
                      <p:cNvSpPr/>
                      <p:nvPr/>
                    </p:nvSpPr>
                    <p:spPr>
                      <a:xfrm>
                        <a:off x="389736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34" name=""/>
                      <p:cNvSpPr/>
                      <p:nvPr/>
                    </p:nvSpPr>
                    <p:spPr>
                      <a:xfrm>
                        <a:off x="383544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35" name=""/>
                    <p:cNvGrpSpPr/>
                    <p:nvPr/>
                  </p:nvGrpSpPr>
                  <p:grpSpPr>
                    <a:xfrm>
                      <a:off x="3935520" y="3968640"/>
                      <a:ext cx="101520" cy="312840"/>
                      <a:chOff x="3935520" y="3968640"/>
                      <a:chExt cx="101520" cy="312840"/>
                    </a:xfrm>
                  </p:grpSpPr>
                  <p:sp>
                    <p:nvSpPr>
                      <p:cNvPr id="736" name=""/>
                      <p:cNvSpPr/>
                      <p:nvPr/>
                    </p:nvSpPr>
                    <p:spPr>
                      <a:xfrm>
                        <a:off x="393552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37" name=""/>
                      <p:cNvSpPr/>
                      <p:nvPr/>
                    </p:nvSpPr>
                    <p:spPr>
                      <a:xfrm>
                        <a:off x="400536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38" name=""/>
                      <p:cNvSpPr/>
                      <p:nvPr/>
                    </p:nvSpPr>
                    <p:spPr>
                      <a:xfrm>
                        <a:off x="394488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739" name=""/>
                  <p:cNvGrpSpPr/>
                  <p:nvPr/>
                </p:nvGrpSpPr>
                <p:grpSpPr>
                  <a:xfrm>
                    <a:off x="3503520" y="4301640"/>
                    <a:ext cx="533520" cy="312840"/>
                    <a:chOff x="3503520" y="4301640"/>
                    <a:chExt cx="533520" cy="312840"/>
                  </a:xfrm>
                </p:grpSpPr>
                <p:grpSp>
                  <p:nvGrpSpPr>
                    <p:cNvPr id="740" name=""/>
                    <p:cNvGrpSpPr/>
                    <p:nvPr/>
                  </p:nvGrpSpPr>
                  <p:grpSpPr>
                    <a:xfrm>
                      <a:off x="3503520" y="4301640"/>
                      <a:ext cx="101520" cy="312840"/>
                      <a:chOff x="3503520" y="4301640"/>
                      <a:chExt cx="101520" cy="312840"/>
                    </a:xfrm>
                  </p:grpSpPr>
                  <p:sp>
                    <p:nvSpPr>
                      <p:cNvPr id="741" name=""/>
                      <p:cNvSpPr/>
                      <p:nvPr/>
                    </p:nvSpPr>
                    <p:spPr>
                      <a:xfrm flipV="1">
                        <a:off x="350352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42" name=""/>
                      <p:cNvSpPr/>
                      <p:nvPr/>
                    </p:nvSpPr>
                    <p:spPr>
                      <a:xfrm flipV="1">
                        <a:off x="357336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43" name=""/>
                      <p:cNvSpPr/>
                      <p:nvPr/>
                    </p:nvSpPr>
                    <p:spPr>
                      <a:xfrm flipV="1">
                        <a:off x="351324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44" name=""/>
                    <p:cNvGrpSpPr/>
                    <p:nvPr/>
                  </p:nvGrpSpPr>
                  <p:grpSpPr>
                    <a:xfrm>
                      <a:off x="3611520" y="4301640"/>
                      <a:ext cx="101520" cy="312840"/>
                      <a:chOff x="3611520" y="4301640"/>
                      <a:chExt cx="101520" cy="312840"/>
                    </a:xfrm>
                  </p:grpSpPr>
                  <p:sp>
                    <p:nvSpPr>
                      <p:cNvPr id="745" name=""/>
                      <p:cNvSpPr/>
                      <p:nvPr/>
                    </p:nvSpPr>
                    <p:spPr>
                      <a:xfrm flipV="1">
                        <a:off x="361152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46" name=""/>
                      <p:cNvSpPr/>
                      <p:nvPr/>
                    </p:nvSpPr>
                    <p:spPr>
                      <a:xfrm flipV="1">
                        <a:off x="368136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47" name=""/>
                      <p:cNvSpPr/>
                      <p:nvPr/>
                    </p:nvSpPr>
                    <p:spPr>
                      <a:xfrm flipV="1">
                        <a:off x="361944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48" name=""/>
                    <p:cNvGrpSpPr/>
                    <p:nvPr/>
                  </p:nvGrpSpPr>
                  <p:grpSpPr>
                    <a:xfrm>
                      <a:off x="3719520" y="4301640"/>
                      <a:ext cx="101520" cy="312840"/>
                      <a:chOff x="3719520" y="4301640"/>
                      <a:chExt cx="101520" cy="312840"/>
                    </a:xfrm>
                  </p:grpSpPr>
                  <p:sp>
                    <p:nvSpPr>
                      <p:cNvPr id="749" name=""/>
                      <p:cNvSpPr/>
                      <p:nvPr/>
                    </p:nvSpPr>
                    <p:spPr>
                      <a:xfrm flipV="1">
                        <a:off x="371952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0" name=""/>
                      <p:cNvSpPr/>
                      <p:nvPr/>
                    </p:nvSpPr>
                    <p:spPr>
                      <a:xfrm flipV="1">
                        <a:off x="378936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1" name=""/>
                      <p:cNvSpPr/>
                      <p:nvPr/>
                    </p:nvSpPr>
                    <p:spPr>
                      <a:xfrm flipV="1">
                        <a:off x="372744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52" name=""/>
                    <p:cNvGrpSpPr/>
                    <p:nvPr/>
                  </p:nvGrpSpPr>
                  <p:grpSpPr>
                    <a:xfrm>
                      <a:off x="3827520" y="4301640"/>
                      <a:ext cx="101520" cy="312840"/>
                      <a:chOff x="3827520" y="4301640"/>
                      <a:chExt cx="101520" cy="312840"/>
                    </a:xfrm>
                  </p:grpSpPr>
                  <p:sp>
                    <p:nvSpPr>
                      <p:cNvPr id="753" name=""/>
                      <p:cNvSpPr/>
                      <p:nvPr/>
                    </p:nvSpPr>
                    <p:spPr>
                      <a:xfrm flipV="1">
                        <a:off x="382752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4" name=""/>
                      <p:cNvSpPr/>
                      <p:nvPr/>
                    </p:nvSpPr>
                    <p:spPr>
                      <a:xfrm flipV="1">
                        <a:off x="389736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5" name=""/>
                      <p:cNvSpPr/>
                      <p:nvPr/>
                    </p:nvSpPr>
                    <p:spPr>
                      <a:xfrm flipV="1">
                        <a:off x="383544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56" name=""/>
                    <p:cNvGrpSpPr/>
                    <p:nvPr/>
                  </p:nvGrpSpPr>
                  <p:grpSpPr>
                    <a:xfrm>
                      <a:off x="3935520" y="4301640"/>
                      <a:ext cx="101520" cy="312840"/>
                      <a:chOff x="3935520" y="4301640"/>
                      <a:chExt cx="101520" cy="312840"/>
                    </a:xfrm>
                  </p:grpSpPr>
                  <p:sp>
                    <p:nvSpPr>
                      <p:cNvPr id="757" name=""/>
                      <p:cNvSpPr/>
                      <p:nvPr/>
                    </p:nvSpPr>
                    <p:spPr>
                      <a:xfrm flipV="1">
                        <a:off x="393552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8" name=""/>
                      <p:cNvSpPr/>
                      <p:nvPr/>
                    </p:nvSpPr>
                    <p:spPr>
                      <a:xfrm flipV="1">
                        <a:off x="400536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59" name=""/>
                      <p:cNvSpPr/>
                      <p:nvPr/>
                    </p:nvSpPr>
                    <p:spPr>
                      <a:xfrm flipV="1">
                        <a:off x="394488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60" name=""/>
                <p:cNvGrpSpPr/>
                <p:nvPr/>
              </p:nvGrpSpPr>
              <p:grpSpPr>
                <a:xfrm>
                  <a:off x="4048200" y="3968640"/>
                  <a:ext cx="533160" cy="645840"/>
                  <a:chOff x="4048200" y="3968640"/>
                  <a:chExt cx="533160" cy="645840"/>
                </a:xfrm>
              </p:grpSpPr>
              <p:grpSp>
                <p:nvGrpSpPr>
                  <p:cNvPr id="761" name=""/>
                  <p:cNvGrpSpPr/>
                  <p:nvPr/>
                </p:nvGrpSpPr>
                <p:grpSpPr>
                  <a:xfrm>
                    <a:off x="4048200" y="3968640"/>
                    <a:ext cx="533160" cy="312840"/>
                    <a:chOff x="4048200" y="3968640"/>
                    <a:chExt cx="533160" cy="312840"/>
                  </a:xfrm>
                </p:grpSpPr>
                <p:grpSp>
                  <p:nvGrpSpPr>
                    <p:cNvPr id="762" name=""/>
                    <p:cNvGrpSpPr/>
                    <p:nvPr/>
                  </p:nvGrpSpPr>
                  <p:grpSpPr>
                    <a:xfrm>
                      <a:off x="4048200" y="3968640"/>
                      <a:ext cx="101520" cy="312840"/>
                      <a:chOff x="4048200" y="3968640"/>
                      <a:chExt cx="101520" cy="312840"/>
                    </a:xfrm>
                  </p:grpSpPr>
                  <p:sp>
                    <p:nvSpPr>
                      <p:cNvPr id="763" name=""/>
                      <p:cNvSpPr/>
                      <p:nvPr/>
                    </p:nvSpPr>
                    <p:spPr>
                      <a:xfrm>
                        <a:off x="40482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64" name=""/>
                      <p:cNvSpPr/>
                      <p:nvPr/>
                    </p:nvSpPr>
                    <p:spPr>
                      <a:xfrm>
                        <a:off x="41180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65" name=""/>
                      <p:cNvSpPr/>
                      <p:nvPr/>
                    </p:nvSpPr>
                    <p:spPr>
                      <a:xfrm>
                        <a:off x="40561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66" name=""/>
                    <p:cNvGrpSpPr/>
                    <p:nvPr/>
                  </p:nvGrpSpPr>
                  <p:grpSpPr>
                    <a:xfrm>
                      <a:off x="4156200" y="3968640"/>
                      <a:ext cx="101520" cy="312840"/>
                      <a:chOff x="4156200" y="3968640"/>
                      <a:chExt cx="101520" cy="312840"/>
                    </a:xfrm>
                  </p:grpSpPr>
                  <p:sp>
                    <p:nvSpPr>
                      <p:cNvPr id="767" name=""/>
                      <p:cNvSpPr/>
                      <p:nvPr/>
                    </p:nvSpPr>
                    <p:spPr>
                      <a:xfrm>
                        <a:off x="41562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68" name=""/>
                      <p:cNvSpPr/>
                      <p:nvPr/>
                    </p:nvSpPr>
                    <p:spPr>
                      <a:xfrm>
                        <a:off x="42260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69" name=""/>
                      <p:cNvSpPr/>
                      <p:nvPr/>
                    </p:nvSpPr>
                    <p:spPr>
                      <a:xfrm>
                        <a:off x="41641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70" name=""/>
                    <p:cNvGrpSpPr/>
                    <p:nvPr/>
                  </p:nvGrpSpPr>
                  <p:grpSpPr>
                    <a:xfrm>
                      <a:off x="4264200" y="3968640"/>
                      <a:ext cx="101520" cy="312840"/>
                      <a:chOff x="4264200" y="3968640"/>
                      <a:chExt cx="101520" cy="312840"/>
                    </a:xfrm>
                  </p:grpSpPr>
                  <p:sp>
                    <p:nvSpPr>
                      <p:cNvPr id="771" name=""/>
                      <p:cNvSpPr/>
                      <p:nvPr/>
                    </p:nvSpPr>
                    <p:spPr>
                      <a:xfrm>
                        <a:off x="426420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72" name=""/>
                      <p:cNvSpPr/>
                      <p:nvPr/>
                    </p:nvSpPr>
                    <p:spPr>
                      <a:xfrm>
                        <a:off x="43340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73" name=""/>
                      <p:cNvSpPr/>
                      <p:nvPr/>
                    </p:nvSpPr>
                    <p:spPr>
                      <a:xfrm>
                        <a:off x="42721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74" name=""/>
                    <p:cNvGrpSpPr/>
                    <p:nvPr/>
                  </p:nvGrpSpPr>
                  <p:grpSpPr>
                    <a:xfrm>
                      <a:off x="4371840" y="3968640"/>
                      <a:ext cx="101880" cy="312840"/>
                      <a:chOff x="4371840" y="3968640"/>
                      <a:chExt cx="101880" cy="312840"/>
                    </a:xfrm>
                  </p:grpSpPr>
                  <p:sp>
                    <p:nvSpPr>
                      <p:cNvPr id="775" name=""/>
                      <p:cNvSpPr/>
                      <p:nvPr/>
                    </p:nvSpPr>
                    <p:spPr>
                      <a:xfrm>
                        <a:off x="4371840" y="39686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76" name=""/>
                      <p:cNvSpPr/>
                      <p:nvPr/>
                    </p:nvSpPr>
                    <p:spPr>
                      <a:xfrm>
                        <a:off x="4441680" y="4059360"/>
                        <a:ext cx="32040" cy="21276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77" name=""/>
                      <p:cNvSpPr/>
                      <p:nvPr/>
                    </p:nvSpPr>
                    <p:spPr>
                      <a:xfrm>
                        <a:off x="437976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78" name=""/>
                    <p:cNvGrpSpPr/>
                    <p:nvPr/>
                  </p:nvGrpSpPr>
                  <p:grpSpPr>
                    <a:xfrm>
                      <a:off x="4479840" y="3968640"/>
                      <a:ext cx="101520" cy="312840"/>
                      <a:chOff x="4479840" y="3968640"/>
                      <a:chExt cx="101520" cy="312840"/>
                    </a:xfrm>
                  </p:grpSpPr>
                  <p:sp>
                    <p:nvSpPr>
                      <p:cNvPr id="779" name=""/>
                      <p:cNvSpPr/>
                      <p:nvPr/>
                    </p:nvSpPr>
                    <p:spPr>
                      <a:xfrm>
                        <a:off x="447984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80" name=""/>
                      <p:cNvSpPr/>
                      <p:nvPr/>
                    </p:nvSpPr>
                    <p:spPr>
                      <a:xfrm>
                        <a:off x="454968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81" name=""/>
                      <p:cNvSpPr/>
                      <p:nvPr/>
                    </p:nvSpPr>
                    <p:spPr>
                      <a:xfrm>
                        <a:off x="448776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782" name=""/>
                  <p:cNvGrpSpPr/>
                  <p:nvPr/>
                </p:nvGrpSpPr>
                <p:grpSpPr>
                  <a:xfrm>
                    <a:off x="4048200" y="4301640"/>
                    <a:ext cx="533160" cy="312840"/>
                    <a:chOff x="4048200" y="4301640"/>
                    <a:chExt cx="533160" cy="312840"/>
                  </a:xfrm>
                </p:grpSpPr>
                <p:grpSp>
                  <p:nvGrpSpPr>
                    <p:cNvPr id="783" name=""/>
                    <p:cNvGrpSpPr/>
                    <p:nvPr/>
                  </p:nvGrpSpPr>
                  <p:grpSpPr>
                    <a:xfrm>
                      <a:off x="4048200" y="4301640"/>
                      <a:ext cx="101520" cy="312840"/>
                      <a:chOff x="4048200" y="4301640"/>
                      <a:chExt cx="101520" cy="312840"/>
                    </a:xfrm>
                  </p:grpSpPr>
                  <p:sp>
                    <p:nvSpPr>
                      <p:cNvPr id="784" name=""/>
                      <p:cNvSpPr/>
                      <p:nvPr/>
                    </p:nvSpPr>
                    <p:spPr>
                      <a:xfrm flipV="1">
                        <a:off x="40482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85" name=""/>
                      <p:cNvSpPr/>
                      <p:nvPr/>
                    </p:nvSpPr>
                    <p:spPr>
                      <a:xfrm flipV="1">
                        <a:off x="41180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86" name=""/>
                      <p:cNvSpPr/>
                      <p:nvPr/>
                    </p:nvSpPr>
                    <p:spPr>
                      <a:xfrm flipV="1">
                        <a:off x="40561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87" name=""/>
                    <p:cNvGrpSpPr/>
                    <p:nvPr/>
                  </p:nvGrpSpPr>
                  <p:grpSpPr>
                    <a:xfrm>
                      <a:off x="4156200" y="4301640"/>
                      <a:ext cx="101520" cy="312840"/>
                      <a:chOff x="4156200" y="4301640"/>
                      <a:chExt cx="101520" cy="312840"/>
                    </a:xfrm>
                  </p:grpSpPr>
                  <p:sp>
                    <p:nvSpPr>
                      <p:cNvPr id="788" name=""/>
                      <p:cNvSpPr/>
                      <p:nvPr/>
                    </p:nvSpPr>
                    <p:spPr>
                      <a:xfrm flipV="1">
                        <a:off x="41562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89" name=""/>
                      <p:cNvSpPr/>
                      <p:nvPr/>
                    </p:nvSpPr>
                    <p:spPr>
                      <a:xfrm flipV="1">
                        <a:off x="42260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90" name=""/>
                      <p:cNvSpPr/>
                      <p:nvPr/>
                    </p:nvSpPr>
                    <p:spPr>
                      <a:xfrm flipV="1">
                        <a:off x="41641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91" name=""/>
                    <p:cNvGrpSpPr/>
                    <p:nvPr/>
                  </p:nvGrpSpPr>
                  <p:grpSpPr>
                    <a:xfrm>
                      <a:off x="4264200" y="4301640"/>
                      <a:ext cx="101520" cy="312840"/>
                      <a:chOff x="4264200" y="4301640"/>
                      <a:chExt cx="101520" cy="312840"/>
                    </a:xfrm>
                  </p:grpSpPr>
                  <p:sp>
                    <p:nvSpPr>
                      <p:cNvPr id="792" name=""/>
                      <p:cNvSpPr/>
                      <p:nvPr/>
                    </p:nvSpPr>
                    <p:spPr>
                      <a:xfrm flipV="1">
                        <a:off x="426420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93" name=""/>
                      <p:cNvSpPr/>
                      <p:nvPr/>
                    </p:nvSpPr>
                    <p:spPr>
                      <a:xfrm flipV="1">
                        <a:off x="43340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94" name=""/>
                      <p:cNvSpPr/>
                      <p:nvPr/>
                    </p:nvSpPr>
                    <p:spPr>
                      <a:xfrm flipV="1">
                        <a:off x="42721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95" name=""/>
                    <p:cNvGrpSpPr/>
                    <p:nvPr/>
                  </p:nvGrpSpPr>
                  <p:grpSpPr>
                    <a:xfrm>
                      <a:off x="4371840" y="4301640"/>
                      <a:ext cx="101880" cy="312840"/>
                      <a:chOff x="4371840" y="4301640"/>
                      <a:chExt cx="101880" cy="312840"/>
                    </a:xfrm>
                  </p:grpSpPr>
                  <p:sp>
                    <p:nvSpPr>
                      <p:cNvPr id="796" name=""/>
                      <p:cNvSpPr/>
                      <p:nvPr/>
                    </p:nvSpPr>
                    <p:spPr>
                      <a:xfrm flipV="1">
                        <a:off x="4371840" y="452520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97" name=""/>
                      <p:cNvSpPr/>
                      <p:nvPr/>
                    </p:nvSpPr>
                    <p:spPr>
                      <a:xfrm flipV="1">
                        <a:off x="4441680" y="4309200"/>
                        <a:ext cx="32040" cy="21276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798" name=""/>
                      <p:cNvSpPr/>
                      <p:nvPr/>
                    </p:nvSpPr>
                    <p:spPr>
                      <a:xfrm flipV="1">
                        <a:off x="437976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799" name=""/>
                    <p:cNvGrpSpPr/>
                    <p:nvPr/>
                  </p:nvGrpSpPr>
                  <p:grpSpPr>
                    <a:xfrm>
                      <a:off x="4479840" y="4301640"/>
                      <a:ext cx="101520" cy="312840"/>
                      <a:chOff x="4479840" y="4301640"/>
                      <a:chExt cx="101520" cy="312840"/>
                    </a:xfrm>
                  </p:grpSpPr>
                  <p:sp>
                    <p:nvSpPr>
                      <p:cNvPr id="800" name=""/>
                      <p:cNvSpPr/>
                      <p:nvPr/>
                    </p:nvSpPr>
                    <p:spPr>
                      <a:xfrm flipV="1">
                        <a:off x="447984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01" name=""/>
                      <p:cNvSpPr/>
                      <p:nvPr/>
                    </p:nvSpPr>
                    <p:spPr>
                      <a:xfrm flipV="1">
                        <a:off x="454968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02" name=""/>
                      <p:cNvSpPr/>
                      <p:nvPr/>
                    </p:nvSpPr>
                    <p:spPr>
                      <a:xfrm flipV="1">
                        <a:off x="448776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803" name=""/>
              <p:cNvGrpSpPr/>
              <p:nvPr/>
            </p:nvGrpSpPr>
            <p:grpSpPr>
              <a:xfrm>
                <a:off x="5518080" y="3968640"/>
                <a:ext cx="1076040" cy="645840"/>
                <a:chOff x="5518080" y="3968640"/>
                <a:chExt cx="1076040" cy="645840"/>
              </a:xfrm>
            </p:grpSpPr>
            <p:grpSp>
              <p:nvGrpSpPr>
                <p:cNvPr id="804" name=""/>
                <p:cNvGrpSpPr/>
                <p:nvPr/>
              </p:nvGrpSpPr>
              <p:grpSpPr>
                <a:xfrm>
                  <a:off x="5518080" y="3968640"/>
                  <a:ext cx="533520" cy="645840"/>
                  <a:chOff x="5518080" y="3968640"/>
                  <a:chExt cx="533520" cy="645840"/>
                </a:xfrm>
              </p:grpSpPr>
              <p:grpSp>
                <p:nvGrpSpPr>
                  <p:cNvPr id="805" name=""/>
                  <p:cNvGrpSpPr/>
                  <p:nvPr/>
                </p:nvGrpSpPr>
                <p:grpSpPr>
                  <a:xfrm>
                    <a:off x="5518080" y="3968640"/>
                    <a:ext cx="533520" cy="312840"/>
                    <a:chOff x="5518080" y="3968640"/>
                    <a:chExt cx="533520" cy="312840"/>
                  </a:xfrm>
                </p:grpSpPr>
                <p:grpSp>
                  <p:nvGrpSpPr>
                    <p:cNvPr id="806" name=""/>
                    <p:cNvGrpSpPr/>
                    <p:nvPr/>
                  </p:nvGrpSpPr>
                  <p:grpSpPr>
                    <a:xfrm>
                      <a:off x="5518080" y="3968640"/>
                      <a:ext cx="101520" cy="312840"/>
                      <a:chOff x="5518080" y="3968640"/>
                      <a:chExt cx="101520" cy="312840"/>
                    </a:xfrm>
                  </p:grpSpPr>
                  <p:sp>
                    <p:nvSpPr>
                      <p:cNvPr id="807" name=""/>
                      <p:cNvSpPr/>
                      <p:nvPr/>
                    </p:nvSpPr>
                    <p:spPr>
                      <a:xfrm>
                        <a:off x="55180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08" name=""/>
                      <p:cNvSpPr/>
                      <p:nvPr/>
                    </p:nvSpPr>
                    <p:spPr>
                      <a:xfrm>
                        <a:off x="558648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09" name=""/>
                      <p:cNvSpPr/>
                      <p:nvPr/>
                    </p:nvSpPr>
                    <p:spPr>
                      <a:xfrm>
                        <a:off x="552456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10" name=""/>
                    <p:cNvGrpSpPr/>
                    <p:nvPr/>
                  </p:nvGrpSpPr>
                  <p:grpSpPr>
                    <a:xfrm>
                      <a:off x="5626080" y="3968640"/>
                      <a:ext cx="101520" cy="312840"/>
                      <a:chOff x="5626080" y="3968640"/>
                      <a:chExt cx="101520" cy="312840"/>
                    </a:xfrm>
                  </p:grpSpPr>
                  <p:sp>
                    <p:nvSpPr>
                      <p:cNvPr id="811" name=""/>
                      <p:cNvSpPr/>
                      <p:nvPr/>
                    </p:nvSpPr>
                    <p:spPr>
                      <a:xfrm>
                        <a:off x="56260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12" name=""/>
                      <p:cNvSpPr/>
                      <p:nvPr/>
                    </p:nvSpPr>
                    <p:spPr>
                      <a:xfrm>
                        <a:off x="56959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13" name=""/>
                      <p:cNvSpPr/>
                      <p:nvPr/>
                    </p:nvSpPr>
                    <p:spPr>
                      <a:xfrm>
                        <a:off x="563400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14" name=""/>
                    <p:cNvGrpSpPr/>
                    <p:nvPr/>
                  </p:nvGrpSpPr>
                  <p:grpSpPr>
                    <a:xfrm>
                      <a:off x="5734080" y="3968640"/>
                      <a:ext cx="101520" cy="312840"/>
                      <a:chOff x="5734080" y="3968640"/>
                      <a:chExt cx="101520" cy="312840"/>
                    </a:xfrm>
                  </p:grpSpPr>
                  <p:sp>
                    <p:nvSpPr>
                      <p:cNvPr id="815" name=""/>
                      <p:cNvSpPr/>
                      <p:nvPr/>
                    </p:nvSpPr>
                    <p:spPr>
                      <a:xfrm>
                        <a:off x="57340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16" name=""/>
                      <p:cNvSpPr/>
                      <p:nvPr/>
                    </p:nvSpPr>
                    <p:spPr>
                      <a:xfrm>
                        <a:off x="58039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17" name=""/>
                      <p:cNvSpPr/>
                      <p:nvPr/>
                    </p:nvSpPr>
                    <p:spPr>
                      <a:xfrm>
                        <a:off x="5742000" y="4070520"/>
                        <a:ext cx="25560" cy="2109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18" name=""/>
                    <p:cNvGrpSpPr/>
                    <p:nvPr/>
                  </p:nvGrpSpPr>
                  <p:grpSpPr>
                    <a:xfrm>
                      <a:off x="5842080" y="3968640"/>
                      <a:ext cx="101520" cy="312840"/>
                      <a:chOff x="5842080" y="3968640"/>
                      <a:chExt cx="101520" cy="312840"/>
                    </a:xfrm>
                  </p:grpSpPr>
                  <p:sp>
                    <p:nvSpPr>
                      <p:cNvPr id="819" name=""/>
                      <p:cNvSpPr/>
                      <p:nvPr/>
                    </p:nvSpPr>
                    <p:spPr>
                      <a:xfrm>
                        <a:off x="58420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20" name=""/>
                      <p:cNvSpPr/>
                      <p:nvPr/>
                    </p:nvSpPr>
                    <p:spPr>
                      <a:xfrm>
                        <a:off x="59119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21" name=""/>
                      <p:cNvSpPr/>
                      <p:nvPr/>
                    </p:nvSpPr>
                    <p:spPr>
                      <a:xfrm>
                        <a:off x="585000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22" name=""/>
                    <p:cNvGrpSpPr/>
                    <p:nvPr/>
                  </p:nvGrpSpPr>
                  <p:grpSpPr>
                    <a:xfrm>
                      <a:off x="5950080" y="3968640"/>
                      <a:ext cx="101520" cy="312840"/>
                      <a:chOff x="5950080" y="3968640"/>
                      <a:chExt cx="101520" cy="312840"/>
                    </a:xfrm>
                  </p:grpSpPr>
                  <p:sp>
                    <p:nvSpPr>
                      <p:cNvPr id="823" name=""/>
                      <p:cNvSpPr/>
                      <p:nvPr/>
                    </p:nvSpPr>
                    <p:spPr>
                      <a:xfrm>
                        <a:off x="595008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24" name=""/>
                      <p:cNvSpPr/>
                      <p:nvPr/>
                    </p:nvSpPr>
                    <p:spPr>
                      <a:xfrm>
                        <a:off x="601992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25" name=""/>
                      <p:cNvSpPr/>
                      <p:nvPr/>
                    </p:nvSpPr>
                    <p:spPr>
                      <a:xfrm>
                        <a:off x="595800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826" name=""/>
                  <p:cNvGrpSpPr/>
                  <p:nvPr/>
                </p:nvGrpSpPr>
                <p:grpSpPr>
                  <a:xfrm>
                    <a:off x="5518080" y="4301640"/>
                    <a:ext cx="533520" cy="312840"/>
                    <a:chOff x="5518080" y="4301640"/>
                    <a:chExt cx="533520" cy="312840"/>
                  </a:xfrm>
                </p:grpSpPr>
                <p:grpSp>
                  <p:nvGrpSpPr>
                    <p:cNvPr id="827" name=""/>
                    <p:cNvGrpSpPr/>
                    <p:nvPr/>
                  </p:nvGrpSpPr>
                  <p:grpSpPr>
                    <a:xfrm>
                      <a:off x="5518080" y="4301640"/>
                      <a:ext cx="101520" cy="312840"/>
                      <a:chOff x="5518080" y="4301640"/>
                      <a:chExt cx="101520" cy="312840"/>
                    </a:xfrm>
                  </p:grpSpPr>
                  <p:sp>
                    <p:nvSpPr>
                      <p:cNvPr id="828" name=""/>
                      <p:cNvSpPr/>
                      <p:nvPr/>
                    </p:nvSpPr>
                    <p:spPr>
                      <a:xfrm flipV="1">
                        <a:off x="55180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29" name=""/>
                      <p:cNvSpPr/>
                      <p:nvPr/>
                    </p:nvSpPr>
                    <p:spPr>
                      <a:xfrm flipV="1">
                        <a:off x="558648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30" name=""/>
                      <p:cNvSpPr/>
                      <p:nvPr/>
                    </p:nvSpPr>
                    <p:spPr>
                      <a:xfrm flipV="1">
                        <a:off x="552456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31" name=""/>
                    <p:cNvGrpSpPr/>
                    <p:nvPr/>
                  </p:nvGrpSpPr>
                  <p:grpSpPr>
                    <a:xfrm>
                      <a:off x="5626080" y="4301640"/>
                      <a:ext cx="101520" cy="312840"/>
                      <a:chOff x="5626080" y="4301640"/>
                      <a:chExt cx="101520" cy="312840"/>
                    </a:xfrm>
                  </p:grpSpPr>
                  <p:sp>
                    <p:nvSpPr>
                      <p:cNvPr id="832" name=""/>
                      <p:cNvSpPr/>
                      <p:nvPr/>
                    </p:nvSpPr>
                    <p:spPr>
                      <a:xfrm flipV="1">
                        <a:off x="56260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33" name=""/>
                      <p:cNvSpPr/>
                      <p:nvPr/>
                    </p:nvSpPr>
                    <p:spPr>
                      <a:xfrm flipV="1">
                        <a:off x="56959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34" name=""/>
                      <p:cNvSpPr/>
                      <p:nvPr/>
                    </p:nvSpPr>
                    <p:spPr>
                      <a:xfrm flipV="1">
                        <a:off x="563400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35" name=""/>
                    <p:cNvGrpSpPr/>
                    <p:nvPr/>
                  </p:nvGrpSpPr>
                  <p:grpSpPr>
                    <a:xfrm>
                      <a:off x="5734080" y="4301640"/>
                      <a:ext cx="101520" cy="312840"/>
                      <a:chOff x="5734080" y="4301640"/>
                      <a:chExt cx="101520" cy="312840"/>
                    </a:xfrm>
                  </p:grpSpPr>
                  <p:sp>
                    <p:nvSpPr>
                      <p:cNvPr id="836" name=""/>
                      <p:cNvSpPr/>
                      <p:nvPr/>
                    </p:nvSpPr>
                    <p:spPr>
                      <a:xfrm flipV="1">
                        <a:off x="57340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37" name=""/>
                      <p:cNvSpPr/>
                      <p:nvPr/>
                    </p:nvSpPr>
                    <p:spPr>
                      <a:xfrm flipV="1">
                        <a:off x="58039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38" name=""/>
                      <p:cNvSpPr/>
                      <p:nvPr/>
                    </p:nvSpPr>
                    <p:spPr>
                      <a:xfrm flipV="1">
                        <a:off x="5742000" y="43012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39" name=""/>
                    <p:cNvGrpSpPr/>
                    <p:nvPr/>
                  </p:nvGrpSpPr>
                  <p:grpSpPr>
                    <a:xfrm>
                      <a:off x="5842080" y="4301640"/>
                      <a:ext cx="101520" cy="312840"/>
                      <a:chOff x="5842080" y="4301640"/>
                      <a:chExt cx="101520" cy="312840"/>
                    </a:xfrm>
                  </p:grpSpPr>
                  <p:sp>
                    <p:nvSpPr>
                      <p:cNvPr id="840" name=""/>
                      <p:cNvSpPr/>
                      <p:nvPr/>
                    </p:nvSpPr>
                    <p:spPr>
                      <a:xfrm flipV="1">
                        <a:off x="58420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41" name=""/>
                      <p:cNvSpPr/>
                      <p:nvPr/>
                    </p:nvSpPr>
                    <p:spPr>
                      <a:xfrm flipV="1">
                        <a:off x="59119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42" name=""/>
                      <p:cNvSpPr/>
                      <p:nvPr/>
                    </p:nvSpPr>
                    <p:spPr>
                      <a:xfrm flipV="1">
                        <a:off x="585000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43" name=""/>
                    <p:cNvGrpSpPr/>
                    <p:nvPr/>
                  </p:nvGrpSpPr>
                  <p:grpSpPr>
                    <a:xfrm>
                      <a:off x="5950080" y="4301640"/>
                      <a:ext cx="101520" cy="312840"/>
                      <a:chOff x="5950080" y="4301640"/>
                      <a:chExt cx="101520" cy="312840"/>
                    </a:xfrm>
                  </p:grpSpPr>
                  <p:sp>
                    <p:nvSpPr>
                      <p:cNvPr id="844" name=""/>
                      <p:cNvSpPr/>
                      <p:nvPr/>
                    </p:nvSpPr>
                    <p:spPr>
                      <a:xfrm flipV="1">
                        <a:off x="595008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45" name=""/>
                      <p:cNvSpPr/>
                      <p:nvPr/>
                    </p:nvSpPr>
                    <p:spPr>
                      <a:xfrm flipV="1">
                        <a:off x="601992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46" name=""/>
                      <p:cNvSpPr/>
                      <p:nvPr/>
                    </p:nvSpPr>
                    <p:spPr>
                      <a:xfrm flipV="1">
                        <a:off x="595800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47" name=""/>
                <p:cNvGrpSpPr/>
                <p:nvPr/>
              </p:nvGrpSpPr>
              <p:grpSpPr>
                <a:xfrm>
                  <a:off x="6060960" y="3968640"/>
                  <a:ext cx="533160" cy="645840"/>
                  <a:chOff x="6060960" y="3968640"/>
                  <a:chExt cx="533160" cy="645840"/>
                </a:xfrm>
              </p:grpSpPr>
              <p:grpSp>
                <p:nvGrpSpPr>
                  <p:cNvPr id="848" name=""/>
                  <p:cNvGrpSpPr/>
                  <p:nvPr/>
                </p:nvGrpSpPr>
                <p:grpSpPr>
                  <a:xfrm>
                    <a:off x="6060960" y="3968640"/>
                    <a:ext cx="533160" cy="312840"/>
                    <a:chOff x="6060960" y="3968640"/>
                    <a:chExt cx="533160" cy="312840"/>
                  </a:xfrm>
                </p:grpSpPr>
                <p:grpSp>
                  <p:nvGrpSpPr>
                    <p:cNvPr id="849" name=""/>
                    <p:cNvGrpSpPr/>
                    <p:nvPr/>
                  </p:nvGrpSpPr>
                  <p:grpSpPr>
                    <a:xfrm>
                      <a:off x="6060960" y="3968640"/>
                      <a:ext cx="101520" cy="312840"/>
                      <a:chOff x="6060960" y="3968640"/>
                      <a:chExt cx="101520" cy="312840"/>
                    </a:xfrm>
                  </p:grpSpPr>
                  <p:sp>
                    <p:nvSpPr>
                      <p:cNvPr id="850" name=""/>
                      <p:cNvSpPr/>
                      <p:nvPr/>
                    </p:nvSpPr>
                    <p:spPr>
                      <a:xfrm>
                        <a:off x="6060960" y="39686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51" name=""/>
                      <p:cNvSpPr/>
                      <p:nvPr/>
                    </p:nvSpPr>
                    <p:spPr>
                      <a:xfrm>
                        <a:off x="6130440" y="405936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52" name=""/>
                      <p:cNvSpPr/>
                      <p:nvPr/>
                    </p:nvSpPr>
                    <p:spPr>
                      <a:xfrm>
                        <a:off x="606852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53" name=""/>
                    <p:cNvGrpSpPr/>
                    <p:nvPr/>
                  </p:nvGrpSpPr>
                  <p:grpSpPr>
                    <a:xfrm>
                      <a:off x="6168600" y="3968640"/>
                      <a:ext cx="101160" cy="312840"/>
                      <a:chOff x="6168600" y="3968640"/>
                      <a:chExt cx="101160" cy="312840"/>
                    </a:xfrm>
                  </p:grpSpPr>
                  <p:sp>
                    <p:nvSpPr>
                      <p:cNvPr id="854" name=""/>
                      <p:cNvSpPr/>
                      <p:nvPr/>
                    </p:nvSpPr>
                    <p:spPr>
                      <a:xfrm>
                        <a:off x="6168600" y="39686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55" name=""/>
                      <p:cNvSpPr/>
                      <p:nvPr/>
                    </p:nvSpPr>
                    <p:spPr>
                      <a:xfrm>
                        <a:off x="6236640" y="405936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56" name=""/>
                      <p:cNvSpPr/>
                      <p:nvPr/>
                    </p:nvSpPr>
                    <p:spPr>
                      <a:xfrm>
                        <a:off x="617616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57" name=""/>
                    <p:cNvGrpSpPr/>
                    <p:nvPr/>
                  </p:nvGrpSpPr>
                  <p:grpSpPr>
                    <a:xfrm>
                      <a:off x="6276240" y="3968640"/>
                      <a:ext cx="101160" cy="312840"/>
                      <a:chOff x="6276240" y="3968640"/>
                      <a:chExt cx="101160" cy="312840"/>
                    </a:xfrm>
                  </p:grpSpPr>
                  <p:sp>
                    <p:nvSpPr>
                      <p:cNvPr id="858" name=""/>
                      <p:cNvSpPr/>
                      <p:nvPr/>
                    </p:nvSpPr>
                    <p:spPr>
                      <a:xfrm>
                        <a:off x="6276240" y="39686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59" name=""/>
                      <p:cNvSpPr/>
                      <p:nvPr/>
                    </p:nvSpPr>
                    <p:spPr>
                      <a:xfrm>
                        <a:off x="6345720" y="405936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60" name=""/>
                      <p:cNvSpPr/>
                      <p:nvPr/>
                    </p:nvSpPr>
                    <p:spPr>
                      <a:xfrm>
                        <a:off x="628380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61" name=""/>
                    <p:cNvGrpSpPr/>
                    <p:nvPr/>
                  </p:nvGrpSpPr>
                  <p:grpSpPr>
                    <a:xfrm>
                      <a:off x="6383880" y="3968640"/>
                      <a:ext cx="101160" cy="312840"/>
                      <a:chOff x="6383880" y="3968640"/>
                      <a:chExt cx="101160" cy="312840"/>
                    </a:xfrm>
                  </p:grpSpPr>
                  <p:sp>
                    <p:nvSpPr>
                      <p:cNvPr id="862" name=""/>
                      <p:cNvSpPr/>
                      <p:nvPr/>
                    </p:nvSpPr>
                    <p:spPr>
                      <a:xfrm>
                        <a:off x="6383880" y="39686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63" name=""/>
                      <p:cNvSpPr/>
                      <p:nvPr/>
                    </p:nvSpPr>
                    <p:spPr>
                      <a:xfrm>
                        <a:off x="6453360" y="405936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64" name=""/>
                      <p:cNvSpPr/>
                      <p:nvPr/>
                    </p:nvSpPr>
                    <p:spPr>
                      <a:xfrm>
                        <a:off x="639144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65" name=""/>
                    <p:cNvGrpSpPr/>
                    <p:nvPr/>
                  </p:nvGrpSpPr>
                  <p:grpSpPr>
                    <a:xfrm>
                      <a:off x="6492960" y="3968640"/>
                      <a:ext cx="101160" cy="312840"/>
                      <a:chOff x="6492960" y="3968640"/>
                      <a:chExt cx="101160" cy="312840"/>
                    </a:xfrm>
                  </p:grpSpPr>
                  <p:sp>
                    <p:nvSpPr>
                      <p:cNvPr id="866" name=""/>
                      <p:cNvSpPr/>
                      <p:nvPr/>
                    </p:nvSpPr>
                    <p:spPr>
                      <a:xfrm>
                        <a:off x="6492960" y="39686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67" name=""/>
                      <p:cNvSpPr/>
                      <p:nvPr/>
                    </p:nvSpPr>
                    <p:spPr>
                      <a:xfrm>
                        <a:off x="6561000" y="405936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2760"/>
                          <a:gd name="textAreaBottom" fmla="*/ 21312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68" name=""/>
                      <p:cNvSpPr/>
                      <p:nvPr/>
                    </p:nvSpPr>
                    <p:spPr>
                      <a:xfrm>
                        <a:off x="6497280" y="4070520"/>
                        <a:ext cx="25200" cy="2109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0960"/>
                          <a:gd name="textAreaBottom" fmla="*/ 211320 h 2109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869" name=""/>
                  <p:cNvGrpSpPr/>
                  <p:nvPr/>
                </p:nvGrpSpPr>
                <p:grpSpPr>
                  <a:xfrm>
                    <a:off x="6060960" y="4301640"/>
                    <a:ext cx="533160" cy="312840"/>
                    <a:chOff x="6060960" y="4301640"/>
                    <a:chExt cx="533160" cy="312840"/>
                  </a:xfrm>
                </p:grpSpPr>
                <p:grpSp>
                  <p:nvGrpSpPr>
                    <p:cNvPr id="870" name=""/>
                    <p:cNvGrpSpPr/>
                    <p:nvPr/>
                  </p:nvGrpSpPr>
                  <p:grpSpPr>
                    <a:xfrm>
                      <a:off x="6060960" y="4301640"/>
                      <a:ext cx="101520" cy="312840"/>
                      <a:chOff x="6060960" y="4301640"/>
                      <a:chExt cx="101520" cy="312840"/>
                    </a:xfrm>
                  </p:grpSpPr>
                  <p:sp>
                    <p:nvSpPr>
                      <p:cNvPr id="871" name=""/>
                      <p:cNvSpPr/>
                      <p:nvPr/>
                    </p:nvSpPr>
                    <p:spPr>
                      <a:xfrm flipV="1">
                        <a:off x="6060960" y="452520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72" name=""/>
                      <p:cNvSpPr/>
                      <p:nvPr/>
                    </p:nvSpPr>
                    <p:spPr>
                      <a:xfrm flipV="1">
                        <a:off x="6130440" y="4309200"/>
                        <a:ext cx="31680" cy="21276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73" name=""/>
                      <p:cNvSpPr/>
                      <p:nvPr/>
                    </p:nvSpPr>
                    <p:spPr>
                      <a:xfrm flipV="1">
                        <a:off x="606852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74" name=""/>
                    <p:cNvGrpSpPr/>
                    <p:nvPr/>
                  </p:nvGrpSpPr>
                  <p:grpSpPr>
                    <a:xfrm>
                      <a:off x="6168600" y="4301640"/>
                      <a:ext cx="101160" cy="312840"/>
                      <a:chOff x="6168600" y="4301640"/>
                      <a:chExt cx="101160" cy="312840"/>
                    </a:xfrm>
                  </p:grpSpPr>
                  <p:sp>
                    <p:nvSpPr>
                      <p:cNvPr id="875" name=""/>
                      <p:cNvSpPr/>
                      <p:nvPr/>
                    </p:nvSpPr>
                    <p:spPr>
                      <a:xfrm flipV="1">
                        <a:off x="6168600" y="452520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76" name=""/>
                      <p:cNvSpPr/>
                      <p:nvPr/>
                    </p:nvSpPr>
                    <p:spPr>
                      <a:xfrm flipV="1">
                        <a:off x="6236640" y="430920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77" name=""/>
                      <p:cNvSpPr/>
                      <p:nvPr/>
                    </p:nvSpPr>
                    <p:spPr>
                      <a:xfrm flipV="1">
                        <a:off x="617616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78" name=""/>
                    <p:cNvGrpSpPr/>
                    <p:nvPr/>
                  </p:nvGrpSpPr>
                  <p:grpSpPr>
                    <a:xfrm>
                      <a:off x="6276240" y="4301640"/>
                      <a:ext cx="101160" cy="312840"/>
                      <a:chOff x="6276240" y="4301640"/>
                      <a:chExt cx="101160" cy="312840"/>
                    </a:xfrm>
                  </p:grpSpPr>
                  <p:sp>
                    <p:nvSpPr>
                      <p:cNvPr id="879" name=""/>
                      <p:cNvSpPr/>
                      <p:nvPr/>
                    </p:nvSpPr>
                    <p:spPr>
                      <a:xfrm flipV="1">
                        <a:off x="6276240" y="452520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0" name=""/>
                      <p:cNvSpPr/>
                      <p:nvPr/>
                    </p:nvSpPr>
                    <p:spPr>
                      <a:xfrm flipV="1">
                        <a:off x="6345720" y="430920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1" name=""/>
                      <p:cNvSpPr/>
                      <p:nvPr/>
                    </p:nvSpPr>
                    <p:spPr>
                      <a:xfrm flipV="1">
                        <a:off x="628380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82" name=""/>
                    <p:cNvGrpSpPr/>
                    <p:nvPr/>
                  </p:nvGrpSpPr>
                  <p:grpSpPr>
                    <a:xfrm>
                      <a:off x="6383880" y="4301640"/>
                      <a:ext cx="101160" cy="312840"/>
                      <a:chOff x="6383880" y="4301640"/>
                      <a:chExt cx="101160" cy="312840"/>
                    </a:xfrm>
                  </p:grpSpPr>
                  <p:sp>
                    <p:nvSpPr>
                      <p:cNvPr id="883" name=""/>
                      <p:cNvSpPr/>
                      <p:nvPr/>
                    </p:nvSpPr>
                    <p:spPr>
                      <a:xfrm flipV="1">
                        <a:off x="6383880" y="452520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4" name=""/>
                      <p:cNvSpPr/>
                      <p:nvPr/>
                    </p:nvSpPr>
                    <p:spPr>
                      <a:xfrm flipV="1">
                        <a:off x="6453360" y="430920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5" name=""/>
                      <p:cNvSpPr/>
                      <p:nvPr/>
                    </p:nvSpPr>
                    <p:spPr>
                      <a:xfrm flipV="1">
                        <a:off x="639144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886" name=""/>
                    <p:cNvGrpSpPr/>
                    <p:nvPr/>
                  </p:nvGrpSpPr>
                  <p:grpSpPr>
                    <a:xfrm>
                      <a:off x="6492960" y="4301640"/>
                      <a:ext cx="101160" cy="312840"/>
                      <a:chOff x="6492960" y="4301640"/>
                      <a:chExt cx="101160" cy="312840"/>
                    </a:xfrm>
                  </p:grpSpPr>
                  <p:sp>
                    <p:nvSpPr>
                      <p:cNvPr id="887" name=""/>
                      <p:cNvSpPr/>
                      <p:nvPr/>
                    </p:nvSpPr>
                    <p:spPr>
                      <a:xfrm flipV="1">
                        <a:off x="6492960" y="452520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8" name=""/>
                      <p:cNvSpPr/>
                      <p:nvPr/>
                    </p:nvSpPr>
                    <p:spPr>
                      <a:xfrm flipV="1">
                        <a:off x="6561000" y="4309200"/>
                        <a:ext cx="31320" cy="21276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2760"/>
                          <a:gd name="textAreaBottom" fmla="*/ 212760 h 21276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889" name=""/>
                      <p:cNvSpPr/>
                      <p:nvPr/>
                    </p:nvSpPr>
                    <p:spPr>
                      <a:xfrm flipV="1">
                        <a:off x="6497280" y="43012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890" name=""/>
              <p:cNvSpPr/>
              <p:nvPr/>
            </p:nvSpPr>
            <p:spPr>
              <a:xfrm>
                <a:off x="6577920" y="4103640"/>
                <a:ext cx="173016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Repolarisation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"/>
              <p:cNvSpPr/>
              <p:nvPr/>
            </p:nvSpPr>
            <p:spPr>
              <a:xfrm>
                <a:off x="1221840" y="4148280"/>
                <a:ext cx="3250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C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2" name=""/>
            <p:cNvGrpSpPr/>
            <p:nvPr/>
          </p:nvGrpSpPr>
          <p:grpSpPr>
            <a:xfrm>
              <a:off x="3048120" y="3476520"/>
              <a:ext cx="911160" cy="663840"/>
              <a:chOff x="3048120" y="3476520"/>
              <a:chExt cx="911160" cy="663840"/>
            </a:xfrm>
          </p:grpSpPr>
          <p:sp>
            <p:nvSpPr>
              <p:cNvPr id="893" name=""/>
              <p:cNvSpPr/>
              <p:nvPr/>
            </p:nvSpPr>
            <p:spPr>
              <a:xfrm>
                <a:off x="3048120" y="3544920"/>
                <a:ext cx="911160" cy="595440"/>
              </a:xfrm>
              <a:custGeom>
                <a:avLst/>
                <a:gdLst/>
                <a:ahLst/>
                <a:rect l="l" t="t" r="r" b="b"/>
                <a:pathLst>
                  <a:path w="2541" h="2861">
                    <a:moveTo>
                      <a:pt x="0" y="0"/>
                    </a:moveTo>
                    <a:cubicBezTo>
                      <a:pt x="1905" y="2860"/>
                      <a:pt x="2540" y="0"/>
                      <a:pt x="2540" y="0"/>
                    </a:cubicBezTo>
                  </a:path>
                </a:pathLst>
              </a:custGeom>
              <a:noFill/>
              <a:ln w="183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"/>
              <p:cNvSpPr/>
              <p:nvPr/>
            </p:nvSpPr>
            <p:spPr>
              <a:xfrm>
                <a:off x="3247920" y="3476520"/>
                <a:ext cx="540000" cy="209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88"/>
                  </a:spcBef>
                  <a:spcAft>
                    <a:spcPts val="88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  <a:tab pos="10058400" algn="l"/>
                    <a:tab pos="10515600" algn="l"/>
                  </a:tabLst>
                </a:pPr>
                <a:r>
                  <a: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Na</a:t>
                </a:r>
                <a:r>
                  <a:rPr lang="en-US" sz="1800" b="0" u="none" strike="noStrike" baseline="33000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5" name=""/>
            <p:cNvGrpSpPr/>
            <p:nvPr/>
          </p:nvGrpSpPr>
          <p:grpSpPr>
            <a:xfrm>
              <a:off x="4794120" y="3620880"/>
              <a:ext cx="460440" cy="1479240"/>
              <a:chOff x="4794120" y="3620880"/>
              <a:chExt cx="460440" cy="1479240"/>
            </a:xfrm>
          </p:grpSpPr>
          <p:sp>
            <p:nvSpPr>
              <p:cNvPr id="896" name=""/>
              <p:cNvSpPr/>
              <p:nvPr/>
            </p:nvSpPr>
            <p:spPr>
              <a:xfrm flipV="1">
                <a:off x="5029200" y="3620880"/>
                <a:ext cx="225360" cy="1201320"/>
              </a:xfrm>
              <a:prstGeom prst="line">
                <a:avLst/>
              </a:prstGeom>
              <a:ln w="18360">
                <a:solidFill>
                  <a:srgbClr val="3465A4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"/>
              <p:cNvSpPr/>
              <p:nvPr/>
            </p:nvSpPr>
            <p:spPr>
              <a:xfrm>
                <a:off x="4794120" y="4720680"/>
                <a:ext cx="381240" cy="37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88"/>
                  </a:spcBef>
                  <a:spcAft>
                    <a:spcPts val="88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  <a:tab pos="10058400" algn="l"/>
                    <a:tab pos="10515600" algn="l"/>
                  </a:tabLst>
                </a:pPr>
                <a:r>
                  <a:rPr lang="en-US" sz="1800" b="0" u="none" strike="noStrike">
                    <a:solidFill>
                      <a:srgbClr val="3465A4"/>
                    </a:solidFill>
                    <a:effectLst/>
                    <a:uFillTx/>
                    <a:latin typeface="Comic Sans MS"/>
                  </a:rPr>
                  <a:t>K</a:t>
                </a:r>
                <a:r>
                  <a:rPr lang="en-US" sz="1800" b="0" u="none" strike="noStrike" baseline="33000">
                    <a:solidFill>
                      <a:srgbClr val="3465A4"/>
                    </a:solidFill>
                    <a:effectLst/>
                    <a:uFillTx/>
                    <a:latin typeface="Comic Sans MS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98" name=""/>
          <p:cNvGrpSpPr/>
          <p:nvPr/>
        </p:nvGrpSpPr>
        <p:grpSpPr>
          <a:xfrm>
            <a:off x="1220040" y="5204880"/>
            <a:ext cx="7968960" cy="1479600"/>
            <a:chOff x="1220040" y="5204880"/>
            <a:chExt cx="7968960" cy="1479600"/>
          </a:xfrm>
        </p:grpSpPr>
        <p:grpSp>
          <p:nvGrpSpPr>
            <p:cNvPr id="899" name=""/>
            <p:cNvGrpSpPr/>
            <p:nvPr/>
          </p:nvGrpSpPr>
          <p:grpSpPr>
            <a:xfrm>
              <a:off x="1220040" y="5300640"/>
              <a:ext cx="7968960" cy="1146240"/>
              <a:chOff x="1220040" y="5300640"/>
              <a:chExt cx="7968960" cy="1146240"/>
            </a:xfrm>
          </p:grpSpPr>
          <p:sp>
            <p:nvSpPr>
              <p:cNvPr id="900" name=""/>
              <p:cNvSpPr/>
              <p:nvPr/>
            </p:nvSpPr>
            <p:spPr>
              <a:xfrm>
                <a:off x="2639880" y="5465880"/>
                <a:ext cx="592200" cy="907920"/>
              </a:xfrm>
              <a:custGeom>
                <a:avLst/>
                <a:gdLst>
                  <a:gd name="GluePoint1X" fmla="*/ 545406 w 597673"/>
                  <a:gd name="GluePoint1Y" fmla="*/ 148210 h 915725"/>
                  <a:gd name="GluePoint2X" fmla="*/ 250807 w 597673"/>
                  <a:gd name="GluePoint2Y" fmla="*/ 156150 h 915725"/>
                  <a:gd name="GluePoint3X" fmla="*/ 131376 w 597673"/>
                  <a:gd name="GluePoint3Y" fmla="*/ 140271 h 915725"/>
                  <a:gd name="GluePoint4X" fmla="*/ 131376 w 597673"/>
                  <a:gd name="GluePoint4Y" fmla="*/ 21173 h 915725"/>
                  <a:gd name="GluePoint5X" fmla="*/ 59716 w 597673"/>
                  <a:gd name="GluePoint5Y" fmla="*/ 13234 h 915725"/>
                  <a:gd name="GluePoint6X" fmla="*/ 27868 w 597673"/>
                  <a:gd name="GluePoint6Y" fmla="*/ 44993 h 915725"/>
                  <a:gd name="GluePoint7X" fmla="*/ 3981 w 597673"/>
                  <a:gd name="GluePoint7Y" fmla="*/ 140271 h 915725"/>
                  <a:gd name="GluePoint8X" fmla="*/ 3981 w 597673"/>
                  <a:gd name="GluePoint8Y" fmla="*/ 251428 h 915725"/>
                  <a:gd name="GluePoint9X" fmla="*/ 19905 w 597673"/>
                  <a:gd name="GluePoint9Y" fmla="*/ 354645 h 915725"/>
                  <a:gd name="GluePoint10X" fmla="*/ 35830 w 597673"/>
                  <a:gd name="GluePoint10Y" fmla="*/ 497561 h 915725"/>
                  <a:gd name="GluePoint11X" fmla="*/ 27868 w 597673"/>
                  <a:gd name="GluePoint11Y" fmla="*/ 680176 h 915725"/>
                  <a:gd name="GluePoint12X" fmla="*/ 35830 w 597673"/>
                  <a:gd name="GluePoint12Y" fmla="*/ 775454 h 915725"/>
                  <a:gd name="GluePoint13X" fmla="*/ 59716 w 597673"/>
                  <a:gd name="GluePoint13Y" fmla="*/ 894551 h 915725"/>
                  <a:gd name="GluePoint14X" fmla="*/ 107489 w 597673"/>
                  <a:gd name="GluePoint14Y" fmla="*/ 894551 h 915725"/>
                  <a:gd name="GluePoint15X" fmla="*/ 171186 w 597673"/>
                  <a:gd name="GluePoint15Y" fmla="*/ 878672 h 915725"/>
                  <a:gd name="GluePoint16X" fmla="*/ 195072 w 597673"/>
                  <a:gd name="GluePoint16Y" fmla="*/ 838972 h 915725"/>
                  <a:gd name="GluePoint17X" fmla="*/ 210997 w 597673"/>
                  <a:gd name="GluePoint17Y" fmla="*/ 791334 h 915725"/>
                  <a:gd name="GluePoint18X" fmla="*/ 210997 w 597673"/>
                  <a:gd name="GluePoint18Y" fmla="*/ 648417 h 915725"/>
                  <a:gd name="GluePoint19X" fmla="*/ 187110 w 597673"/>
                  <a:gd name="GluePoint19Y" fmla="*/ 497561 h 915725"/>
                  <a:gd name="GluePoint20X" fmla="*/ 179148 w 597673"/>
                  <a:gd name="GluePoint20Y" fmla="*/ 354645 h 915725"/>
                  <a:gd name="GluePoint21X" fmla="*/ 298580 w 597673"/>
                  <a:gd name="GluePoint21Y" fmla="*/ 259367 h 915725"/>
                  <a:gd name="GluePoint22X" fmla="*/ 481709 w 597673"/>
                  <a:gd name="GluePoint22Y" fmla="*/ 259367 h 915725"/>
                  <a:gd name="GluePoint23X" fmla="*/ 569292 w 597673"/>
                  <a:gd name="GluePoint23Y" fmla="*/ 251428 h 915725"/>
                  <a:gd name="GluePoint24X" fmla="*/ 545406 w 597673"/>
                  <a:gd name="GluePoint24Y" fmla="*/ 148210 h 9157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l" t="t" r="r" b="b"/>
                <a:pathLst>
                  <a:path w="597673" h="915725">
                    <a:moveTo>
                      <a:pt x="544664" y="148425"/>
                    </a:moveTo>
                    <a:cubicBezTo>
                      <a:pt x="491655" y="132522"/>
                      <a:pt x="319377" y="157701"/>
                      <a:pt x="250466" y="156376"/>
                    </a:cubicBezTo>
                    <a:cubicBezTo>
                      <a:pt x="181555" y="155051"/>
                      <a:pt x="151075" y="163003"/>
                      <a:pt x="131197" y="140474"/>
                    </a:cubicBezTo>
                    <a:cubicBezTo>
                      <a:pt x="111319" y="117945"/>
                      <a:pt x="143124" y="42408"/>
                      <a:pt x="131197" y="21204"/>
                    </a:cubicBezTo>
                    <a:cubicBezTo>
                      <a:pt x="119270" y="0"/>
                      <a:pt x="76863" y="9277"/>
                      <a:pt x="59635" y="13253"/>
                    </a:cubicBezTo>
                    <a:cubicBezTo>
                      <a:pt x="42407" y="17229"/>
                      <a:pt x="37106" y="23855"/>
                      <a:pt x="27830" y="45058"/>
                    </a:cubicBezTo>
                    <a:cubicBezTo>
                      <a:pt x="18554" y="66261"/>
                      <a:pt x="7952" y="106018"/>
                      <a:pt x="3976" y="140474"/>
                    </a:cubicBezTo>
                    <a:cubicBezTo>
                      <a:pt x="0" y="174930"/>
                      <a:pt x="1326" y="216011"/>
                      <a:pt x="3976" y="251792"/>
                    </a:cubicBezTo>
                    <a:cubicBezTo>
                      <a:pt x="6626" y="287573"/>
                      <a:pt x="14577" y="314077"/>
                      <a:pt x="19878" y="355159"/>
                    </a:cubicBezTo>
                    <a:cubicBezTo>
                      <a:pt x="25179" y="396241"/>
                      <a:pt x="34456" y="443948"/>
                      <a:pt x="35781" y="498282"/>
                    </a:cubicBezTo>
                    <a:cubicBezTo>
                      <a:pt x="37106" y="552616"/>
                      <a:pt x="27830" y="634779"/>
                      <a:pt x="27830" y="681162"/>
                    </a:cubicBezTo>
                    <a:cubicBezTo>
                      <a:pt x="27830" y="727545"/>
                      <a:pt x="30480" y="740797"/>
                      <a:pt x="35781" y="776578"/>
                    </a:cubicBezTo>
                    <a:cubicBezTo>
                      <a:pt x="41082" y="812359"/>
                      <a:pt x="47708" y="875969"/>
                      <a:pt x="59635" y="895847"/>
                    </a:cubicBezTo>
                    <a:cubicBezTo>
                      <a:pt x="71562" y="915725"/>
                      <a:pt x="88790" y="898497"/>
                      <a:pt x="107343" y="895847"/>
                    </a:cubicBezTo>
                    <a:cubicBezTo>
                      <a:pt x="125896" y="893197"/>
                      <a:pt x="156376" y="889222"/>
                      <a:pt x="170953" y="879945"/>
                    </a:cubicBezTo>
                    <a:cubicBezTo>
                      <a:pt x="185530" y="870669"/>
                      <a:pt x="188181" y="854765"/>
                      <a:pt x="194807" y="840188"/>
                    </a:cubicBezTo>
                    <a:cubicBezTo>
                      <a:pt x="201433" y="825611"/>
                      <a:pt x="208060" y="824286"/>
                      <a:pt x="210710" y="792481"/>
                    </a:cubicBezTo>
                    <a:cubicBezTo>
                      <a:pt x="213361" y="760676"/>
                      <a:pt x="214686" y="698390"/>
                      <a:pt x="210710" y="649357"/>
                    </a:cubicBezTo>
                    <a:cubicBezTo>
                      <a:pt x="206734" y="600324"/>
                      <a:pt x="192157" y="547315"/>
                      <a:pt x="186856" y="498282"/>
                    </a:cubicBezTo>
                    <a:cubicBezTo>
                      <a:pt x="181555" y="449249"/>
                      <a:pt x="160351" y="394915"/>
                      <a:pt x="178904" y="355159"/>
                    </a:cubicBezTo>
                    <a:cubicBezTo>
                      <a:pt x="197457" y="315403"/>
                      <a:pt x="247816" y="275646"/>
                      <a:pt x="298174" y="259743"/>
                    </a:cubicBezTo>
                    <a:cubicBezTo>
                      <a:pt x="348532" y="243840"/>
                      <a:pt x="435997" y="261068"/>
                      <a:pt x="481054" y="259743"/>
                    </a:cubicBezTo>
                    <a:cubicBezTo>
                      <a:pt x="526111" y="258418"/>
                      <a:pt x="553941" y="263719"/>
                      <a:pt x="568518" y="251792"/>
                    </a:cubicBezTo>
                    <a:cubicBezTo>
                      <a:pt x="583095" y="239865"/>
                      <a:pt x="597673" y="164328"/>
                      <a:pt x="544664" y="1484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"/>
              <p:cNvSpPr/>
              <p:nvPr/>
            </p:nvSpPr>
            <p:spPr>
              <a:xfrm>
                <a:off x="2855880" y="5484960"/>
                <a:ext cx="716040" cy="961920"/>
              </a:xfrm>
              <a:custGeom>
                <a:avLst/>
                <a:gdLst>
                  <a:gd name="GluePoint1X" fmla="*/ 703750 w 721981"/>
                  <a:gd name="GluePoint1Y" fmla="*/ 15902 h 968346"/>
                  <a:gd name="GluePoint2X" fmla="*/ 695796 w 721981"/>
                  <a:gd name="GluePoint2Y" fmla="*/ 79514 h 968346"/>
                  <a:gd name="GluePoint3X" fmla="*/ 663976 w 721981"/>
                  <a:gd name="GluePoint3Y" fmla="*/ 166982 h 968346"/>
                  <a:gd name="GluePoint4X" fmla="*/ 640111 w 721981"/>
                  <a:gd name="GluePoint4Y" fmla="*/ 294207 h 968346"/>
                  <a:gd name="GluePoint5X" fmla="*/ 632156 w 721981"/>
                  <a:gd name="GluePoint5Y" fmla="*/ 405528 h 968346"/>
                  <a:gd name="GluePoint6X" fmla="*/ 632156 w 721981"/>
                  <a:gd name="GluePoint6Y" fmla="*/ 604317 h 968346"/>
                  <a:gd name="GluePoint7X" fmla="*/ 632156 w 721981"/>
                  <a:gd name="GluePoint7Y" fmla="*/ 787203 h 968346"/>
                  <a:gd name="GluePoint8X" fmla="*/ 624201 w 721981"/>
                  <a:gd name="GluePoint8Y" fmla="*/ 858766 h 968346"/>
                  <a:gd name="GluePoint9X" fmla="*/ 536697 w 721981"/>
                  <a:gd name="GluePoint9Y" fmla="*/ 874669 h 968346"/>
                  <a:gd name="GluePoint10X" fmla="*/ 446595 w 721981"/>
                  <a:gd name="GluePoint10Y" fmla="*/ 922906 h 968346"/>
                  <a:gd name="GluePoint11X" fmla="*/ 279987 w 721981"/>
                  <a:gd name="GluePoint11Y" fmla="*/ 954712 h 968346"/>
                  <a:gd name="GluePoint12X" fmla="*/ 95737 w 721981"/>
                  <a:gd name="GluePoint12Y" fmla="*/ 959870 h 968346"/>
                  <a:gd name="GluePoint13X" fmla="*/ 1536 w 721981"/>
                  <a:gd name="GluePoint13Y" fmla="*/ 903681 h 968346"/>
                  <a:gd name="GluePoint14X" fmla="*/ 104951 w 721981"/>
                  <a:gd name="GluePoint14Y" fmla="*/ 824166 h 968346"/>
                  <a:gd name="GluePoint15X" fmla="*/ 218025 w 721981"/>
                  <a:gd name="GluePoint15Y" fmla="*/ 830698 h 968346"/>
                  <a:gd name="GluePoint16X" fmla="*/ 362106 w 721981"/>
                  <a:gd name="GluePoint16Y" fmla="*/ 830698 h 968346"/>
                  <a:gd name="GluePoint17X" fmla="*/ 425327 w 721981"/>
                  <a:gd name="GluePoint17Y" fmla="*/ 826960 h 968346"/>
                  <a:gd name="GluePoint18X" fmla="*/ 488967 w 721981"/>
                  <a:gd name="GluePoint18Y" fmla="*/ 755396 h 968346"/>
                  <a:gd name="GluePoint19X" fmla="*/ 465102 w 721981"/>
                  <a:gd name="GluePoint19Y" fmla="*/ 516849 h 968346"/>
                  <a:gd name="GluePoint20X" fmla="*/ 465102 w 721981"/>
                  <a:gd name="GluePoint20Y" fmla="*/ 389625 h 968346"/>
                  <a:gd name="GluePoint21X" fmla="*/ 473057 w 721981"/>
                  <a:gd name="GluePoint21Y" fmla="*/ 246497 h 968346"/>
                  <a:gd name="GluePoint22X" fmla="*/ 465102 w 721981"/>
                  <a:gd name="GluePoint22Y" fmla="*/ 111321 h 968346"/>
                  <a:gd name="GluePoint23X" fmla="*/ 512832 w 721981"/>
                  <a:gd name="GluePoint23Y" fmla="*/ 39757 h 968346"/>
                  <a:gd name="GluePoint24X" fmla="*/ 584426 w 721981"/>
                  <a:gd name="GluePoint24Y" fmla="*/ 7951 h 968346"/>
                  <a:gd name="GluePoint25X" fmla="*/ 703750 w 721981"/>
                  <a:gd name="GluePoint25Y" fmla="*/ 15902 h 9683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l" t="t" r="r" b="b"/>
                <a:pathLst>
                  <a:path w="721981" h="968346">
                    <a:moveTo>
                      <a:pt x="703428" y="15902"/>
                    </a:moveTo>
                    <a:cubicBezTo>
                      <a:pt x="721981" y="27829"/>
                      <a:pt x="702103" y="54333"/>
                      <a:pt x="695477" y="79512"/>
                    </a:cubicBezTo>
                    <a:cubicBezTo>
                      <a:pt x="688851" y="104691"/>
                      <a:pt x="672948" y="131196"/>
                      <a:pt x="663672" y="166977"/>
                    </a:cubicBezTo>
                    <a:cubicBezTo>
                      <a:pt x="654396" y="202758"/>
                      <a:pt x="645119" y="254441"/>
                      <a:pt x="639818" y="294198"/>
                    </a:cubicBezTo>
                    <a:cubicBezTo>
                      <a:pt x="634517" y="333955"/>
                      <a:pt x="633191" y="353833"/>
                      <a:pt x="631866" y="405516"/>
                    </a:cubicBezTo>
                    <a:cubicBezTo>
                      <a:pt x="630541" y="457199"/>
                      <a:pt x="631866" y="604299"/>
                      <a:pt x="631866" y="604299"/>
                    </a:cubicBezTo>
                    <a:cubicBezTo>
                      <a:pt x="631866" y="667909"/>
                      <a:pt x="633191" y="744772"/>
                      <a:pt x="631866" y="787179"/>
                    </a:cubicBezTo>
                    <a:cubicBezTo>
                      <a:pt x="630541" y="829586"/>
                      <a:pt x="639817" y="844163"/>
                      <a:pt x="623915" y="858740"/>
                    </a:cubicBezTo>
                    <a:cubicBezTo>
                      <a:pt x="608013" y="873317"/>
                      <a:pt x="566039" y="863953"/>
                      <a:pt x="536451" y="874643"/>
                    </a:cubicBezTo>
                    <a:cubicBezTo>
                      <a:pt x="506864" y="885333"/>
                      <a:pt x="489155" y="909538"/>
                      <a:pt x="446390" y="922878"/>
                    </a:cubicBezTo>
                    <a:cubicBezTo>
                      <a:pt x="403625" y="936218"/>
                      <a:pt x="338308" y="948523"/>
                      <a:pt x="279859" y="954683"/>
                    </a:cubicBezTo>
                    <a:cubicBezTo>
                      <a:pt x="221410" y="960843"/>
                      <a:pt x="142080" y="968346"/>
                      <a:pt x="95693" y="959841"/>
                    </a:cubicBezTo>
                    <a:cubicBezTo>
                      <a:pt x="49306" y="951336"/>
                      <a:pt x="0" y="926271"/>
                      <a:pt x="1535" y="903654"/>
                    </a:cubicBezTo>
                    <a:cubicBezTo>
                      <a:pt x="3070" y="881037"/>
                      <a:pt x="68838" y="836304"/>
                      <a:pt x="104903" y="824141"/>
                    </a:cubicBezTo>
                    <a:cubicBezTo>
                      <a:pt x="140968" y="811978"/>
                      <a:pt x="175086" y="829584"/>
                      <a:pt x="217925" y="830673"/>
                    </a:cubicBezTo>
                    <a:cubicBezTo>
                      <a:pt x="260764" y="831762"/>
                      <a:pt x="327406" y="831296"/>
                      <a:pt x="361940" y="830673"/>
                    </a:cubicBezTo>
                    <a:cubicBezTo>
                      <a:pt x="396474" y="830050"/>
                      <a:pt x="403998" y="839485"/>
                      <a:pt x="425132" y="826935"/>
                    </a:cubicBezTo>
                    <a:cubicBezTo>
                      <a:pt x="446266" y="814385"/>
                      <a:pt x="482117" y="807057"/>
                      <a:pt x="488743" y="755373"/>
                    </a:cubicBezTo>
                    <a:cubicBezTo>
                      <a:pt x="495369" y="703689"/>
                      <a:pt x="468865" y="577794"/>
                      <a:pt x="464889" y="516834"/>
                    </a:cubicBezTo>
                    <a:cubicBezTo>
                      <a:pt x="460913" y="455874"/>
                      <a:pt x="463564" y="434670"/>
                      <a:pt x="464889" y="389613"/>
                    </a:cubicBezTo>
                    <a:cubicBezTo>
                      <a:pt x="466214" y="344556"/>
                      <a:pt x="472840" y="292872"/>
                      <a:pt x="472840" y="246490"/>
                    </a:cubicBezTo>
                    <a:cubicBezTo>
                      <a:pt x="472840" y="200108"/>
                      <a:pt x="458263" y="145774"/>
                      <a:pt x="464889" y="111318"/>
                    </a:cubicBezTo>
                    <a:cubicBezTo>
                      <a:pt x="471515" y="76862"/>
                      <a:pt x="492719" y="56984"/>
                      <a:pt x="512597" y="39756"/>
                    </a:cubicBezTo>
                    <a:cubicBezTo>
                      <a:pt x="532475" y="22528"/>
                      <a:pt x="555003" y="15902"/>
                      <a:pt x="584158" y="7951"/>
                    </a:cubicBezTo>
                    <a:cubicBezTo>
                      <a:pt x="613313" y="0"/>
                      <a:pt x="684875" y="3975"/>
                      <a:pt x="703428" y="15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"/>
              <p:cNvSpPr/>
              <p:nvPr/>
            </p:nvSpPr>
            <p:spPr>
              <a:xfrm>
                <a:off x="4592880" y="5300640"/>
                <a:ext cx="505080" cy="1146240"/>
              </a:xfrm>
              <a:custGeom>
                <a:avLst/>
                <a:gdLst>
                  <a:gd name="GluePoint1X" fmla="*/ 431222 w 512153"/>
                  <a:gd name="GluePoint1Y" fmla="*/ 0 h 1152128"/>
                  <a:gd name="GluePoint2X" fmla="*/ 287482 w 512153"/>
                  <a:gd name="GluePoint2Y" fmla="*/ 72033 h 1152128"/>
                  <a:gd name="GluePoint3X" fmla="*/ 130996 w 512153"/>
                  <a:gd name="GluePoint3Y" fmla="*/ 332610 h 1152128"/>
                  <a:gd name="GluePoint4X" fmla="*/ 130996 w 512153"/>
                  <a:gd name="GluePoint4Y" fmla="*/ 213298 h 1152128"/>
                  <a:gd name="GluePoint5X" fmla="*/ 59571 w 512153"/>
                  <a:gd name="GluePoint5Y" fmla="*/ 205345 h 1152128"/>
                  <a:gd name="GluePoint6X" fmla="*/ 27827 w 512153"/>
                  <a:gd name="GluePoint6Y" fmla="*/ 237161 h 1152128"/>
                  <a:gd name="GluePoint7X" fmla="*/ 4018 w 512153"/>
                  <a:gd name="GluePoint7Y" fmla="*/ 332610 h 1152128"/>
                  <a:gd name="GluePoint8X" fmla="*/ 4018 w 512153"/>
                  <a:gd name="GluePoint8Y" fmla="*/ 443966 h 1152128"/>
                  <a:gd name="GluePoint9X" fmla="*/ 19890 w 512153"/>
                  <a:gd name="GluePoint9Y" fmla="*/ 547369 h 1152128"/>
                  <a:gd name="GluePoint10X" fmla="*/ 35763 w 512153"/>
                  <a:gd name="GluePoint10Y" fmla="*/ 690541 h 1152128"/>
                  <a:gd name="GluePoint11X" fmla="*/ 27827 w 512153"/>
                  <a:gd name="GluePoint11Y" fmla="*/ 873484 h 1152128"/>
                  <a:gd name="GluePoint12X" fmla="*/ 8809 w 512153"/>
                  <a:gd name="GluePoint12Y" fmla="*/ 984448 h 1152128"/>
                  <a:gd name="GluePoint13X" fmla="*/ 80680 w 512153"/>
                  <a:gd name="GluePoint13Y" fmla="*/ 1128514 h 1152128"/>
                  <a:gd name="GluePoint14X" fmla="*/ 224421 w 512153"/>
                  <a:gd name="GluePoint14Y" fmla="*/ 1128514 h 1152128"/>
                  <a:gd name="GluePoint15X" fmla="*/ 210358 w 512153"/>
                  <a:gd name="GluePoint15Y" fmla="*/ 984841 h 1152128"/>
                  <a:gd name="GluePoint16X" fmla="*/ 210358 w 512153"/>
                  <a:gd name="GluePoint16Y" fmla="*/ 841668 h 1152128"/>
                  <a:gd name="GluePoint17X" fmla="*/ 186549 w 512153"/>
                  <a:gd name="GluePoint17Y" fmla="*/ 690541 h 1152128"/>
                  <a:gd name="GluePoint18X" fmla="*/ 178612 w 512153"/>
                  <a:gd name="GluePoint18Y" fmla="*/ 547369 h 1152128"/>
                  <a:gd name="GluePoint19X" fmla="*/ 224866 w 512153"/>
                  <a:gd name="GluePoint19Y" fmla="*/ 384770 h 1152128"/>
                  <a:gd name="GluePoint20X" fmla="*/ 382725 w 512153"/>
                  <a:gd name="GluePoint20Y" fmla="*/ 182091 h 1152128"/>
                  <a:gd name="GluePoint21X" fmla="*/ 503092 w 512153"/>
                  <a:gd name="GluePoint21Y" fmla="*/ 72033 h 1152128"/>
                  <a:gd name="GluePoint22X" fmla="*/ 431222 w 512153"/>
                  <a:gd name="GluePoint22Y" fmla="*/ 0 h 11521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l" t="t" r="r" b="b"/>
                <a:pathLst>
                  <a:path w="512153" h="1152128">
                    <a:moveTo>
                      <a:pt x="432047" y="0"/>
                    </a:moveTo>
                    <a:cubicBezTo>
                      <a:pt x="396043" y="0"/>
                      <a:pt x="338165" y="16592"/>
                      <a:pt x="288032" y="72008"/>
                    </a:cubicBezTo>
                    <a:cubicBezTo>
                      <a:pt x="237899" y="127424"/>
                      <a:pt x="157378" y="308959"/>
                      <a:pt x="131247" y="332495"/>
                    </a:cubicBezTo>
                    <a:cubicBezTo>
                      <a:pt x="105116" y="356031"/>
                      <a:pt x="143174" y="234429"/>
                      <a:pt x="131247" y="213225"/>
                    </a:cubicBezTo>
                    <a:cubicBezTo>
                      <a:pt x="119320" y="192021"/>
                      <a:pt x="76913" y="201298"/>
                      <a:pt x="59685" y="205274"/>
                    </a:cubicBezTo>
                    <a:cubicBezTo>
                      <a:pt x="42457" y="209250"/>
                      <a:pt x="37156" y="215876"/>
                      <a:pt x="27880" y="237079"/>
                    </a:cubicBezTo>
                    <a:cubicBezTo>
                      <a:pt x="18604" y="258282"/>
                      <a:pt x="8002" y="298039"/>
                      <a:pt x="4026" y="332495"/>
                    </a:cubicBezTo>
                    <a:cubicBezTo>
                      <a:pt x="50" y="366951"/>
                      <a:pt x="1376" y="408032"/>
                      <a:pt x="4026" y="443813"/>
                    </a:cubicBezTo>
                    <a:cubicBezTo>
                      <a:pt x="6676" y="479594"/>
                      <a:pt x="14627" y="506098"/>
                      <a:pt x="19928" y="547180"/>
                    </a:cubicBezTo>
                    <a:cubicBezTo>
                      <a:pt x="25229" y="588262"/>
                      <a:pt x="34506" y="635969"/>
                      <a:pt x="35831" y="690303"/>
                    </a:cubicBezTo>
                    <a:cubicBezTo>
                      <a:pt x="37156" y="744637"/>
                      <a:pt x="32381" y="824215"/>
                      <a:pt x="27880" y="873183"/>
                    </a:cubicBezTo>
                    <a:cubicBezTo>
                      <a:pt x="23379" y="922151"/>
                      <a:pt x="0" y="941619"/>
                      <a:pt x="8826" y="984109"/>
                    </a:cubicBezTo>
                    <a:cubicBezTo>
                      <a:pt x="17652" y="1026599"/>
                      <a:pt x="44830" y="1104122"/>
                      <a:pt x="80834" y="1128125"/>
                    </a:cubicBezTo>
                    <a:cubicBezTo>
                      <a:pt x="116838" y="1152128"/>
                      <a:pt x="203196" y="1152062"/>
                      <a:pt x="224850" y="1128125"/>
                    </a:cubicBezTo>
                    <a:cubicBezTo>
                      <a:pt x="246504" y="1104188"/>
                      <a:pt x="213108" y="1032293"/>
                      <a:pt x="210760" y="984502"/>
                    </a:cubicBezTo>
                    <a:cubicBezTo>
                      <a:pt x="208412" y="936711"/>
                      <a:pt x="214736" y="890411"/>
                      <a:pt x="210760" y="841378"/>
                    </a:cubicBezTo>
                    <a:cubicBezTo>
                      <a:pt x="206784" y="792345"/>
                      <a:pt x="192207" y="739336"/>
                      <a:pt x="186906" y="690303"/>
                    </a:cubicBezTo>
                    <a:cubicBezTo>
                      <a:pt x="181605" y="641270"/>
                      <a:pt x="172556" y="598124"/>
                      <a:pt x="178954" y="547180"/>
                    </a:cubicBezTo>
                    <a:cubicBezTo>
                      <a:pt x="185352" y="496236"/>
                      <a:pt x="191212" y="445496"/>
                      <a:pt x="225296" y="384637"/>
                    </a:cubicBezTo>
                    <a:cubicBezTo>
                      <a:pt x="259380" y="323778"/>
                      <a:pt x="336997" y="234133"/>
                      <a:pt x="383457" y="182028"/>
                    </a:cubicBezTo>
                    <a:cubicBezTo>
                      <a:pt x="429917" y="129923"/>
                      <a:pt x="495957" y="102346"/>
                      <a:pt x="504055" y="72008"/>
                    </a:cubicBezTo>
                    <a:cubicBezTo>
                      <a:pt x="512153" y="41670"/>
                      <a:pt x="468051" y="0"/>
                      <a:pt x="4320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"/>
              <p:cNvSpPr/>
              <p:nvPr/>
            </p:nvSpPr>
            <p:spPr>
              <a:xfrm>
                <a:off x="5290200" y="5497560"/>
                <a:ext cx="257400" cy="885600"/>
              </a:xfrm>
              <a:custGeom>
                <a:avLst/>
                <a:gdLst>
                  <a:gd name="GluePoint1X" fmla="*/ 244986 w 263718"/>
                  <a:gd name="GluePoint1Y" fmla="*/ 15907 h 891871"/>
                  <a:gd name="GluePoint2X" fmla="*/ 237040 w 263718"/>
                  <a:gd name="GluePoint2Y" fmla="*/ 79539 h 891871"/>
                  <a:gd name="GluePoint3X" fmla="*/ 205259 w 263718"/>
                  <a:gd name="GluePoint3Y" fmla="*/ 167034 h 891871"/>
                  <a:gd name="GluePoint4X" fmla="*/ 181422 w 263718"/>
                  <a:gd name="GluePoint4Y" fmla="*/ 294298 h 891871"/>
                  <a:gd name="GluePoint5X" fmla="*/ 173476 w 263718"/>
                  <a:gd name="GluePoint5Y" fmla="*/ 405654 h 891871"/>
                  <a:gd name="GluePoint6X" fmla="*/ 173476 w 263718"/>
                  <a:gd name="GluePoint6Y" fmla="*/ 604505 h 891871"/>
                  <a:gd name="GluePoint7X" fmla="*/ 173476 w 263718"/>
                  <a:gd name="GluePoint7Y" fmla="*/ 787447 h 891871"/>
                  <a:gd name="GluePoint8X" fmla="*/ 165531 w 263718"/>
                  <a:gd name="GluePoint8Y" fmla="*/ 859033 h 891871"/>
                  <a:gd name="GluePoint9X" fmla="*/ 78131 w 263718"/>
                  <a:gd name="GluePoint9Y" fmla="*/ 874941 h 891871"/>
                  <a:gd name="GluePoint10X" fmla="*/ 30458 w 263718"/>
                  <a:gd name="GluePoint10Y" fmla="*/ 755630 h 891871"/>
                  <a:gd name="GluePoint11X" fmla="*/ 6621 w 263718"/>
                  <a:gd name="GluePoint11Y" fmla="*/ 517010 h 891871"/>
                  <a:gd name="GluePoint12X" fmla="*/ 6621 w 263718"/>
                  <a:gd name="GluePoint12Y" fmla="*/ 389746 h 891871"/>
                  <a:gd name="GluePoint13X" fmla="*/ 14566 w 263718"/>
                  <a:gd name="GluePoint13Y" fmla="*/ 246574 h 891871"/>
                  <a:gd name="GluePoint14X" fmla="*/ 6621 w 263718"/>
                  <a:gd name="GluePoint14Y" fmla="*/ 111356 h 891871"/>
                  <a:gd name="GluePoint15X" fmla="*/ 54294 w 263718"/>
                  <a:gd name="GluePoint15Y" fmla="*/ 39770 h 891871"/>
                  <a:gd name="GluePoint16X" fmla="*/ 125803 w 263718"/>
                  <a:gd name="GluePoint16Y" fmla="*/ 7954 h 891871"/>
                  <a:gd name="GluePoint17X" fmla="*/ 244986 w 263718"/>
                  <a:gd name="GluePoint17Y" fmla="*/ 15907 h 8918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</a:cxnLst>
                <a:rect l="l" t="t" r="r" b="b"/>
                <a:pathLst>
                  <a:path w="263718" h="891871">
                    <a:moveTo>
                      <a:pt x="245165" y="15902"/>
                    </a:moveTo>
                    <a:cubicBezTo>
                      <a:pt x="263718" y="27829"/>
                      <a:pt x="243840" y="54333"/>
                      <a:pt x="237214" y="79512"/>
                    </a:cubicBezTo>
                    <a:cubicBezTo>
                      <a:pt x="230588" y="104691"/>
                      <a:pt x="214685" y="131196"/>
                      <a:pt x="205409" y="166977"/>
                    </a:cubicBezTo>
                    <a:cubicBezTo>
                      <a:pt x="196133" y="202758"/>
                      <a:pt x="186856" y="254441"/>
                      <a:pt x="181555" y="294198"/>
                    </a:cubicBezTo>
                    <a:cubicBezTo>
                      <a:pt x="176254" y="333955"/>
                      <a:pt x="174928" y="353833"/>
                      <a:pt x="173603" y="405516"/>
                    </a:cubicBezTo>
                    <a:cubicBezTo>
                      <a:pt x="172278" y="457199"/>
                      <a:pt x="173603" y="604299"/>
                      <a:pt x="173603" y="604299"/>
                    </a:cubicBezTo>
                    <a:cubicBezTo>
                      <a:pt x="173603" y="667909"/>
                      <a:pt x="174928" y="744772"/>
                      <a:pt x="173603" y="787179"/>
                    </a:cubicBezTo>
                    <a:cubicBezTo>
                      <a:pt x="172278" y="829586"/>
                      <a:pt x="181554" y="844163"/>
                      <a:pt x="165652" y="858740"/>
                    </a:cubicBezTo>
                    <a:cubicBezTo>
                      <a:pt x="149750" y="873317"/>
                      <a:pt x="100717" y="891871"/>
                      <a:pt x="78188" y="874643"/>
                    </a:cubicBezTo>
                    <a:cubicBezTo>
                      <a:pt x="55659" y="857415"/>
                      <a:pt x="42407" y="815008"/>
                      <a:pt x="30480" y="755373"/>
                    </a:cubicBezTo>
                    <a:cubicBezTo>
                      <a:pt x="18553" y="695738"/>
                      <a:pt x="10602" y="577794"/>
                      <a:pt x="6626" y="516834"/>
                    </a:cubicBezTo>
                    <a:cubicBezTo>
                      <a:pt x="2650" y="455874"/>
                      <a:pt x="5301" y="434670"/>
                      <a:pt x="6626" y="389613"/>
                    </a:cubicBezTo>
                    <a:cubicBezTo>
                      <a:pt x="7951" y="344556"/>
                      <a:pt x="14577" y="292872"/>
                      <a:pt x="14577" y="246490"/>
                    </a:cubicBezTo>
                    <a:cubicBezTo>
                      <a:pt x="14577" y="200108"/>
                      <a:pt x="0" y="145774"/>
                      <a:pt x="6626" y="111318"/>
                    </a:cubicBezTo>
                    <a:cubicBezTo>
                      <a:pt x="13252" y="76862"/>
                      <a:pt x="34456" y="56984"/>
                      <a:pt x="54334" y="39756"/>
                    </a:cubicBezTo>
                    <a:cubicBezTo>
                      <a:pt x="74212" y="22528"/>
                      <a:pt x="96740" y="15902"/>
                      <a:pt x="125895" y="7951"/>
                    </a:cubicBezTo>
                    <a:cubicBezTo>
                      <a:pt x="155050" y="0"/>
                      <a:pt x="226612" y="3975"/>
                      <a:pt x="245165" y="15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56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04" name=""/>
              <p:cNvGrpSpPr/>
              <p:nvPr/>
            </p:nvGrpSpPr>
            <p:grpSpPr>
              <a:xfrm>
                <a:off x="1560600" y="5583240"/>
                <a:ext cx="1074600" cy="647280"/>
                <a:chOff x="1560600" y="5583240"/>
                <a:chExt cx="1074600" cy="647280"/>
              </a:xfrm>
            </p:grpSpPr>
            <p:grpSp>
              <p:nvGrpSpPr>
                <p:cNvPr id="905" name=""/>
                <p:cNvGrpSpPr/>
                <p:nvPr/>
              </p:nvGrpSpPr>
              <p:grpSpPr>
                <a:xfrm>
                  <a:off x="1560600" y="5583240"/>
                  <a:ext cx="531720" cy="647280"/>
                  <a:chOff x="1560600" y="5583240"/>
                  <a:chExt cx="531720" cy="647280"/>
                </a:xfrm>
              </p:grpSpPr>
              <p:grpSp>
                <p:nvGrpSpPr>
                  <p:cNvPr id="906" name=""/>
                  <p:cNvGrpSpPr/>
                  <p:nvPr/>
                </p:nvGrpSpPr>
                <p:grpSpPr>
                  <a:xfrm>
                    <a:off x="1560600" y="5583240"/>
                    <a:ext cx="531720" cy="314280"/>
                    <a:chOff x="1560600" y="5583240"/>
                    <a:chExt cx="531720" cy="314280"/>
                  </a:xfrm>
                </p:grpSpPr>
                <p:grpSp>
                  <p:nvGrpSpPr>
                    <p:cNvPr id="907" name=""/>
                    <p:cNvGrpSpPr/>
                    <p:nvPr/>
                  </p:nvGrpSpPr>
                  <p:grpSpPr>
                    <a:xfrm>
                      <a:off x="1560600" y="5583240"/>
                      <a:ext cx="101520" cy="314280"/>
                      <a:chOff x="1560600" y="5583240"/>
                      <a:chExt cx="101520" cy="314280"/>
                    </a:xfrm>
                  </p:grpSpPr>
                  <p:sp>
                    <p:nvSpPr>
                      <p:cNvPr id="908" name=""/>
                      <p:cNvSpPr/>
                      <p:nvPr/>
                    </p:nvSpPr>
                    <p:spPr>
                      <a:xfrm>
                        <a:off x="15606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09" name=""/>
                      <p:cNvSpPr/>
                      <p:nvPr/>
                    </p:nvSpPr>
                    <p:spPr>
                      <a:xfrm>
                        <a:off x="163044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10" name=""/>
                      <p:cNvSpPr/>
                      <p:nvPr/>
                    </p:nvSpPr>
                    <p:spPr>
                      <a:xfrm>
                        <a:off x="156852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11" name=""/>
                    <p:cNvGrpSpPr/>
                    <p:nvPr/>
                  </p:nvGrpSpPr>
                  <p:grpSpPr>
                    <a:xfrm>
                      <a:off x="1668600" y="5583240"/>
                      <a:ext cx="101520" cy="314280"/>
                      <a:chOff x="1668600" y="5583240"/>
                      <a:chExt cx="101520" cy="314280"/>
                    </a:xfrm>
                  </p:grpSpPr>
                  <p:sp>
                    <p:nvSpPr>
                      <p:cNvPr id="912" name=""/>
                      <p:cNvSpPr/>
                      <p:nvPr/>
                    </p:nvSpPr>
                    <p:spPr>
                      <a:xfrm>
                        <a:off x="16686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13" name=""/>
                      <p:cNvSpPr/>
                      <p:nvPr/>
                    </p:nvSpPr>
                    <p:spPr>
                      <a:xfrm>
                        <a:off x="173844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14" name=""/>
                      <p:cNvSpPr/>
                      <p:nvPr/>
                    </p:nvSpPr>
                    <p:spPr>
                      <a:xfrm>
                        <a:off x="167652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15" name=""/>
                    <p:cNvGrpSpPr/>
                    <p:nvPr/>
                  </p:nvGrpSpPr>
                  <p:grpSpPr>
                    <a:xfrm>
                      <a:off x="1774800" y="5583240"/>
                      <a:ext cx="101520" cy="314280"/>
                      <a:chOff x="1774800" y="5583240"/>
                      <a:chExt cx="101520" cy="314280"/>
                    </a:xfrm>
                  </p:grpSpPr>
                  <p:sp>
                    <p:nvSpPr>
                      <p:cNvPr id="916" name=""/>
                      <p:cNvSpPr/>
                      <p:nvPr/>
                    </p:nvSpPr>
                    <p:spPr>
                      <a:xfrm>
                        <a:off x="17748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17" name=""/>
                      <p:cNvSpPr/>
                      <p:nvPr/>
                    </p:nvSpPr>
                    <p:spPr>
                      <a:xfrm>
                        <a:off x="18432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18" name=""/>
                      <p:cNvSpPr/>
                      <p:nvPr/>
                    </p:nvSpPr>
                    <p:spPr>
                      <a:xfrm>
                        <a:off x="178272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19" name=""/>
                    <p:cNvGrpSpPr/>
                    <p:nvPr/>
                  </p:nvGrpSpPr>
                  <p:grpSpPr>
                    <a:xfrm>
                      <a:off x="1882800" y="5583240"/>
                      <a:ext cx="101520" cy="314280"/>
                      <a:chOff x="1882800" y="5583240"/>
                      <a:chExt cx="101520" cy="314280"/>
                    </a:xfrm>
                  </p:grpSpPr>
                  <p:sp>
                    <p:nvSpPr>
                      <p:cNvPr id="920" name=""/>
                      <p:cNvSpPr/>
                      <p:nvPr/>
                    </p:nvSpPr>
                    <p:spPr>
                      <a:xfrm>
                        <a:off x="18828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21" name=""/>
                      <p:cNvSpPr/>
                      <p:nvPr/>
                    </p:nvSpPr>
                    <p:spPr>
                      <a:xfrm>
                        <a:off x="19512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22" name=""/>
                      <p:cNvSpPr/>
                      <p:nvPr/>
                    </p:nvSpPr>
                    <p:spPr>
                      <a:xfrm>
                        <a:off x="189072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23" name=""/>
                    <p:cNvGrpSpPr/>
                    <p:nvPr/>
                  </p:nvGrpSpPr>
                  <p:grpSpPr>
                    <a:xfrm>
                      <a:off x="1990800" y="5583240"/>
                      <a:ext cx="101520" cy="314280"/>
                      <a:chOff x="1990800" y="5583240"/>
                      <a:chExt cx="101520" cy="314280"/>
                    </a:xfrm>
                  </p:grpSpPr>
                  <p:sp>
                    <p:nvSpPr>
                      <p:cNvPr id="924" name=""/>
                      <p:cNvSpPr/>
                      <p:nvPr/>
                    </p:nvSpPr>
                    <p:spPr>
                      <a:xfrm>
                        <a:off x="19908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25" name=""/>
                      <p:cNvSpPr/>
                      <p:nvPr/>
                    </p:nvSpPr>
                    <p:spPr>
                      <a:xfrm>
                        <a:off x="2058840" y="5675400"/>
                        <a:ext cx="32040" cy="21420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26" name=""/>
                      <p:cNvSpPr/>
                      <p:nvPr/>
                    </p:nvSpPr>
                    <p:spPr>
                      <a:xfrm>
                        <a:off x="199872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927" name=""/>
                  <p:cNvGrpSpPr/>
                  <p:nvPr/>
                </p:nvGrpSpPr>
                <p:grpSpPr>
                  <a:xfrm>
                    <a:off x="1560600" y="5916240"/>
                    <a:ext cx="531720" cy="314280"/>
                    <a:chOff x="1560600" y="5916240"/>
                    <a:chExt cx="531720" cy="314280"/>
                  </a:xfrm>
                </p:grpSpPr>
                <p:grpSp>
                  <p:nvGrpSpPr>
                    <p:cNvPr id="928" name=""/>
                    <p:cNvGrpSpPr/>
                    <p:nvPr/>
                  </p:nvGrpSpPr>
                  <p:grpSpPr>
                    <a:xfrm>
                      <a:off x="1560600" y="5916240"/>
                      <a:ext cx="101520" cy="314280"/>
                      <a:chOff x="1560600" y="5916240"/>
                      <a:chExt cx="101520" cy="314280"/>
                    </a:xfrm>
                  </p:grpSpPr>
                  <p:sp>
                    <p:nvSpPr>
                      <p:cNvPr id="929" name=""/>
                      <p:cNvSpPr/>
                      <p:nvPr/>
                    </p:nvSpPr>
                    <p:spPr>
                      <a:xfrm flipV="1">
                        <a:off x="15606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0" name=""/>
                      <p:cNvSpPr/>
                      <p:nvPr/>
                    </p:nvSpPr>
                    <p:spPr>
                      <a:xfrm flipV="1">
                        <a:off x="163044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1" name=""/>
                      <p:cNvSpPr/>
                      <p:nvPr/>
                    </p:nvSpPr>
                    <p:spPr>
                      <a:xfrm flipV="1">
                        <a:off x="156852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32" name=""/>
                    <p:cNvGrpSpPr/>
                    <p:nvPr/>
                  </p:nvGrpSpPr>
                  <p:grpSpPr>
                    <a:xfrm>
                      <a:off x="1668600" y="5916240"/>
                      <a:ext cx="101520" cy="314280"/>
                      <a:chOff x="1668600" y="5916240"/>
                      <a:chExt cx="101520" cy="314280"/>
                    </a:xfrm>
                  </p:grpSpPr>
                  <p:sp>
                    <p:nvSpPr>
                      <p:cNvPr id="933" name=""/>
                      <p:cNvSpPr/>
                      <p:nvPr/>
                    </p:nvSpPr>
                    <p:spPr>
                      <a:xfrm flipV="1">
                        <a:off x="16686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4" name=""/>
                      <p:cNvSpPr/>
                      <p:nvPr/>
                    </p:nvSpPr>
                    <p:spPr>
                      <a:xfrm flipV="1">
                        <a:off x="173844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5" name=""/>
                      <p:cNvSpPr/>
                      <p:nvPr/>
                    </p:nvSpPr>
                    <p:spPr>
                      <a:xfrm flipV="1">
                        <a:off x="167652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36" name=""/>
                    <p:cNvGrpSpPr/>
                    <p:nvPr/>
                  </p:nvGrpSpPr>
                  <p:grpSpPr>
                    <a:xfrm>
                      <a:off x="1774800" y="5916240"/>
                      <a:ext cx="101520" cy="314280"/>
                      <a:chOff x="1774800" y="5916240"/>
                      <a:chExt cx="101520" cy="314280"/>
                    </a:xfrm>
                  </p:grpSpPr>
                  <p:sp>
                    <p:nvSpPr>
                      <p:cNvPr id="937" name=""/>
                      <p:cNvSpPr/>
                      <p:nvPr/>
                    </p:nvSpPr>
                    <p:spPr>
                      <a:xfrm flipV="1">
                        <a:off x="17748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8" name=""/>
                      <p:cNvSpPr/>
                      <p:nvPr/>
                    </p:nvSpPr>
                    <p:spPr>
                      <a:xfrm flipV="1">
                        <a:off x="18432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39" name=""/>
                      <p:cNvSpPr/>
                      <p:nvPr/>
                    </p:nvSpPr>
                    <p:spPr>
                      <a:xfrm flipV="1">
                        <a:off x="178272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40" name=""/>
                    <p:cNvGrpSpPr/>
                    <p:nvPr/>
                  </p:nvGrpSpPr>
                  <p:grpSpPr>
                    <a:xfrm>
                      <a:off x="1882800" y="5916240"/>
                      <a:ext cx="101520" cy="314280"/>
                      <a:chOff x="1882800" y="5916240"/>
                      <a:chExt cx="101520" cy="314280"/>
                    </a:xfrm>
                  </p:grpSpPr>
                  <p:sp>
                    <p:nvSpPr>
                      <p:cNvPr id="941" name=""/>
                      <p:cNvSpPr/>
                      <p:nvPr/>
                    </p:nvSpPr>
                    <p:spPr>
                      <a:xfrm flipV="1">
                        <a:off x="18828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42" name=""/>
                      <p:cNvSpPr/>
                      <p:nvPr/>
                    </p:nvSpPr>
                    <p:spPr>
                      <a:xfrm flipV="1">
                        <a:off x="19512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43" name=""/>
                      <p:cNvSpPr/>
                      <p:nvPr/>
                    </p:nvSpPr>
                    <p:spPr>
                      <a:xfrm flipV="1">
                        <a:off x="189072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44" name=""/>
                    <p:cNvGrpSpPr/>
                    <p:nvPr/>
                  </p:nvGrpSpPr>
                  <p:grpSpPr>
                    <a:xfrm>
                      <a:off x="1990800" y="5916240"/>
                      <a:ext cx="101520" cy="314280"/>
                      <a:chOff x="1990800" y="5916240"/>
                      <a:chExt cx="101520" cy="314280"/>
                    </a:xfrm>
                  </p:grpSpPr>
                  <p:sp>
                    <p:nvSpPr>
                      <p:cNvPr id="945" name=""/>
                      <p:cNvSpPr/>
                      <p:nvPr/>
                    </p:nvSpPr>
                    <p:spPr>
                      <a:xfrm flipV="1">
                        <a:off x="19908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46" name=""/>
                      <p:cNvSpPr/>
                      <p:nvPr/>
                    </p:nvSpPr>
                    <p:spPr>
                      <a:xfrm flipV="1">
                        <a:off x="2058840" y="5923800"/>
                        <a:ext cx="32040" cy="21420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47" name=""/>
                      <p:cNvSpPr/>
                      <p:nvPr/>
                    </p:nvSpPr>
                    <p:spPr>
                      <a:xfrm flipV="1">
                        <a:off x="199872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948" name=""/>
                <p:cNvGrpSpPr/>
                <p:nvPr/>
              </p:nvGrpSpPr>
              <p:grpSpPr>
                <a:xfrm>
                  <a:off x="2103480" y="5583240"/>
                  <a:ext cx="531720" cy="647280"/>
                  <a:chOff x="2103480" y="5583240"/>
                  <a:chExt cx="531720" cy="647280"/>
                </a:xfrm>
              </p:grpSpPr>
              <p:grpSp>
                <p:nvGrpSpPr>
                  <p:cNvPr id="949" name=""/>
                  <p:cNvGrpSpPr/>
                  <p:nvPr/>
                </p:nvGrpSpPr>
                <p:grpSpPr>
                  <a:xfrm>
                    <a:off x="2103480" y="5583240"/>
                    <a:ext cx="531720" cy="314280"/>
                    <a:chOff x="2103480" y="5583240"/>
                    <a:chExt cx="531720" cy="314280"/>
                  </a:xfrm>
                </p:grpSpPr>
                <p:grpSp>
                  <p:nvGrpSpPr>
                    <p:cNvPr id="950" name=""/>
                    <p:cNvGrpSpPr/>
                    <p:nvPr/>
                  </p:nvGrpSpPr>
                  <p:grpSpPr>
                    <a:xfrm>
                      <a:off x="2103480" y="5583240"/>
                      <a:ext cx="101520" cy="314280"/>
                      <a:chOff x="2103480" y="5583240"/>
                      <a:chExt cx="101520" cy="314280"/>
                    </a:xfrm>
                  </p:grpSpPr>
                  <p:sp>
                    <p:nvSpPr>
                      <p:cNvPr id="951" name=""/>
                      <p:cNvSpPr/>
                      <p:nvPr/>
                    </p:nvSpPr>
                    <p:spPr>
                      <a:xfrm>
                        <a:off x="21034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52" name=""/>
                      <p:cNvSpPr/>
                      <p:nvPr/>
                    </p:nvSpPr>
                    <p:spPr>
                      <a:xfrm>
                        <a:off x="21733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53" name=""/>
                      <p:cNvSpPr/>
                      <p:nvPr/>
                    </p:nvSpPr>
                    <p:spPr>
                      <a:xfrm>
                        <a:off x="211284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54" name=""/>
                    <p:cNvGrpSpPr/>
                    <p:nvPr/>
                  </p:nvGrpSpPr>
                  <p:grpSpPr>
                    <a:xfrm>
                      <a:off x="2211480" y="5583240"/>
                      <a:ext cx="101520" cy="314280"/>
                      <a:chOff x="2211480" y="5583240"/>
                      <a:chExt cx="101520" cy="314280"/>
                    </a:xfrm>
                  </p:grpSpPr>
                  <p:sp>
                    <p:nvSpPr>
                      <p:cNvPr id="955" name=""/>
                      <p:cNvSpPr/>
                      <p:nvPr/>
                    </p:nvSpPr>
                    <p:spPr>
                      <a:xfrm>
                        <a:off x="22114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56" name=""/>
                      <p:cNvSpPr/>
                      <p:nvPr/>
                    </p:nvSpPr>
                    <p:spPr>
                      <a:xfrm>
                        <a:off x="22813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57" name=""/>
                      <p:cNvSpPr/>
                      <p:nvPr/>
                    </p:nvSpPr>
                    <p:spPr>
                      <a:xfrm>
                        <a:off x="222084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58" name=""/>
                    <p:cNvGrpSpPr/>
                    <p:nvPr/>
                  </p:nvGrpSpPr>
                  <p:grpSpPr>
                    <a:xfrm>
                      <a:off x="2319480" y="5583240"/>
                      <a:ext cx="101520" cy="314280"/>
                      <a:chOff x="2319480" y="5583240"/>
                      <a:chExt cx="101520" cy="314280"/>
                    </a:xfrm>
                  </p:grpSpPr>
                  <p:sp>
                    <p:nvSpPr>
                      <p:cNvPr id="959" name=""/>
                      <p:cNvSpPr/>
                      <p:nvPr/>
                    </p:nvSpPr>
                    <p:spPr>
                      <a:xfrm>
                        <a:off x="23194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0" name=""/>
                      <p:cNvSpPr/>
                      <p:nvPr/>
                    </p:nvSpPr>
                    <p:spPr>
                      <a:xfrm>
                        <a:off x="23893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1" name=""/>
                      <p:cNvSpPr/>
                      <p:nvPr/>
                    </p:nvSpPr>
                    <p:spPr>
                      <a:xfrm>
                        <a:off x="232884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62" name=""/>
                    <p:cNvGrpSpPr/>
                    <p:nvPr/>
                  </p:nvGrpSpPr>
                  <p:grpSpPr>
                    <a:xfrm>
                      <a:off x="2427120" y="5583240"/>
                      <a:ext cx="101880" cy="314280"/>
                      <a:chOff x="2427120" y="5583240"/>
                      <a:chExt cx="101880" cy="314280"/>
                    </a:xfrm>
                  </p:grpSpPr>
                  <p:sp>
                    <p:nvSpPr>
                      <p:cNvPr id="963" name=""/>
                      <p:cNvSpPr/>
                      <p:nvPr/>
                    </p:nvSpPr>
                    <p:spPr>
                      <a:xfrm>
                        <a:off x="2427120" y="5583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4" name=""/>
                      <p:cNvSpPr/>
                      <p:nvPr/>
                    </p:nvSpPr>
                    <p:spPr>
                      <a:xfrm>
                        <a:off x="24955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5" name=""/>
                      <p:cNvSpPr/>
                      <p:nvPr/>
                    </p:nvSpPr>
                    <p:spPr>
                      <a:xfrm>
                        <a:off x="243684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66" name=""/>
                    <p:cNvGrpSpPr/>
                    <p:nvPr/>
                  </p:nvGrpSpPr>
                  <p:grpSpPr>
                    <a:xfrm>
                      <a:off x="2533680" y="5583240"/>
                      <a:ext cx="101520" cy="314280"/>
                      <a:chOff x="2533680" y="5583240"/>
                      <a:chExt cx="101520" cy="314280"/>
                    </a:xfrm>
                  </p:grpSpPr>
                  <p:sp>
                    <p:nvSpPr>
                      <p:cNvPr id="967" name=""/>
                      <p:cNvSpPr/>
                      <p:nvPr/>
                    </p:nvSpPr>
                    <p:spPr>
                      <a:xfrm>
                        <a:off x="25336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8" name=""/>
                      <p:cNvSpPr/>
                      <p:nvPr/>
                    </p:nvSpPr>
                    <p:spPr>
                      <a:xfrm>
                        <a:off x="26035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69" name=""/>
                      <p:cNvSpPr/>
                      <p:nvPr/>
                    </p:nvSpPr>
                    <p:spPr>
                      <a:xfrm>
                        <a:off x="254160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970" name=""/>
                  <p:cNvGrpSpPr/>
                  <p:nvPr/>
                </p:nvGrpSpPr>
                <p:grpSpPr>
                  <a:xfrm>
                    <a:off x="2103480" y="5916240"/>
                    <a:ext cx="531720" cy="314280"/>
                    <a:chOff x="2103480" y="5916240"/>
                    <a:chExt cx="531720" cy="314280"/>
                  </a:xfrm>
                </p:grpSpPr>
                <p:grpSp>
                  <p:nvGrpSpPr>
                    <p:cNvPr id="971" name=""/>
                    <p:cNvGrpSpPr/>
                    <p:nvPr/>
                  </p:nvGrpSpPr>
                  <p:grpSpPr>
                    <a:xfrm>
                      <a:off x="2103480" y="5916240"/>
                      <a:ext cx="101520" cy="314280"/>
                      <a:chOff x="2103480" y="5916240"/>
                      <a:chExt cx="101520" cy="314280"/>
                    </a:xfrm>
                  </p:grpSpPr>
                  <p:sp>
                    <p:nvSpPr>
                      <p:cNvPr id="972" name=""/>
                      <p:cNvSpPr/>
                      <p:nvPr/>
                    </p:nvSpPr>
                    <p:spPr>
                      <a:xfrm flipV="1">
                        <a:off x="21034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73" name=""/>
                      <p:cNvSpPr/>
                      <p:nvPr/>
                    </p:nvSpPr>
                    <p:spPr>
                      <a:xfrm flipV="1">
                        <a:off x="21733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74" name=""/>
                      <p:cNvSpPr/>
                      <p:nvPr/>
                    </p:nvSpPr>
                    <p:spPr>
                      <a:xfrm flipV="1">
                        <a:off x="211284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75" name=""/>
                    <p:cNvGrpSpPr/>
                    <p:nvPr/>
                  </p:nvGrpSpPr>
                  <p:grpSpPr>
                    <a:xfrm>
                      <a:off x="2211480" y="5916240"/>
                      <a:ext cx="101520" cy="314280"/>
                      <a:chOff x="2211480" y="5916240"/>
                      <a:chExt cx="101520" cy="314280"/>
                    </a:xfrm>
                  </p:grpSpPr>
                  <p:sp>
                    <p:nvSpPr>
                      <p:cNvPr id="976" name=""/>
                      <p:cNvSpPr/>
                      <p:nvPr/>
                    </p:nvSpPr>
                    <p:spPr>
                      <a:xfrm flipV="1">
                        <a:off x="22114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77" name=""/>
                      <p:cNvSpPr/>
                      <p:nvPr/>
                    </p:nvSpPr>
                    <p:spPr>
                      <a:xfrm flipV="1">
                        <a:off x="22813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78" name=""/>
                      <p:cNvSpPr/>
                      <p:nvPr/>
                    </p:nvSpPr>
                    <p:spPr>
                      <a:xfrm flipV="1">
                        <a:off x="222084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79" name=""/>
                    <p:cNvGrpSpPr/>
                    <p:nvPr/>
                  </p:nvGrpSpPr>
                  <p:grpSpPr>
                    <a:xfrm>
                      <a:off x="2319480" y="5916240"/>
                      <a:ext cx="101520" cy="314280"/>
                      <a:chOff x="2319480" y="5916240"/>
                      <a:chExt cx="101520" cy="314280"/>
                    </a:xfrm>
                  </p:grpSpPr>
                  <p:sp>
                    <p:nvSpPr>
                      <p:cNvPr id="980" name=""/>
                      <p:cNvSpPr/>
                      <p:nvPr/>
                    </p:nvSpPr>
                    <p:spPr>
                      <a:xfrm flipV="1">
                        <a:off x="23194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81" name=""/>
                      <p:cNvSpPr/>
                      <p:nvPr/>
                    </p:nvSpPr>
                    <p:spPr>
                      <a:xfrm flipV="1">
                        <a:off x="23893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82" name=""/>
                      <p:cNvSpPr/>
                      <p:nvPr/>
                    </p:nvSpPr>
                    <p:spPr>
                      <a:xfrm flipV="1">
                        <a:off x="232884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83" name=""/>
                    <p:cNvGrpSpPr/>
                    <p:nvPr/>
                  </p:nvGrpSpPr>
                  <p:grpSpPr>
                    <a:xfrm>
                      <a:off x="2427120" y="5916240"/>
                      <a:ext cx="101880" cy="314280"/>
                      <a:chOff x="2427120" y="5916240"/>
                      <a:chExt cx="101880" cy="314280"/>
                    </a:xfrm>
                  </p:grpSpPr>
                  <p:sp>
                    <p:nvSpPr>
                      <p:cNvPr id="984" name=""/>
                      <p:cNvSpPr/>
                      <p:nvPr/>
                    </p:nvSpPr>
                    <p:spPr>
                      <a:xfrm flipV="1">
                        <a:off x="2427120" y="6141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85" name=""/>
                      <p:cNvSpPr/>
                      <p:nvPr/>
                    </p:nvSpPr>
                    <p:spPr>
                      <a:xfrm flipV="1">
                        <a:off x="24955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86" name=""/>
                      <p:cNvSpPr/>
                      <p:nvPr/>
                    </p:nvSpPr>
                    <p:spPr>
                      <a:xfrm flipV="1">
                        <a:off x="243684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87" name=""/>
                    <p:cNvGrpSpPr/>
                    <p:nvPr/>
                  </p:nvGrpSpPr>
                  <p:grpSpPr>
                    <a:xfrm>
                      <a:off x="2533680" y="5916240"/>
                      <a:ext cx="101520" cy="314280"/>
                      <a:chOff x="2533680" y="5916240"/>
                      <a:chExt cx="101520" cy="314280"/>
                    </a:xfrm>
                  </p:grpSpPr>
                  <p:sp>
                    <p:nvSpPr>
                      <p:cNvPr id="988" name=""/>
                      <p:cNvSpPr/>
                      <p:nvPr/>
                    </p:nvSpPr>
                    <p:spPr>
                      <a:xfrm flipV="1">
                        <a:off x="25336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89" name=""/>
                      <p:cNvSpPr/>
                      <p:nvPr/>
                    </p:nvSpPr>
                    <p:spPr>
                      <a:xfrm flipV="1">
                        <a:off x="26035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90" name=""/>
                      <p:cNvSpPr/>
                      <p:nvPr/>
                    </p:nvSpPr>
                    <p:spPr>
                      <a:xfrm flipV="1">
                        <a:off x="254160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991" name=""/>
              <p:cNvGrpSpPr/>
              <p:nvPr/>
            </p:nvGrpSpPr>
            <p:grpSpPr>
              <a:xfrm>
                <a:off x="3503880" y="5583240"/>
                <a:ext cx="1077840" cy="647280"/>
                <a:chOff x="3503880" y="5583240"/>
                <a:chExt cx="1077840" cy="647280"/>
              </a:xfrm>
            </p:grpSpPr>
            <p:grpSp>
              <p:nvGrpSpPr>
                <p:cNvPr id="992" name=""/>
                <p:cNvGrpSpPr/>
                <p:nvPr/>
              </p:nvGrpSpPr>
              <p:grpSpPr>
                <a:xfrm>
                  <a:off x="3503880" y="5583240"/>
                  <a:ext cx="533520" cy="647280"/>
                  <a:chOff x="3503880" y="5583240"/>
                  <a:chExt cx="533520" cy="647280"/>
                </a:xfrm>
              </p:grpSpPr>
              <p:grpSp>
                <p:nvGrpSpPr>
                  <p:cNvPr id="993" name=""/>
                  <p:cNvGrpSpPr/>
                  <p:nvPr/>
                </p:nvGrpSpPr>
                <p:grpSpPr>
                  <a:xfrm>
                    <a:off x="3503880" y="5583240"/>
                    <a:ext cx="533520" cy="314280"/>
                    <a:chOff x="3503880" y="5583240"/>
                    <a:chExt cx="533520" cy="314280"/>
                  </a:xfrm>
                </p:grpSpPr>
                <p:grpSp>
                  <p:nvGrpSpPr>
                    <p:cNvPr id="994" name=""/>
                    <p:cNvGrpSpPr/>
                    <p:nvPr/>
                  </p:nvGrpSpPr>
                  <p:grpSpPr>
                    <a:xfrm>
                      <a:off x="3503880" y="5583240"/>
                      <a:ext cx="101520" cy="314280"/>
                      <a:chOff x="3503880" y="5583240"/>
                      <a:chExt cx="101520" cy="314280"/>
                    </a:xfrm>
                  </p:grpSpPr>
                  <p:sp>
                    <p:nvSpPr>
                      <p:cNvPr id="995" name=""/>
                      <p:cNvSpPr/>
                      <p:nvPr/>
                    </p:nvSpPr>
                    <p:spPr>
                      <a:xfrm>
                        <a:off x="35038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96" name=""/>
                      <p:cNvSpPr/>
                      <p:nvPr/>
                    </p:nvSpPr>
                    <p:spPr>
                      <a:xfrm>
                        <a:off x="35737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997" name=""/>
                      <p:cNvSpPr/>
                      <p:nvPr/>
                    </p:nvSpPr>
                    <p:spPr>
                      <a:xfrm>
                        <a:off x="351180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998" name=""/>
                    <p:cNvGrpSpPr/>
                    <p:nvPr/>
                  </p:nvGrpSpPr>
                  <p:grpSpPr>
                    <a:xfrm>
                      <a:off x="3611880" y="5583240"/>
                      <a:ext cx="101520" cy="314280"/>
                      <a:chOff x="3611880" y="5583240"/>
                      <a:chExt cx="101520" cy="314280"/>
                    </a:xfrm>
                  </p:grpSpPr>
                  <p:sp>
                    <p:nvSpPr>
                      <p:cNvPr id="999" name=""/>
                      <p:cNvSpPr/>
                      <p:nvPr/>
                    </p:nvSpPr>
                    <p:spPr>
                      <a:xfrm>
                        <a:off x="36118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0" name=""/>
                      <p:cNvSpPr/>
                      <p:nvPr/>
                    </p:nvSpPr>
                    <p:spPr>
                      <a:xfrm>
                        <a:off x="36817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1" name=""/>
                      <p:cNvSpPr/>
                      <p:nvPr/>
                    </p:nvSpPr>
                    <p:spPr>
                      <a:xfrm>
                        <a:off x="361980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02" name=""/>
                    <p:cNvGrpSpPr/>
                    <p:nvPr/>
                  </p:nvGrpSpPr>
                  <p:grpSpPr>
                    <a:xfrm>
                      <a:off x="3719880" y="5583240"/>
                      <a:ext cx="101520" cy="314280"/>
                      <a:chOff x="3719880" y="5583240"/>
                      <a:chExt cx="101520" cy="314280"/>
                    </a:xfrm>
                  </p:grpSpPr>
                  <p:sp>
                    <p:nvSpPr>
                      <p:cNvPr id="1003" name=""/>
                      <p:cNvSpPr/>
                      <p:nvPr/>
                    </p:nvSpPr>
                    <p:spPr>
                      <a:xfrm>
                        <a:off x="37198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4" name=""/>
                      <p:cNvSpPr/>
                      <p:nvPr/>
                    </p:nvSpPr>
                    <p:spPr>
                      <a:xfrm>
                        <a:off x="37897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5" name=""/>
                      <p:cNvSpPr/>
                      <p:nvPr/>
                    </p:nvSpPr>
                    <p:spPr>
                      <a:xfrm>
                        <a:off x="372780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06" name=""/>
                    <p:cNvGrpSpPr/>
                    <p:nvPr/>
                  </p:nvGrpSpPr>
                  <p:grpSpPr>
                    <a:xfrm>
                      <a:off x="3827880" y="5583240"/>
                      <a:ext cx="101520" cy="314280"/>
                      <a:chOff x="3827880" y="5583240"/>
                      <a:chExt cx="101520" cy="314280"/>
                    </a:xfrm>
                  </p:grpSpPr>
                  <p:sp>
                    <p:nvSpPr>
                      <p:cNvPr id="1007" name=""/>
                      <p:cNvSpPr/>
                      <p:nvPr/>
                    </p:nvSpPr>
                    <p:spPr>
                      <a:xfrm>
                        <a:off x="38278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8" name=""/>
                      <p:cNvSpPr/>
                      <p:nvPr/>
                    </p:nvSpPr>
                    <p:spPr>
                      <a:xfrm>
                        <a:off x="38977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09" name=""/>
                      <p:cNvSpPr/>
                      <p:nvPr/>
                    </p:nvSpPr>
                    <p:spPr>
                      <a:xfrm>
                        <a:off x="383580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10" name=""/>
                    <p:cNvGrpSpPr/>
                    <p:nvPr/>
                  </p:nvGrpSpPr>
                  <p:grpSpPr>
                    <a:xfrm>
                      <a:off x="3935880" y="5583240"/>
                      <a:ext cx="101520" cy="314280"/>
                      <a:chOff x="3935880" y="5583240"/>
                      <a:chExt cx="101520" cy="314280"/>
                    </a:xfrm>
                  </p:grpSpPr>
                  <p:sp>
                    <p:nvSpPr>
                      <p:cNvPr id="1011" name=""/>
                      <p:cNvSpPr/>
                      <p:nvPr/>
                    </p:nvSpPr>
                    <p:spPr>
                      <a:xfrm>
                        <a:off x="39358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12" name=""/>
                      <p:cNvSpPr/>
                      <p:nvPr/>
                    </p:nvSpPr>
                    <p:spPr>
                      <a:xfrm>
                        <a:off x="40057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13" name=""/>
                      <p:cNvSpPr/>
                      <p:nvPr/>
                    </p:nvSpPr>
                    <p:spPr>
                      <a:xfrm>
                        <a:off x="394380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014" name=""/>
                  <p:cNvGrpSpPr/>
                  <p:nvPr/>
                </p:nvGrpSpPr>
                <p:grpSpPr>
                  <a:xfrm>
                    <a:off x="3503880" y="5916240"/>
                    <a:ext cx="533520" cy="314280"/>
                    <a:chOff x="3503880" y="5916240"/>
                    <a:chExt cx="533520" cy="314280"/>
                  </a:xfrm>
                </p:grpSpPr>
                <p:grpSp>
                  <p:nvGrpSpPr>
                    <p:cNvPr id="1015" name=""/>
                    <p:cNvGrpSpPr/>
                    <p:nvPr/>
                  </p:nvGrpSpPr>
                  <p:grpSpPr>
                    <a:xfrm>
                      <a:off x="3503880" y="5916240"/>
                      <a:ext cx="101520" cy="314280"/>
                      <a:chOff x="3503880" y="5916240"/>
                      <a:chExt cx="101520" cy="314280"/>
                    </a:xfrm>
                  </p:grpSpPr>
                  <p:sp>
                    <p:nvSpPr>
                      <p:cNvPr id="1016" name=""/>
                      <p:cNvSpPr/>
                      <p:nvPr/>
                    </p:nvSpPr>
                    <p:spPr>
                      <a:xfrm flipV="1">
                        <a:off x="35038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17" name=""/>
                      <p:cNvSpPr/>
                      <p:nvPr/>
                    </p:nvSpPr>
                    <p:spPr>
                      <a:xfrm flipV="1">
                        <a:off x="35737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18" name=""/>
                      <p:cNvSpPr/>
                      <p:nvPr/>
                    </p:nvSpPr>
                    <p:spPr>
                      <a:xfrm flipV="1">
                        <a:off x="351180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19" name=""/>
                    <p:cNvGrpSpPr/>
                    <p:nvPr/>
                  </p:nvGrpSpPr>
                  <p:grpSpPr>
                    <a:xfrm>
                      <a:off x="3611880" y="5916240"/>
                      <a:ext cx="101520" cy="314280"/>
                      <a:chOff x="3611880" y="5916240"/>
                      <a:chExt cx="101520" cy="314280"/>
                    </a:xfrm>
                  </p:grpSpPr>
                  <p:sp>
                    <p:nvSpPr>
                      <p:cNvPr id="1020" name=""/>
                      <p:cNvSpPr/>
                      <p:nvPr/>
                    </p:nvSpPr>
                    <p:spPr>
                      <a:xfrm flipV="1">
                        <a:off x="36118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21" name=""/>
                      <p:cNvSpPr/>
                      <p:nvPr/>
                    </p:nvSpPr>
                    <p:spPr>
                      <a:xfrm flipV="1">
                        <a:off x="36817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22" name=""/>
                      <p:cNvSpPr/>
                      <p:nvPr/>
                    </p:nvSpPr>
                    <p:spPr>
                      <a:xfrm flipV="1">
                        <a:off x="361980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23" name=""/>
                    <p:cNvGrpSpPr/>
                    <p:nvPr/>
                  </p:nvGrpSpPr>
                  <p:grpSpPr>
                    <a:xfrm>
                      <a:off x="3719880" y="5916240"/>
                      <a:ext cx="101520" cy="314280"/>
                      <a:chOff x="3719880" y="5916240"/>
                      <a:chExt cx="101520" cy="314280"/>
                    </a:xfrm>
                  </p:grpSpPr>
                  <p:sp>
                    <p:nvSpPr>
                      <p:cNvPr id="1024" name=""/>
                      <p:cNvSpPr/>
                      <p:nvPr/>
                    </p:nvSpPr>
                    <p:spPr>
                      <a:xfrm flipV="1">
                        <a:off x="37198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25" name=""/>
                      <p:cNvSpPr/>
                      <p:nvPr/>
                    </p:nvSpPr>
                    <p:spPr>
                      <a:xfrm flipV="1">
                        <a:off x="37897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26" name=""/>
                      <p:cNvSpPr/>
                      <p:nvPr/>
                    </p:nvSpPr>
                    <p:spPr>
                      <a:xfrm flipV="1">
                        <a:off x="372780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27" name=""/>
                    <p:cNvGrpSpPr/>
                    <p:nvPr/>
                  </p:nvGrpSpPr>
                  <p:grpSpPr>
                    <a:xfrm>
                      <a:off x="3827880" y="5916240"/>
                      <a:ext cx="101520" cy="314280"/>
                      <a:chOff x="3827880" y="5916240"/>
                      <a:chExt cx="101520" cy="314280"/>
                    </a:xfrm>
                  </p:grpSpPr>
                  <p:sp>
                    <p:nvSpPr>
                      <p:cNvPr id="1028" name=""/>
                      <p:cNvSpPr/>
                      <p:nvPr/>
                    </p:nvSpPr>
                    <p:spPr>
                      <a:xfrm flipV="1">
                        <a:off x="38278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29" name=""/>
                      <p:cNvSpPr/>
                      <p:nvPr/>
                    </p:nvSpPr>
                    <p:spPr>
                      <a:xfrm flipV="1">
                        <a:off x="38977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30" name=""/>
                      <p:cNvSpPr/>
                      <p:nvPr/>
                    </p:nvSpPr>
                    <p:spPr>
                      <a:xfrm flipV="1">
                        <a:off x="383580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31" name=""/>
                    <p:cNvGrpSpPr/>
                    <p:nvPr/>
                  </p:nvGrpSpPr>
                  <p:grpSpPr>
                    <a:xfrm>
                      <a:off x="3935880" y="5916240"/>
                      <a:ext cx="101520" cy="314280"/>
                      <a:chOff x="3935880" y="5916240"/>
                      <a:chExt cx="101520" cy="314280"/>
                    </a:xfrm>
                  </p:grpSpPr>
                  <p:sp>
                    <p:nvSpPr>
                      <p:cNvPr id="1032" name=""/>
                      <p:cNvSpPr/>
                      <p:nvPr/>
                    </p:nvSpPr>
                    <p:spPr>
                      <a:xfrm flipV="1">
                        <a:off x="39358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33" name=""/>
                      <p:cNvSpPr/>
                      <p:nvPr/>
                    </p:nvSpPr>
                    <p:spPr>
                      <a:xfrm flipV="1">
                        <a:off x="40057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34" name=""/>
                      <p:cNvSpPr/>
                      <p:nvPr/>
                    </p:nvSpPr>
                    <p:spPr>
                      <a:xfrm flipV="1">
                        <a:off x="394380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035" name=""/>
                <p:cNvGrpSpPr/>
                <p:nvPr/>
              </p:nvGrpSpPr>
              <p:grpSpPr>
                <a:xfrm>
                  <a:off x="4048560" y="5583240"/>
                  <a:ext cx="533160" cy="647280"/>
                  <a:chOff x="4048560" y="5583240"/>
                  <a:chExt cx="533160" cy="647280"/>
                </a:xfrm>
              </p:grpSpPr>
              <p:grpSp>
                <p:nvGrpSpPr>
                  <p:cNvPr id="1036" name=""/>
                  <p:cNvGrpSpPr/>
                  <p:nvPr/>
                </p:nvGrpSpPr>
                <p:grpSpPr>
                  <a:xfrm>
                    <a:off x="4048560" y="5583240"/>
                    <a:ext cx="533160" cy="314280"/>
                    <a:chOff x="4048560" y="5583240"/>
                    <a:chExt cx="533160" cy="314280"/>
                  </a:xfrm>
                </p:grpSpPr>
                <p:grpSp>
                  <p:nvGrpSpPr>
                    <p:cNvPr id="1037" name=""/>
                    <p:cNvGrpSpPr/>
                    <p:nvPr/>
                  </p:nvGrpSpPr>
                  <p:grpSpPr>
                    <a:xfrm>
                      <a:off x="4048560" y="5583240"/>
                      <a:ext cx="101520" cy="314280"/>
                      <a:chOff x="4048560" y="5583240"/>
                      <a:chExt cx="101520" cy="314280"/>
                    </a:xfrm>
                  </p:grpSpPr>
                  <p:sp>
                    <p:nvSpPr>
                      <p:cNvPr id="1038" name=""/>
                      <p:cNvSpPr/>
                      <p:nvPr/>
                    </p:nvSpPr>
                    <p:spPr>
                      <a:xfrm>
                        <a:off x="404856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39" name=""/>
                      <p:cNvSpPr/>
                      <p:nvPr/>
                    </p:nvSpPr>
                    <p:spPr>
                      <a:xfrm>
                        <a:off x="41184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40" name=""/>
                      <p:cNvSpPr/>
                      <p:nvPr/>
                    </p:nvSpPr>
                    <p:spPr>
                      <a:xfrm>
                        <a:off x="405648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41" name=""/>
                    <p:cNvGrpSpPr/>
                    <p:nvPr/>
                  </p:nvGrpSpPr>
                  <p:grpSpPr>
                    <a:xfrm>
                      <a:off x="4156560" y="5583240"/>
                      <a:ext cx="101520" cy="314280"/>
                      <a:chOff x="4156560" y="5583240"/>
                      <a:chExt cx="101520" cy="314280"/>
                    </a:xfrm>
                  </p:grpSpPr>
                  <p:sp>
                    <p:nvSpPr>
                      <p:cNvPr id="1042" name=""/>
                      <p:cNvSpPr/>
                      <p:nvPr/>
                    </p:nvSpPr>
                    <p:spPr>
                      <a:xfrm>
                        <a:off x="415656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43" name=""/>
                      <p:cNvSpPr/>
                      <p:nvPr/>
                    </p:nvSpPr>
                    <p:spPr>
                      <a:xfrm>
                        <a:off x="42246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44" name=""/>
                      <p:cNvSpPr/>
                      <p:nvPr/>
                    </p:nvSpPr>
                    <p:spPr>
                      <a:xfrm>
                        <a:off x="416448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45" name=""/>
                    <p:cNvGrpSpPr/>
                    <p:nvPr/>
                  </p:nvGrpSpPr>
                  <p:grpSpPr>
                    <a:xfrm>
                      <a:off x="4264560" y="5583240"/>
                      <a:ext cx="101520" cy="314280"/>
                      <a:chOff x="4264560" y="5583240"/>
                      <a:chExt cx="101520" cy="314280"/>
                    </a:xfrm>
                  </p:grpSpPr>
                  <p:sp>
                    <p:nvSpPr>
                      <p:cNvPr id="1046" name=""/>
                      <p:cNvSpPr/>
                      <p:nvPr/>
                    </p:nvSpPr>
                    <p:spPr>
                      <a:xfrm>
                        <a:off x="426456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47" name=""/>
                      <p:cNvSpPr/>
                      <p:nvPr/>
                    </p:nvSpPr>
                    <p:spPr>
                      <a:xfrm>
                        <a:off x="43326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48" name=""/>
                      <p:cNvSpPr/>
                      <p:nvPr/>
                    </p:nvSpPr>
                    <p:spPr>
                      <a:xfrm>
                        <a:off x="427248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49" name=""/>
                    <p:cNvGrpSpPr/>
                    <p:nvPr/>
                  </p:nvGrpSpPr>
                  <p:grpSpPr>
                    <a:xfrm>
                      <a:off x="4372200" y="5583240"/>
                      <a:ext cx="101880" cy="314280"/>
                      <a:chOff x="4372200" y="5583240"/>
                      <a:chExt cx="101880" cy="314280"/>
                    </a:xfrm>
                  </p:grpSpPr>
                  <p:sp>
                    <p:nvSpPr>
                      <p:cNvPr id="1050" name=""/>
                      <p:cNvSpPr/>
                      <p:nvPr/>
                    </p:nvSpPr>
                    <p:spPr>
                      <a:xfrm>
                        <a:off x="4372200" y="5583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51" name=""/>
                      <p:cNvSpPr/>
                      <p:nvPr/>
                    </p:nvSpPr>
                    <p:spPr>
                      <a:xfrm>
                        <a:off x="44406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52" name=""/>
                      <p:cNvSpPr/>
                      <p:nvPr/>
                    </p:nvSpPr>
                    <p:spPr>
                      <a:xfrm>
                        <a:off x="438012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53" name=""/>
                    <p:cNvGrpSpPr/>
                    <p:nvPr/>
                  </p:nvGrpSpPr>
                  <p:grpSpPr>
                    <a:xfrm>
                      <a:off x="4480200" y="5583240"/>
                      <a:ext cx="101520" cy="314280"/>
                      <a:chOff x="4480200" y="5583240"/>
                      <a:chExt cx="101520" cy="314280"/>
                    </a:xfrm>
                  </p:grpSpPr>
                  <p:sp>
                    <p:nvSpPr>
                      <p:cNvPr id="1054" name=""/>
                      <p:cNvSpPr/>
                      <p:nvPr/>
                    </p:nvSpPr>
                    <p:spPr>
                      <a:xfrm>
                        <a:off x="448020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55" name=""/>
                      <p:cNvSpPr/>
                      <p:nvPr/>
                    </p:nvSpPr>
                    <p:spPr>
                      <a:xfrm>
                        <a:off x="45486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56" name=""/>
                      <p:cNvSpPr/>
                      <p:nvPr/>
                    </p:nvSpPr>
                    <p:spPr>
                      <a:xfrm>
                        <a:off x="448812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057" name=""/>
                  <p:cNvGrpSpPr/>
                  <p:nvPr/>
                </p:nvGrpSpPr>
                <p:grpSpPr>
                  <a:xfrm>
                    <a:off x="4048560" y="5916240"/>
                    <a:ext cx="533160" cy="314280"/>
                    <a:chOff x="4048560" y="5916240"/>
                    <a:chExt cx="533160" cy="314280"/>
                  </a:xfrm>
                </p:grpSpPr>
                <p:grpSp>
                  <p:nvGrpSpPr>
                    <p:cNvPr id="1058" name=""/>
                    <p:cNvGrpSpPr/>
                    <p:nvPr/>
                  </p:nvGrpSpPr>
                  <p:grpSpPr>
                    <a:xfrm>
                      <a:off x="4048560" y="5916240"/>
                      <a:ext cx="101520" cy="314280"/>
                      <a:chOff x="4048560" y="5916240"/>
                      <a:chExt cx="101520" cy="314280"/>
                    </a:xfrm>
                  </p:grpSpPr>
                  <p:sp>
                    <p:nvSpPr>
                      <p:cNvPr id="1059" name=""/>
                      <p:cNvSpPr/>
                      <p:nvPr/>
                    </p:nvSpPr>
                    <p:spPr>
                      <a:xfrm flipV="1">
                        <a:off x="404856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0" name=""/>
                      <p:cNvSpPr/>
                      <p:nvPr/>
                    </p:nvSpPr>
                    <p:spPr>
                      <a:xfrm flipV="1">
                        <a:off x="41184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1" name=""/>
                      <p:cNvSpPr/>
                      <p:nvPr/>
                    </p:nvSpPr>
                    <p:spPr>
                      <a:xfrm flipV="1">
                        <a:off x="405648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62" name=""/>
                    <p:cNvGrpSpPr/>
                    <p:nvPr/>
                  </p:nvGrpSpPr>
                  <p:grpSpPr>
                    <a:xfrm>
                      <a:off x="4156560" y="5916240"/>
                      <a:ext cx="101520" cy="314280"/>
                      <a:chOff x="4156560" y="5916240"/>
                      <a:chExt cx="101520" cy="314280"/>
                    </a:xfrm>
                  </p:grpSpPr>
                  <p:sp>
                    <p:nvSpPr>
                      <p:cNvPr id="1063" name=""/>
                      <p:cNvSpPr/>
                      <p:nvPr/>
                    </p:nvSpPr>
                    <p:spPr>
                      <a:xfrm flipV="1">
                        <a:off x="415656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4" name=""/>
                      <p:cNvSpPr/>
                      <p:nvPr/>
                    </p:nvSpPr>
                    <p:spPr>
                      <a:xfrm flipV="1">
                        <a:off x="42246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5" name=""/>
                      <p:cNvSpPr/>
                      <p:nvPr/>
                    </p:nvSpPr>
                    <p:spPr>
                      <a:xfrm flipV="1">
                        <a:off x="416448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66" name=""/>
                    <p:cNvGrpSpPr/>
                    <p:nvPr/>
                  </p:nvGrpSpPr>
                  <p:grpSpPr>
                    <a:xfrm>
                      <a:off x="4264560" y="5916240"/>
                      <a:ext cx="101520" cy="314280"/>
                      <a:chOff x="4264560" y="5916240"/>
                      <a:chExt cx="101520" cy="314280"/>
                    </a:xfrm>
                  </p:grpSpPr>
                  <p:sp>
                    <p:nvSpPr>
                      <p:cNvPr id="1067" name=""/>
                      <p:cNvSpPr/>
                      <p:nvPr/>
                    </p:nvSpPr>
                    <p:spPr>
                      <a:xfrm flipV="1">
                        <a:off x="426456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8" name=""/>
                      <p:cNvSpPr/>
                      <p:nvPr/>
                    </p:nvSpPr>
                    <p:spPr>
                      <a:xfrm flipV="1">
                        <a:off x="43326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69" name=""/>
                      <p:cNvSpPr/>
                      <p:nvPr/>
                    </p:nvSpPr>
                    <p:spPr>
                      <a:xfrm flipV="1">
                        <a:off x="427248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70" name=""/>
                    <p:cNvGrpSpPr/>
                    <p:nvPr/>
                  </p:nvGrpSpPr>
                  <p:grpSpPr>
                    <a:xfrm>
                      <a:off x="4372200" y="5916240"/>
                      <a:ext cx="101880" cy="314280"/>
                      <a:chOff x="4372200" y="5916240"/>
                      <a:chExt cx="101880" cy="314280"/>
                    </a:xfrm>
                  </p:grpSpPr>
                  <p:sp>
                    <p:nvSpPr>
                      <p:cNvPr id="1071" name=""/>
                      <p:cNvSpPr/>
                      <p:nvPr/>
                    </p:nvSpPr>
                    <p:spPr>
                      <a:xfrm flipV="1">
                        <a:off x="4372200" y="6141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72" name=""/>
                      <p:cNvSpPr/>
                      <p:nvPr/>
                    </p:nvSpPr>
                    <p:spPr>
                      <a:xfrm flipV="1">
                        <a:off x="44406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73" name=""/>
                      <p:cNvSpPr/>
                      <p:nvPr/>
                    </p:nvSpPr>
                    <p:spPr>
                      <a:xfrm flipV="1">
                        <a:off x="438012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74" name=""/>
                    <p:cNvGrpSpPr/>
                    <p:nvPr/>
                  </p:nvGrpSpPr>
                  <p:grpSpPr>
                    <a:xfrm>
                      <a:off x="4480200" y="5916240"/>
                      <a:ext cx="101520" cy="314280"/>
                      <a:chOff x="4480200" y="5916240"/>
                      <a:chExt cx="101520" cy="314280"/>
                    </a:xfrm>
                  </p:grpSpPr>
                  <p:sp>
                    <p:nvSpPr>
                      <p:cNvPr id="1075" name=""/>
                      <p:cNvSpPr/>
                      <p:nvPr/>
                    </p:nvSpPr>
                    <p:spPr>
                      <a:xfrm flipV="1">
                        <a:off x="448020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76" name=""/>
                      <p:cNvSpPr/>
                      <p:nvPr/>
                    </p:nvSpPr>
                    <p:spPr>
                      <a:xfrm flipV="1">
                        <a:off x="45486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77" name=""/>
                      <p:cNvSpPr/>
                      <p:nvPr/>
                    </p:nvSpPr>
                    <p:spPr>
                      <a:xfrm flipV="1">
                        <a:off x="448812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078" name=""/>
              <p:cNvGrpSpPr/>
              <p:nvPr/>
            </p:nvGrpSpPr>
            <p:grpSpPr>
              <a:xfrm>
                <a:off x="5518800" y="5583240"/>
                <a:ext cx="1076400" cy="647280"/>
                <a:chOff x="5518800" y="5583240"/>
                <a:chExt cx="1076400" cy="647280"/>
              </a:xfrm>
            </p:grpSpPr>
            <p:grpSp>
              <p:nvGrpSpPr>
                <p:cNvPr id="1079" name=""/>
                <p:cNvGrpSpPr/>
                <p:nvPr/>
              </p:nvGrpSpPr>
              <p:grpSpPr>
                <a:xfrm>
                  <a:off x="5518800" y="5583240"/>
                  <a:ext cx="531360" cy="647280"/>
                  <a:chOff x="5518800" y="5583240"/>
                  <a:chExt cx="531360" cy="647280"/>
                </a:xfrm>
              </p:grpSpPr>
              <p:grpSp>
                <p:nvGrpSpPr>
                  <p:cNvPr id="1080" name=""/>
                  <p:cNvGrpSpPr/>
                  <p:nvPr/>
                </p:nvGrpSpPr>
                <p:grpSpPr>
                  <a:xfrm>
                    <a:off x="5518800" y="5583240"/>
                    <a:ext cx="531360" cy="314280"/>
                    <a:chOff x="5518800" y="5583240"/>
                    <a:chExt cx="531360" cy="314280"/>
                  </a:xfrm>
                </p:grpSpPr>
                <p:grpSp>
                  <p:nvGrpSpPr>
                    <p:cNvPr id="1081" name=""/>
                    <p:cNvGrpSpPr/>
                    <p:nvPr/>
                  </p:nvGrpSpPr>
                  <p:grpSpPr>
                    <a:xfrm>
                      <a:off x="5518800" y="5583240"/>
                      <a:ext cx="101160" cy="314280"/>
                      <a:chOff x="5518800" y="5583240"/>
                      <a:chExt cx="101160" cy="314280"/>
                    </a:xfrm>
                  </p:grpSpPr>
                  <p:sp>
                    <p:nvSpPr>
                      <p:cNvPr id="1082" name=""/>
                      <p:cNvSpPr/>
                      <p:nvPr/>
                    </p:nvSpPr>
                    <p:spPr>
                      <a:xfrm>
                        <a:off x="5518800" y="5583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83" name=""/>
                      <p:cNvSpPr/>
                      <p:nvPr/>
                    </p:nvSpPr>
                    <p:spPr>
                      <a:xfrm>
                        <a:off x="5586840" y="56754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84" name=""/>
                      <p:cNvSpPr/>
                      <p:nvPr/>
                    </p:nvSpPr>
                    <p:spPr>
                      <a:xfrm>
                        <a:off x="5524920" y="568476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85" name=""/>
                    <p:cNvGrpSpPr/>
                    <p:nvPr/>
                  </p:nvGrpSpPr>
                  <p:grpSpPr>
                    <a:xfrm>
                      <a:off x="5627520" y="5583240"/>
                      <a:ext cx="101520" cy="314280"/>
                      <a:chOff x="5627520" y="5583240"/>
                      <a:chExt cx="101520" cy="314280"/>
                    </a:xfrm>
                  </p:grpSpPr>
                  <p:sp>
                    <p:nvSpPr>
                      <p:cNvPr id="1086" name=""/>
                      <p:cNvSpPr/>
                      <p:nvPr/>
                    </p:nvSpPr>
                    <p:spPr>
                      <a:xfrm>
                        <a:off x="562752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87" name=""/>
                      <p:cNvSpPr/>
                      <p:nvPr/>
                    </p:nvSpPr>
                    <p:spPr>
                      <a:xfrm>
                        <a:off x="569700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88" name=""/>
                      <p:cNvSpPr/>
                      <p:nvPr/>
                    </p:nvSpPr>
                    <p:spPr>
                      <a:xfrm>
                        <a:off x="5635440" y="568476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89" name=""/>
                    <p:cNvGrpSpPr/>
                    <p:nvPr/>
                  </p:nvGrpSpPr>
                  <p:grpSpPr>
                    <a:xfrm>
                      <a:off x="5735160" y="5583240"/>
                      <a:ext cx="101520" cy="314280"/>
                      <a:chOff x="5735160" y="5583240"/>
                      <a:chExt cx="101520" cy="314280"/>
                    </a:xfrm>
                  </p:grpSpPr>
                  <p:sp>
                    <p:nvSpPr>
                      <p:cNvPr id="1090" name=""/>
                      <p:cNvSpPr/>
                      <p:nvPr/>
                    </p:nvSpPr>
                    <p:spPr>
                      <a:xfrm>
                        <a:off x="573516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91" name=""/>
                      <p:cNvSpPr/>
                      <p:nvPr/>
                    </p:nvSpPr>
                    <p:spPr>
                      <a:xfrm>
                        <a:off x="580464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92" name=""/>
                      <p:cNvSpPr/>
                      <p:nvPr/>
                    </p:nvSpPr>
                    <p:spPr>
                      <a:xfrm>
                        <a:off x="574272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93" name=""/>
                    <p:cNvGrpSpPr/>
                    <p:nvPr/>
                  </p:nvGrpSpPr>
                  <p:grpSpPr>
                    <a:xfrm>
                      <a:off x="5841360" y="5583240"/>
                      <a:ext cx="101160" cy="314280"/>
                      <a:chOff x="5841360" y="5583240"/>
                      <a:chExt cx="101160" cy="314280"/>
                    </a:xfrm>
                  </p:grpSpPr>
                  <p:sp>
                    <p:nvSpPr>
                      <p:cNvPr id="1094" name=""/>
                      <p:cNvSpPr/>
                      <p:nvPr/>
                    </p:nvSpPr>
                    <p:spPr>
                      <a:xfrm>
                        <a:off x="5841360" y="5583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95" name=""/>
                      <p:cNvSpPr/>
                      <p:nvPr/>
                    </p:nvSpPr>
                    <p:spPr>
                      <a:xfrm>
                        <a:off x="5910840" y="56754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96" name=""/>
                      <p:cNvSpPr/>
                      <p:nvPr/>
                    </p:nvSpPr>
                    <p:spPr>
                      <a:xfrm>
                        <a:off x="5848920" y="568476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097" name=""/>
                    <p:cNvGrpSpPr/>
                    <p:nvPr/>
                  </p:nvGrpSpPr>
                  <p:grpSpPr>
                    <a:xfrm>
                      <a:off x="5949000" y="5583240"/>
                      <a:ext cx="101160" cy="314280"/>
                      <a:chOff x="5949000" y="5583240"/>
                      <a:chExt cx="101160" cy="314280"/>
                    </a:xfrm>
                  </p:grpSpPr>
                  <p:sp>
                    <p:nvSpPr>
                      <p:cNvPr id="1098" name=""/>
                      <p:cNvSpPr/>
                      <p:nvPr/>
                    </p:nvSpPr>
                    <p:spPr>
                      <a:xfrm>
                        <a:off x="5949000" y="5583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099" name=""/>
                      <p:cNvSpPr/>
                      <p:nvPr/>
                    </p:nvSpPr>
                    <p:spPr>
                      <a:xfrm>
                        <a:off x="6018480" y="56754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00" name=""/>
                      <p:cNvSpPr/>
                      <p:nvPr/>
                    </p:nvSpPr>
                    <p:spPr>
                      <a:xfrm>
                        <a:off x="5956560" y="568476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101" name=""/>
                  <p:cNvGrpSpPr/>
                  <p:nvPr/>
                </p:nvGrpSpPr>
                <p:grpSpPr>
                  <a:xfrm>
                    <a:off x="5518800" y="5916240"/>
                    <a:ext cx="531360" cy="314280"/>
                    <a:chOff x="5518800" y="5916240"/>
                    <a:chExt cx="531360" cy="314280"/>
                  </a:xfrm>
                </p:grpSpPr>
                <p:grpSp>
                  <p:nvGrpSpPr>
                    <p:cNvPr id="1102" name=""/>
                    <p:cNvGrpSpPr/>
                    <p:nvPr/>
                  </p:nvGrpSpPr>
                  <p:grpSpPr>
                    <a:xfrm>
                      <a:off x="5518800" y="5916240"/>
                      <a:ext cx="101160" cy="314280"/>
                      <a:chOff x="5518800" y="5916240"/>
                      <a:chExt cx="101160" cy="314280"/>
                    </a:xfrm>
                  </p:grpSpPr>
                  <p:sp>
                    <p:nvSpPr>
                      <p:cNvPr id="1103" name=""/>
                      <p:cNvSpPr/>
                      <p:nvPr/>
                    </p:nvSpPr>
                    <p:spPr>
                      <a:xfrm flipV="1">
                        <a:off x="5518800" y="6141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04" name=""/>
                      <p:cNvSpPr/>
                      <p:nvPr/>
                    </p:nvSpPr>
                    <p:spPr>
                      <a:xfrm flipV="1">
                        <a:off x="5586840" y="59238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05" name=""/>
                      <p:cNvSpPr/>
                      <p:nvPr/>
                    </p:nvSpPr>
                    <p:spPr>
                      <a:xfrm flipV="1">
                        <a:off x="5524920" y="591588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06" name=""/>
                    <p:cNvGrpSpPr/>
                    <p:nvPr/>
                  </p:nvGrpSpPr>
                  <p:grpSpPr>
                    <a:xfrm>
                      <a:off x="5627520" y="5916240"/>
                      <a:ext cx="101520" cy="314280"/>
                      <a:chOff x="5627520" y="5916240"/>
                      <a:chExt cx="101520" cy="314280"/>
                    </a:xfrm>
                  </p:grpSpPr>
                  <p:sp>
                    <p:nvSpPr>
                      <p:cNvPr id="1107" name=""/>
                      <p:cNvSpPr/>
                      <p:nvPr/>
                    </p:nvSpPr>
                    <p:spPr>
                      <a:xfrm flipV="1">
                        <a:off x="562752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08" name=""/>
                      <p:cNvSpPr/>
                      <p:nvPr/>
                    </p:nvSpPr>
                    <p:spPr>
                      <a:xfrm flipV="1">
                        <a:off x="569700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09" name=""/>
                      <p:cNvSpPr/>
                      <p:nvPr/>
                    </p:nvSpPr>
                    <p:spPr>
                      <a:xfrm flipV="1">
                        <a:off x="5635440" y="591588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10" name=""/>
                    <p:cNvGrpSpPr/>
                    <p:nvPr/>
                  </p:nvGrpSpPr>
                  <p:grpSpPr>
                    <a:xfrm>
                      <a:off x="5735160" y="5916240"/>
                      <a:ext cx="101520" cy="314280"/>
                      <a:chOff x="5735160" y="5916240"/>
                      <a:chExt cx="101520" cy="314280"/>
                    </a:xfrm>
                  </p:grpSpPr>
                  <p:sp>
                    <p:nvSpPr>
                      <p:cNvPr id="1111" name=""/>
                      <p:cNvSpPr/>
                      <p:nvPr/>
                    </p:nvSpPr>
                    <p:spPr>
                      <a:xfrm flipV="1">
                        <a:off x="573516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12" name=""/>
                      <p:cNvSpPr/>
                      <p:nvPr/>
                    </p:nvSpPr>
                    <p:spPr>
                      <a:xfrm flipV="1">
                        <a:off x="580464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13" name=""/>
                      <p:cNvSpPr/>
                      <p:nvPr/>
                    </p:nvSpPr>
                    <p:spPr>
                      <a:xfrm flipV="1">
                        <a:off x="574272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14" name=""/>
                    <p:cNvGrpSpPr/>
                    <p:nvPr/>
                  </p:nvGrpSpPr>
                  <p:grpSpPr>
                    <a:xfrm>
                      <a:off x="5841360" y="5916240"/>
                      <a:ext cx="101160" cy="314280"/>
                      <a:chOff x="5841360" y="5916240"/>
                      <a:chExt cx="101160" cy="314280"/>
                    </a:xfrm>
                  </p:grpSpPr>
                  <p:sp>
                    <p:nvSpPr>
                      <p:cNvPr id="1115" name=""/>
                      <p:cNvSpPr/>
                      <p:nvPr/>
                    </p:nvSpPr>
                    <p:spPr>
                      <a:xfrm flipV="1">
                        <a:off x="5841360" y="6141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16" name=""/>
                      <p:cNvSpPr/>
                      <p:nvPr/>
                    </p:nvSpPr>
                    <p:spPr>
                      <a:xfrm flipV="1">
                        <a:off x="5910840" y="59238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17" name=""/>
                      <p:cNvSpPr/>
                      <p:nvPr/>
                    </p:nvSpPr>
                    <p:spPr>
                      <a:xfrm flipV="1">
                        <a:off x="5848920" y="591588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18" name=""/>
                    <p:cNvGrpSpPr/>
                    <p:nvPr/>
                  </p:nvGrpSpPr>
                  <p:grpSpPr>
                    <a:xfrm>
                      <a:off x="5949000" y="5916240"/>
                      <a:ext cx="101160" cy="314280"/>
                      <a:chOff x="5949000" y="5916240"/>
                      <a:chExt cx="101160" cy="314280"/>
                    </a:xfrm>
                  </p:grpSpPr>
                  <p:sp>
                    <p:nvSpPr>
                      <p:cNvPr id="1119" name=""/>
                      <p:cNvSpPr/>
                      <p:nvPr/>
                    </p:nvSpPr>
                    <p:spPr>
                      <a:xfrm flipV="1">
                        <a:off x="5949000" y="6141240"/>
                        <a:ext cx="10116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20" name=""/>
                      <p:cNvSpPr/>
                      <p:nvPr/>
                    </p:nvSpPr>
                    <p:spPr>
                      <a:xfrm flipV="1">
                        <a:off x="6018480" y="5923800"/>
                        <a:ext cx="31320" cy="214200"/>
                      </a:xfrm>
                      <a:custGeom>
                        <a:avLst/>
                        <a:gdLst>
                          <a:gd name="textAreaLeft" fmla="*/ 0 w 31320"/>
                          <a:gd name="textAreaRight" fmla="*/ 31680 w 3132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21" name=""/>
                      <p:cNvSpPr/>
                      <p:nvPr/>
                    </p:nvSpPr>
                    <p:spPr>
                      <a:xfrm flipV="1">
                        <a:off x="5956560" y="5915880"/>
                        <a:ext cx="24840" cy="212760"/>
                      </a:xfrm>
                      <a:custGeom>
                        <a:avLst/>
                        <a:gdLst>
                          <a:gd name="textAreaLeft" fmla="*/ 0 w 24840"/>
                          <a:gd name="textAreaRight" fmla="*/ 25200 w 2484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122" name=""/>
                <p:cNvGrpSpPr/>
                <p:nvPr/>
              </p:nvGrpSpPr>
              <p:grpSpPr>
                <a:xfrm>
                  <a:off x="6063480" y="5583240"/>
                  <a:ext cx="531720" cy="647280"/>
                  <a:chOff x="6063480" y="5583240"/>
                  <a:chExt cx="531720" cy="647280"/>
                </a:xfrm>
              </p:grpSpPr>
              <p:grpSp>
                <p:nvGrpSpPr>
                  <p:cNvPr id="1123" name=""/>
                  <p:cNvGrpSpPr/>
                  <p:nvPr/>
                </p:nvGrpSpPr>
                <p:grpSpPr>
                  <a:xfrm>
                    <a:off x="6063480" y="5583240"/>
                    <a:ext cx="531720" cy="314280"/>
                    <a:chOff x="6063480" y="5583240"/>
                    <a:chExt cx="531720" cy="314280"/>
                  </a:xfrm>
                </p:grpSpPr>
                <p:grpSp>
                  <p:nvGrpSpPr>
                    <p:cNvPr id="1124" name=""/>
                    <p:cNvGrpSpPr/>
                    <p:nvPr/>
                  </p:nvGrpSpPr>
                  <p:grpSpPr>
                    <a:xfrm>
                      <a:off x="6063480" y="5583240"/>
                      <a:ext cx="101520" cy="314280"/>
                      <a:chOff x="6063480" y="5583240"/>
                      <a:chExt cx="101520" cy="314280"/>
                    </a:xfrm>
                  </p:grpSpPr>
                  <p:sp>
                    <p:nvSpPr>
                      <p:cNvPr id="1125" name=""/>
                      <p:cNvSpPr/>
                      <p:nvPr/>
                    </p:nvSpPr>
                    <p:spPr>
                      <a:xfrm>
                        <a:off x="60634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26" name=""/>
                      <p:cNvSpPr/>
                      <p:nvPr/>
                    </p:nvSpPr>
                    <p:spPr>
                      <a:xfrm>
                        <a:off x="61333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27" name=""/>
                      <p:cNvSpPr/>
                      <p:nvPr/>
                    </p:nvSpPr>
                    <p:spPr>
                      <a:xfrm>
                        <a:off x="607140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28" name=""/>
                    <p:cNvGrpSpPr/>
                    <p:nvPr/>
                  </p:nvGrpSpPr>
                  <p:grpSpPr>
                    <a:xfrm>
                      <a:off x="6171480" y="5583240"/>
                      <a:ext cx="101520" cy="314280"/>
                      <a:chOff x="6171480" y="5583240"/>
                      <a:chExt cx="101520" cy="314280"/>
                    </a:xfrm>
                  </p:grpSpPr>
                  <p:sp>
                    <p:nvSpPr>
                      <p:cNvPr id="1129" name=""/>
                      <p:cNvSpPr/>
                      <p:nvPr/>
                    </p:nvSpPr>
                    <p:spPr>
                      <a:xfrm>
                        <a:off x="61714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0" name=""/>
                      <p:cNvSpPr/>
                      <p:nvPr/>
                    </p:nvSpPr>
                    <p:spPr>
                      <a:xfrm>
                        <a:off x="6236280" y="5675400"/>
                        <a:ext cx="32040" cy="21420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1" name=""/>
                      <p:cNvSpPr/>
                      <p:nvPr/>
                    </p:nvSpPr>
                    <p:spPr>
                      <a:xfrm>
                        <a:off x="617616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32" name=""/>
                    <p:cNvGrpSpPr/>
                    <p:nvPr/>
                  </p:nvGrpSpPr>
                  <p:grpSpPr>
                    <a:xfrm>
                      <a:off x="6276240" y="5583240"/>
                      <a:ext cx="101520" cy="314280"/>
                      <a:chOff x="6276240" y="5583240"/>
                      <a:chExt cx="101520" cy="314280"/>
                    </a:xfrm>
                  </p:grpSpPr>
                  <p:sp>
                    <p:nvSpPr>
                      <p:cNvPr id="1133" name=""/>
                      <p:cNvSpPr/>
                      <p:nvPr/>
                    </p:nvSpPr>
                    <p:spPr>
                      <a:xfrm>
                        <a:off x="627624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4" name=""/>
                      <p:cNvSpPr/>
                      <p:nvPr/>
                    </p:nvSpPr>
                    <p:spPr>
                      <a:xfrm>
                        <a:off x="634608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5" name=""/>
                      <p:cNvSpPr/>
                      <p:nvPr/>
                    </p:nvSpPr>
                    <p:spPr>
                      <a:xfrm>
                        <a:off x="628416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36" name=""/>
                    <p:cNvGrpSpPr/>
                    <p:nvPr/>
                  </p:nvGrpSpPr>
                  <p:grpSpPr>
                    <a:xfrm>
                      <a:off x="6383880" y="5583240"/>
                      <a:ext cx="101880" cy="314280"/>
                      <a:chOff x="6383880" y="5583240"/>
                      <a:chExt cx="101880" cy="314280"/>
                    </a:xfrm>
                  </p:grpSpPr>
                  <p:sp>
                    <p:nvSpPr>
                      <p:cNvPr id="1137" name=""/>
                      <p:cNvSpPr/>
                      <p:nvPr/>
                    </p:nvSpPr>
                    <p:spPr>
                      <a:xfrm>
                        <a:off x="6383880" y="5583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8" name=""/>
                      <p:cNvSpPr/>
                      <p:nvPr/>
                    </p:nvSpPr>
                    <p:spPr>
                      <a:xfrm>
                        <a:off x="645408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39" name=""/>
                      <p:cNvSpPr/>
                      <p:nvPr/>
                    </p:nvSpPr>
                    <p:spPr>
                      <a:xfrm>
                        <a:off x="6392160" y="568476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40" name=""/>
                    <p:cNvGrpSpPr/>
                    <p:nvPr/>
                  </p:nvGrpSpPr>
                  <p:grpSpPr>
                    <a:xfrm>
                      <a:off x="6493680" y="5583240"/>
                      <a:ext cx="101520" cy="314280"/>
                      <a:chOff x="6493680" y="5583240"/>
                      <a:chExt cx="101520" cy="314280"/>
                    </a:xfrm>
                  </p:grpSpPr>
                  <p:sp>
                    <p:nvSpPr>
                      <p:cNvPr id="1141" name=""/>
                      <p:cNvSpPr/>
                      <p:nvPr/>
                    </p:nvSpPr>
                    <p:spPr>
                      <a:xfrm>
                        <a:off x="6493680" y="5583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42" name=""/>
                      <p:cNvSpPr/>
                      <p:nvPr/>
                    </p:nvSpPr>
                    <p:spPr>
                      <a:xfrm>
                        <a:off x="6563520" y="56754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0 h 214200"/>
                          <a:gd name="textAreaBottom" fmla="*/ 21456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43" name=""/>
                      <p:cNvSpPr/>
                      <p:nvPr/>
                    </p:nvSpPr>
                    <p:spPr>
                      <a:xfrm>
                        <a:off x="6499800" y="568476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0 h 212760"/>
                          <a:gd name="textAreaBottom" fmla="*/ 21312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144" name=""/>
                  <p:cNvGrpSpPr/>
                  <p:nvPr/>
                </p:nvGrpSpPr>
                <p:grpSpPr>
                  <a:xfrm>
                    <a:off x="6063480" y="5916240"/>
                    <a:ext cx="531720" cy="314280"/>
                    <a:chOff x="6063480" y="5916240"/>
                    <a:chExt cx="531720" cy="314280"/>
                  </a:xfrm>
                </p:grpSpPr>
                <p:grpSp>
                  <p:nvGrpSpPr>
                    <p:cNvPr id="1145" name=""/>
                    <p:cNvGrpSpPr/>
                    <p:nvPr/>
                  </p:nvGrpSpPr>
                  <p:grpSpPr>
                    <a:xfrm>
                      <a:off x="6063480" y="5916240"/>
                      <a:ext cx="101520" cy="314280"/>
                      <a:chOff x="6063480" y="5916240"/>
                      <a:chExt cx="101520" cy="314280"/>
                    </a:xfrm>
                  </p:grpSpPr>
                  <p:sp>
                    <p:nvSpPr>
                      <p:cNvPr id="1146" name=""/>
                      <p:cNvSpPr/>
                      <p:nvPr/>
                    </p:nvSpPr>
                    <p:spPr>
                      <a:xfrm flipV="1">
                        <a:off x="60634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47" name=""/>
                      <p:cNvSpPr/>
                      <p:nvPr/>
                    </p:nvSpPr>
                    <p:spPr>
                      <a:xfrm flipV="1">
                        <a:off x="61333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48" name=""/>
                      <p:cNvSpPr/>
                      <p:nvPr/>
                    </p:nvSpPr>
                    <p:spPr>
                      <a:xfrm flipV="1">
                        <a:off x="607140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49" name=""/>
                    <p:cNvGrpSpPr/>
                    <p:nvPr/>
                  </p:nvGrpSpPr>
                  <p:grpSpPr>
                    <a:xfrm>
                      <a:off x="6171480" y="5916240"/>
                      <a:ext cx="101520" cy="314280"/>
                      <a:chOff x="6171480" y="5916240"/>
                      <a:chExt cx="101520" cy="314280"/>
                    </a:xfrm>
                  </p:grpSpPr>
                  <p:sp>
                    <p:nvSpPr>
                      <p:cNvPr id="1150" name=""/>
                      <p:cNvSpPr/>
                      <p:nvPr/>
                    </p:nvSpPr>
                    <p:spPr>
                      <a:xfrm flipV="1">
                        <a:off x="61714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51" name=""/>
                      <p:cNvSpPr/>
                      <p:nvPr/>
                    </p:nvSpPr>
                    <p:spPr>
                      <a:xfrm flipV="1">
                        <a:off x="6236280" y="5923800"/>
                        <a:ext cx="32040" cy="214200"/>
                      </a:xfrm>
                      <a:custGeom>
                        <a:avLst/>
                        <a:gdLst>
                          <a:gd name="textAreaLeft" fmla="*/ 0 w 32040"/>
                          <a:gd name="textAreaRight" fmla="*/ 32400 w 3204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52" name=""/>
                      <p:cNvSpPr/>
                      <p:nvPr/>
                    </p:nvSpPr>
                    <p:spPr>
                      <a:xfrm flipV="1">
                        <a:off x="617616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53" name=""/>
                    <p:cNvGrpSpPr/>
                    <p:nvPr/>
                  </p:nvGrpSpPr>
                  <p:grpSpPr>
                    <a:xfrm>
                      <a:off x="6276240" y="5916240"/>
                      <a:ext cx="101520" cy="314280"/>
                      <a:chOff x="6276240" y="5916240"/>
                      <a:chExt cx="101520" cy="314280"/>
                    </a:xfrm>
                  </p:grpSpPr>
                  <p:sp>
                    <p:nvSpPr>
                      <p:cNvPr id="1154" name=""/>
                      <p:cNvSpPr/>
                      <p:nvPr/>
                    </p:nvSpPr>
                    <p:spPr>
                      <a:xfrm flipV="1">
                        <a:off x="627624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55" name=""/>
                      <p:cNvSpPr/>
                      <p:nvPr/>
                    </p:nvSpPr>
                    <p:spPr>
                      <a:xfrm flipV="1">
                        <a:off x="634608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56" name=""/>
                      <p:cNvSpPr/>
                      <p:nvPr/>
                    </p:nvSpPr>
                    <p:spPr>
                      <a:xfrm flipV="1">
                        <a:off x="628416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57" name=""/>
                    <p:cNvGrpSpPr/>
                    <p:nvPr/>
                  </p:nvGrpSpPr>
                  <p:grpSpPr>
                    <a:xfrm>
                      <a:off x="6383880" y="5916240"/>
                      <a:ext cx="101880" cy="314280"/>
                      <a:chOff x="6383880" y="5916240"/>
                      <a:chExt cx="101880" cy="314280"/>
                    </a:xfrm>
                  </p:grpSpPr>
                  <p:sp>
                    <p:nvSpPr>
                      <p:cNvPr id="1158" name=""/>
                      <p:cNvSpPr/>
                      <p:nvPr/>
                    </p:nvSpPr>
                    <p:spPr>
                      <a:xfrm flipV="1">
                        <a:off x="6383880" y="6141240"/>
                        <a:ext cx="10188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59" name=""/>
                      <p:cNvSpPr/>
                      <p:nvPr/>
                    </p:nvSpPr>
                    <p:spPr>
                      <a:xfrm flipV="1">
                        <a:off x="645408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60" name=""/>
                      <p:cNvSpPr/>
                      <p:nvPr/>
                    </p:nvSpPr>
                    <p:spPr>
                      <a:xfrm flipV="1">
                        <a:off x="6392160" y="5915880"/>
                        <a:ext cx="25200" cy="212760"/>
                      </a:xfrm>
                      <a:custGeom>
                        <a:avLst/>
                        <a:gdLst>
                          <a:gd name="textAreaLeft" fmla="*/ 0 w 25200"/>
                          <a:gd name="textAreaRight" fmla="*/ 25560 w 2520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grpSp>
                  <p:nvGrpSpPr>
                    <p:cNvPr id="1161" name=""/>
                    <p:cNvGrpSpPr/>
                    <p:nvPr/>
                  </p:nvGrpSpPr>
                  <p:grpSpPr>
                    <a:xfrm>
                      <a:off x="6493680" y="5916240"/>
                      <a:ext cx="101520" cy="314280"/>
                      <a:chOff x="6493680" y="5916240"/>
                      <a:chExt cx="101520" cy="314280"/>
                    </a:xfrm>
                  </p:grpSpPr>
                  <p:sp>
                    <p:nvSpPr>
                      <p:cNvPr id="1162" name=""/>
                      <p:cNvSpPr/>
                      <p:nvPr/>
                    </p:nvSpPr>
                    <p:spPr>
                      <a:xfrm flipV="1">
                        <a:off x="6493680" y="6141240"/>
                        <a:ext cx="101520" cy="88920"/>
                      </a:xfrm>
                      <a:prstGeom prst="ellipse">
                        <a:avLst/>
                      </a:prstGeom>
                      <a:gradFill rotWithShape="0">
                        <a:gsLst>
                          <a:gs pos="0">
                            <a:srgbClr val="3333CC"/>
                          </a:gs>
                          <a:gs pos="100000">
                            <a:srgbClr val="7777DD"/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16200" rIns="90000" bIns="162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63" name=""/>
                      <p:cNvSpPr/>
                      <p:nvPr/>
                    </p:nvSpPr>
                    <p:spPr>
                      <a:xfrm flipV="1">
                        <a:off x="6563520" y="5923800"/>
                        <a:ext cx="31680" cy="214200"/>
                      </a:xfrm>
                      <a:custGeom>
                        <a:avLst/>
                        <a:gdLst>
                          <a:gd name="textAreaLeft" fmla="*/ 0 w 31680"/>
                          <a:gd name="textAreaRight" fmla="*/ 32040 w 31680"/>
                          <a:gd name="textAreaTop" fmla="*/ -360 h 214200"/>
                          <a:gd name="textAreaBottom" fmla="*/ 214200 h 214200"/>
                          <a:gd name="GluePoint1X" fmla="*/ 0 w 34"/>
                          <a:gd name="GluePoint1Y" fmla="*/ 0 h 222"/>
                          <a:gd name="GluePoint2X" fmla="*/ 0 w 34"/>
                          <a:gd name="GluePoint2Y" fmla="*/ 222 h 222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34" h="222">
                            <a:moveTo>
                              <a:pt x="0" y="0"/>
                            </a:moveTo>
                            <a:cubicBezTo>
                              <a:pt x="9" y="69"/>
                              <a:pt x="34" y="154"/>
                              <a:pt x="0" y="222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1164" name=""/>
                      <p:cNvSpPr/>
                      <p:nvPr/>
                    </p:nvSpPr>
                    <p:spPr>
                      <a:xfrm flipV="1">
                        <a:off x="6499800" y="5915880"/>
                        <a:ext cx="25560" cy="212760"/>
                      </a:xfrm>
                      <a:custGeom>
                        <a:avLst/>
                        <a:gdLst>
                          <a:gd name="textAreaLeft" fmla="*/ 0 w 25560"/>
                          <a:gd name="textAreaRight" fmla="*/ 25920 w 25560"/>
                          <a:gd name="textAreaTop" fmla="*/ -360 h 212760"/>
                          <a:gd name="textAreaBottom" fmla="*/ 212760 h 212760"/>
                          <a:gd name="GluePoint1X" fmla="*/ 29 w 29"/>
                          <a:gd name="GluePoint1Y" fmla="*/ 0 h 221"/>
                          <a:gd name="GluePoint2X" fmla="*/ 21 w 29"/>
                          <a:gd name="GluePoint2Y" fmla="*/ 221 h 221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</a:cxnLst>
                        <a:rect l="textAreaLeft" t="textAreaTop" r="textAreaRight" b="textAreaBottom"/>
                        <a:pathLst>
                          <a:path w="29" h="221">
                            <a:moveTo>
                              <a:pt x="29" y="0"/>
                            </a:moveTo>
                            <a:cubicBezTo>
                              <a:pt x="0" y="86"/>
                              <a:pt x="21" y="16"/>
                              <a:pt x="21" y="221"/>
                            </a:cubicBezTo>
                          </a:path>
                        </a:pathLst>
                      </a:custGeom>
                      <a:noFill/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wrap="none" lIns="90000" tIns="46800" rIns="90000" bIns="46800" anchor="ctr">
                        <a:noAutofit/>
                      </a:bodyPr>
                      <a:p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65" name=""/>
              <p:cNvSpPr/>
              <p:nvPr/>
            </p:nvSpPr>
            <p:spPr>
              <a:xfrm>
                <a:off x="6504120" y="5684760"/>
                <a:ext cx="26848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After-hyperpolarisation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"/>
              <p:cNvSpPr/>
              <p:nvPr/>
            </p:nvSpPr>
            <p:spPr>
              <a:xfrm>
                <a:off x="1220040" y="5732640"/>
                <a:ext cx="34776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7" name=""/>
            <p:cNvGrpSpPr/>
            <p:nvPr/>
          </p:nvGrpSpPr>
          <p:grpSpPr>
            <a:xfrm>
              <a:off x="4794120" y="5204880"/>
              <a:ext cx="460440" cy="1479600"/>
              <a:chOff x="4794120" y="5204880"/>
              <a:chExt cx="460440" cy="1479600"/>
            </a:xfrm>
          </p:grpSpPr>
          <p:sp>
            <p:nvSpPr>
              <p:cNvPr id="1168" name=""/>
              <p:cNvSpPr/>
              <p:nvPr/>
            </p:nvSpPr>
            <p:spPr>
              <a:xfrm flipV="1">
                <a:off x="5029200" y="5204880"/>
                <a:ext cx="225360" cy="1202760"/>
              </a:xfrm>
              <a:prstGeom prst="line">
                <a:avLst/>
              </a:prstGeom>
              <a:ln w="18360">
                <a:solidFill>
                  <a:srgbClr val="3465A4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"/>
              <p:cNvSpPr/>
              <p:nvPr/>
            </p:nvSpPr>
            <p:spPr>
              <a:xfrm>
                <a:off x="4794120" y="6304320"/>
                <a:ext cx="381240" cy="380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88"/>
                  </a:spcBef>
                  <a:spcAft>
                    <a:spcPts val="88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  <a:tab pos="10058400" algn="l"/>
                    <a:tab pos="10515600" algn="l"/>
                  </a:tabLst>
                </a:pPr>
                <a:r>
                  <a:rPr lang="en-US" sz="1800" b="0" u="none" strike="noStrike">
                    <a:solidFill>
                      <a:srgbClr val="3465A4"/>
                    </a:solidFill>
                    <a:effectLst/>
                    <a:uFillTx/>
                    <a:latin typeface="Comic Sans MS"/>
                  </a:rPr>
                  <a:t>K</a:t>
                </a:r>
                <a:r>
                  <a:rPr lang="en-US" sz="1800" b="0" u="none" strike="noStrike" baseline="33000">
                    <a:solidFill>
                      <a:srgbClr val="3465A4"/>
                    </a:solidFill>
                    <a:effectLst/>
                    <a:uFillTx/>
                    <a:latin typeface="Comic Sans MS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70" name=""/>
            <p:cNvGrpSpPr/>
            <p:nvPr/>
          </p:nvGrpSpPr>
          <p:grpSpPr>
            <a:xfrm>
              <a:off x="2508120" y="5205240"/>
              <a:ext cx="911520" cy="663840"/>
              <a:chOff x="2508120" y="5205240"/>
              <a:chExt cx="911520" cy="663840"/>
            </a:xfrm>
          </p:grpSpPr>
          <p:sp>
            <p:nvSpPr>
              <p:cNvPr id="1171" name=""/>
              <p:cNvSpPr/>
              <p:nvPr/>
            </p:nvSpPr>
            <p:spPr>
              <a:xfrm>
                <a:off x="2508120" y="5272200"/>
                <a:ext cx="911520" cy="596880"/>
              </a:xfrm>
              <a:custGeom>
                <a:avLst/>
                <a:gdLst/>
                <a:ahLst/>
                <a:rect l="l" t="t" r="r" b="b"/>
                <a:pathLst>
                  <a:path w="2541" h="2861">
                    <a:moveTo>
                      <a:pt x="0" y="0"/>
                    </a:moveTo>
                    <a:cubicBezTo>
                      <a:pt x="1905" y="2860"/>
                      <a:pt x="2540" y="0"/>
                      <a:pt x="2540" y="0"/>
                    </a:cubicBezTo>
                  </a:path>
                </a:pathLst>
              </a:custGeom>
              <a:noFill/>
              <a:ln w="183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"/>
              <p:cNvSpPr/>
              <p:nvPr/>
            </p:nvSpPr>
            <p:spPr>
              <a:xfrm>
                <a:off x="2708280" y="5205240"/>
                <a:ext cx="539640" cy="20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88"/>
                  </a:spcBef>
                  <a:spcAft>
                    <a:spcPts val="88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  <a:tab pos="9601200" algn="l"/>
                    <a:tab pos="10058400" algn="l"/>
                    <a:tab pos="10515600" algn="l"/>
                  </a:tabLst>
                </a:pPr>
                <a:r>
                  <a: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Na</a:t>
                </a:r>
                <a:r>
                  <a:rPr lang="en-US" sz="1800" b="0" u="none" strike="noStrike" baseline="33000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73" name=""/>
          <p:cNvSpPr/>
          <p:nvPr/>
        </p:nvSpPr>
        <p:spPr>
          <a:xfrm>
            <a:off x="122400" y="-15840"/>
            <a:ext cx="175068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Action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Potential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basis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dur="indefinite" fill="hold">
                      <p:stCondLst>
                        <p:cond delay="indefinite"/>
                      </p:stCondLst>
                      <p:childTnLst>
                        <p:par>
                          <p:cTn id="1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fill="hold">
                      <p:stCondLst>
                        <p:cond delay="indefinite"/>
                      </p:stCondLst>
                      <p:childTnLst>
                        <p:par>
                          <p:cTn id="2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dur="indefinite" fill="hold">
                      <p:stCondLst>
                        <p:cond delay="indefinite"/>
                      </p:stCondLst>
                      <p:childTnLst>
                        <p:par>
                          <p:cTn id="3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dur="indefinite" fill="hold">
                      <p:stCondLst>
                        <p:cond delay="indefinite"/>
                      </p:stCondLst>
                      <p:childTnLst>
                        <p:par>
                          <p:cTn id="3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dur="indefinite" fill="hold">
                      <p:stCondLst>
                        <p:cond delay="indefinite"/>
                      </p:stCondLst>
                      <p:childTnLst>
                        <p:par>
                          <p:cTn id="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"/>
          <p:cNvSpPr/>
          <p:nvPr/>
        </p:nvSpPr>
        <p:spPr>
          <a:xfrm>
            <a:off x="138240" y="44280"/>
            <a:ext cx="4714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Action potential conduction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5" name=""/>
          <p:cNvGrpSpPr/>
          <p:nvPr/>
        </p:nvGrpSpPr>
        <p:grpSpPr>
          <a:xfrm>
            <a:off x="986760" y="981000"/>
            <a:ext cx="6549120" cy="2168640"/>
            <a:chOff x="986760" y="981000"/>
            <a:chExt cx="6549120" cy="2168640"/>
          </a:xfrm>
        </p:grpSpPr>
        <p:grpSp>
          <p:nvGrpSpPr>
            <p:cNvPr id="1176" name=""/>
            <p:cNvGrpSpPr/>
            <p:nvPr/>
          </p:nvGrpSpPr>
          <p:grpSpPr>
            <a:xfrm>
              <a:off x="4140360" y="1998720"/>
              <a:ext cx="3377880" cy="498240"/>
              <a:chOff x="4140360" y="1998720"/>
              <a:chExt cx="3377880" cy="498240"/>
            </a:xfrm>
          </p:grpSpPr>
          <p:sp>
            <p:nvSpPr>
              <p:cNvPr id="1177" name=""/>
              <p:cNvSpPr/>
              <p:nvPr/>
            </p:nvSpPr>
            <p:spPr>
              <a:xfrm rot="16200000">
                <a:off x="5580000" y="558720"/>
                <a:ext cx="498240" cy="3377880"/>
              </a:xfrm>
              <a:prstGeom prst="can">
                <a:avLst>
                  <a:gd name="adj" fmla="val 3722"/>
                </a:avLst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"/>
              <p:cNvSpPr/>
              <p:nvPr/>
            </p:nvSpPr>
            <p:spPr>
              <a:xfrm>
                <a:off x="6553800" y="2046240"/>
                <a:ext cx="961200" cy="39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2000" b="1" u="none" strike="noStrike">
                    <a:solidFill>
                      <a:srgbClr val="FFFFFF"/>
                    </a:solidFill>
                    <a:effectLst/>
                    <a:uFillTx/>
                    <a:latin typeface="Comic Sans MS"/>
                  </a:rPr>
                  <a:t>AXON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79" name=""/>
            <p:cNvGrpSpPr/>
            <p:nvPr/>
          </p:nvGrpSpPr>
          <p:grpSpPr>
            <a:xfrm>
              <a:off x="4003560" y="1817640"/>
              <a:ext cx="3532320" cy="827280"/>
              <a:chOff x="4003560" y="1817640"/>
              <a:chExt cx="3532320" cy="827280"/>
            </a:xfrm>
          </p:grpSpPr>
          <p:sp>
            <p:nvSpPr>
              <p:cNvPr id="1180" name=""/>
              <p:cNvSpPr/>
              <p:nvPr/>
            </p:nvSpPr>
            <p:spPr>
              <a:xfrm>
                <a:off x="4003560" y="1817640"/>
                <a:ext cx="3532320" cy="827280"/>
              </a:xfrm>
              <a:custGeom>
                <a:avLst/>
                <a:gdLst>
                  <a:gd name="GluePoint1X" fmla="*/ 3494599 w 3538331"/>
                  <a:gd name="GluePoint1Y" fmla="*/ 157701 h 832237"/>
                  <a:gd name="GluePoint2X" fmla="*/ 3375329 w 3538331"/>
                  <a:gd name="GluePoint2Y" fmla="*/ 30480 h 832237"/>
                  <a:gd name="GluePoint3X" fmla="*/ 2906202 w 3538331"/>
                  <a:gd name="GluePoint3Y" fmla="*/ 14578 h 832237"/>
                  <a:gd name="GluePoint4X" fmla="*/ 1928192 w 3538331"/>
                  <a:gd name="GluePoint4Y" fmla="*/ 22529 h 832237"/>
                  <a:gd name="GluePoint5X" fmla="*/ 910425 w 3538331"/>
                  <a:gd name="GluePoint5Y" fmla="*/ 30480 h 832237"/>
                  <a:gd name="GluePoint6X" fmla="*/ 369736 w 3538331"/>
                  <a:gd name="GluePoint6Y" fmla="*/ 14578 h 832237"/>
                  <a:gd name="GluePoint7X" fmla="*/ 234564 w 3538331"/>
                  <a:gd name="GluePoint7Y" fmla="*/ 14578 h 832237"/>
                  <a:gd name="GluePoint8X" fmla="*/ 170954 w 3538331"/>
                  <a:gd name="GluePoint8Y" fmla="*/ 22529 h 832237"/>
                  <a:gd name="GluePoint9X" fmla="*/ 51684 w 3538331"/>
                  <a:gd name="GluePoint9Y" fmla="*/ 149750 h 832237"/>
                  <a:gd name="GluePoint10X" fmla="*/ 11928 w 3538331"/>
                  <a:gd name="GluePoint10Y" fmla="*/ 332630 h 832237"/>
                  <a:gd name="GluePoint11X" fmla="*/ 3976 w 3538331"/>
                  <a:gd name="GluePoint11Y" fmla="*/ 491656 h 832237"/>
                  <a:gd name="GluePoint12X" fmla="*/ 35782 w 3538331"/>
                  <a:gd name="GluePoint12Y" fmla="*/ 650682 h 832237"/>
                  <a:gd name="GluePoint13X" fmla="*/ 131197 w 3538331"/>
                  <a:gd name="GluePoint13Y" fmla="*/ 769952 h 832237"/>
                  <a:gd name="GluePoint14X" fmla="*/ 234564 w 3538331"/>
                  <a:gd name="GluePoint14Y" fmla="*/ 801757 h 832237"/>
                  <a:gd name="GluePoint15X" fmla="*/ 322029 w 3538331"/>
                  <a:gd name="GluePoint15Y" fmla="*/ 801757 h 832237"/>
                  <a:gd name="GluePoint16X" fmla="*/ 775253 w 3538331"/>
                  <a:gd name="GluePoint16Y" fmla="*/ 801757 h 832237"/>
                  <a:gd name="GluePoint17X" fmla="*/ 1411357 w 3538331"/>
                  <a:gd name="GluePoint17Y" fmla="*/ 817660 h 832237"/>
                  <a:gd name="GluePoint18X" fmla="*/ 2357562 w 3538331"/>
                  <a:gd name="GluePoint18Y" fmla="*/ 809708 h 832237"/>
                  <a:gd name="GluePoint19X" fmla="*/ 2906202 w 3538331"/>
                  <a:gd name="GluePoint19Y" fmla="*/ 825611 h 832237"/>
                  <a:gd name="GluePoint20X" fmla="*/ 3343524 w 3538331"/>
                  <a:gd name="GluePoint20Y" fmla="*/ 825611 h 832237"/>
                  <a:gd name="GluePoint21X" fmla="*/ 3494599 w 3538331"/>
                  <a:gd name="GluePoint21Y" fmla="*/ 809708 h 832237"/>
                  <a:gd name="GluePoint22X" fmla="*/ 3526404 w 3538331"/>
                  <a:gd name="GluePoint22Y" fmla="*/ 690439 h 832237"/>
                  <a:gd name="GluePoint23X" fmla="*/ 3423037 w 3538331"/>
                  <a:gd name="GluePoint23Y" fmla="*/ 626828 h 832237"/>
                  <a:gd name="GluePoint24X" fmla="*/ 3136790 w 3538331"/>
                  <a:gd name="GluePoint24Y" fmla="*/ 595023 h 832237"/>
                  <a:gd name="GluePoint25X" fmla="*/ 2540442 w 3538331"/>
                  <a:gd name="GluePoint25Y" fmla="*/ 610926 h 832237"/>
                  <a:gd name="GluePoint26X" fmla="*/ 2134926 w 3538331"/>
                  <a:gd name="GluePoint26Y" fmla="*/ 602974 h 832237"/>
                  <a:gd name="GluePoint27X" fmla="*/ 1570383 w 3538331"/>
                  <a:gd name="GluePoint27Y" fmla="*/ 547315 h 832237"/>
                  <a:gd name="GluePoint28X" fmla="*/ 1188721 w 3538331"/>
                  <a:gd name="GluePoint28Y" fmla="*/ 547315 h 832237"/>
                  <a:gd name="GluePoint29X" fmla="*/ 894522 w 3538331"/>
                  <a:gd name="GluePoint29Y" fmla="*/ 563218 h 832237"/>
                  <a:gd name="GluePoint30X" fmla="*/ 371075 w 3538331"/>
                  <a:gd name="GluePoint30Y" fmla="*/ 578999 h 832237"/>
                  <a:gd name="GluePoint31X" fmla="*/ 170954 w 3538331"/>
                  <a:gd name="GluePoint31Y" fmla="*/ 602974 h 832237"/>
                  <a:gd name="GluePoint32X" fmla="*/ 208479 w 3538331"/>
                  <a:gd name="GluePoint32Y" fmla="*/ 251899 h 832237"/>
                  <a:gd name="GluePoint33X" fmla="*/ 807058 w 3538331"/>
                  <a:gd name="GluePoint33Y" fmla="*/ 292873 h 832237"/>
                  <a:gd name="GluePoint34X" fmla="*/ 1546529 w 3538331"/>
                  <a:gd name="GluePoint34Y" fmla="*/ 284922 h 832237"/>
                  <a:gd name="GluePoint35X" fmla="*/ 1999754 w 3538331"/>
                  <a:gd name="GluePoint35Y" fmla="*/ 292873 h 832237"/>
                  <a:gd name="GluePoint36X" fmla="*/ 2333709 w 3538331"/>
                  <a:gd name="GluePoint36Y" fmla="*/ 269020 h 832237"/>
                  <a:gd name="GluePoint37X" fmla="*/ 2667663 w 3538331"/>
                  <a:gd name="GluePoint37Y" fmla="*/ 253117 h 832237"/>
                  <a:gd name="GluePoint38X" fmla="*/ 3025472 w 3538331"/>
                  <a:gd name="GluePoint38Y" fmla="*/ 245166 h 832237"/>
                  <a:gd name="GluePoint39X" fmla="*/ 3407135 w 3538331"/>
                  <a:gd name="GluePoint39Y" fmla="*/ 269020 h 832237"/>
                  <a:gd name="GluePoint40X" fmla="*/ 3510502 w 3538331"/>
                  <a:gd name="GluePoint40Y" fmla="*/ 261068 h 832237"/>
                  <a:gd name="GluePoint41X" fmla="*/ 3494599 w 3538331"/>
                  <a:gd name="GluePoint41Y" fmla="*/ 157701 h 8322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</a:cxnLst>
                <a:rect l="l" t="t" r="r" b="b"/>
                <a:pathLst>
                  <a:path w="3538331" h="832237">
                    <a:moveTo>
                      <a:pt x="3494599" y="157701"/>
                    </a:moveTo>
                    <a:cubicBezTo>
                      <a:pt x="3472070" y="119270"/>
                      <a:pt x="3473395" y="54334"/>
                      <a:pt x="3375329" y="30480"/>
                    </a:cubicBezTo>
                    <a:cubicBezTo>
                      <a:pt x="3277263" y="6626"/>
                      <a:pt x="2906202" y="14578"/>
                      <a:pt x="2906202" y="14578"/>
                    </a:cubicBezTo>
                    <a:lnTo>
                      <a:pt x="1928192" y="22529"/>
                    </a:lnTo>
                    <a:lnTo>
                      <a:pt x="910425" y="30480"/>
                    </a:lnTo>
                    <a:cubicBezTo>
                      <a:pt x="650682" y="29155"/>
                      <a:pt x="482379" y="17228"/>
                      <a:pt x="369736" y="14578"/>
                    </a:cubicBezTo>
                    <a:cubicBezTo>
                      <a:pt x="257093" y="11928"/>
                      <a:pt x="267694" y="13253"/>
                      <a:pt x="234564" y="14578"/>
                    </a:cubicBezTo>
                    <a:cubicBezTo>
                      <a:pt x="201434" y="15903"/>
                      <a:pt x="201434" y="0"/>
                      <a:pt x="170954" y="22529"/>
                    </a:cubicBezTo>
                    <a:cubicBezTo>
                      <a:pt x="140474" y="45058"/>
                      <a:pt x="78188" y="98067"/>
                      <a:pt x="51684" y="149750"/>
                    </a:cubicBezTo>
                    <a:cubicBezTo>
                      <a:pt x="25180" y="201434"/>
                      <a:pt x="19879" y="275646"/>
                      <a:pt x="11928" y="332630"/>
                    </a:cubicBezTo>
                    <a:cubicBezTo>
                      <a:pt x="3977" y="389614"/>
                      <a:pt x="0" y="438647"/>
                      <a:pt x="3976" y="491656"/>
                    </a:cubicBezTo>
                    <a:cubicBezTo>
                      <a:pt x="7952" y="544665"/>
                      <a:pt x="14579" y="604299"/>
                      <a:pt x="35782" y="650682"/>
                    </a:cubicBezTo>
                    <a:cubicBezTo>
                      <a:pt x="56985" y="697065"/>
                      <a:pt x="98067" y="744773"/>
                      <a:pt x="131197" y="769952"/>
                    </a:cubicBezTo>
                    <a:cubicBezTo>
                      <a:pt x="164327" y="795131"/>
                      <a:pt x="202759" y="796456"/>
                      <a:pt x="234564" y="801757"/>
                    </a:cubicBezTo>
                    <a:cubicBezTo>
                      <a:pt x="266369" y="807058"/>
                      <a:pt x="322029" y="801757"/>
                      <a:pt x="322029" y="801757"/>
                    </a:cubicBezTo>
                    <a:lnTo>
                      <a:pt x="775253" y="801757"/>
                    </a:lnTo>
                    <a:cubicBezTo>
                      <a:pt x="956808" y="804408"/>
                      <a:pt x="1411357" y="817660"/>
                      <a:pt x="1411357" y="817660"/>
                    </a:cubicBezTo>
                    <a:lnTo>
                      <a:pt x="2357562" y="809708"/>
                    </a:lnTo>
                    <a:cubicBezTo>
                      <a:pt x="2606703" y="811033"/>
                      <a:pt x="2741875" y="822961"/>
                      <a:pt x="2906202" y="825611"/>
                    </a:cubicBezTo>
                    <a:cubicBezTo>
                      <a:pt x="3070529" y="828262"/>
                      <a:pt x="3245458" y="828261"/>
                      <a:pt x="3343524" y="825611"/>
                    </a:cubicBezTo>
                    <a:cubicBezTo>
                      <a:pt x="3441590" y="822961"/>
                      <a:pt x="3464119" y="832237"/>
                      <a:pt x="3494599" y="809708"/>
                    </a:cubicBezTo>
                    <a:cubicBezTo>
                      <a:pt x="3525079" y="787179"/>
                      <a:pt x="3538331" y="720919"/>
                      <a:pt x="3526404" y="690439"/>
                    </a:cubicBezTo>
                    <a:cubicBezTo>
                      <a:pt x="3514477" y="659959"/>
                      <a:pt x="3487973" y="642731"/>
                      <a:pt x="3423037" y="626828"/>
                    </a:cubicBezTo>
                    <a:cubicBezTo>
                      <a:pt x="3358101" y="610925"/>
                      <a:pt x="3136790" y="595023"/>
                      <a:pt x="3136790" y="595023"/>
                    </a:cubicBezTo>
                    <a:lnTo>
                      <a:pt x="2540442" y="610926"/>
                    </a:lnTo>
                    <a:cubicBezTo>
                      <a:pt x="2373465" y="612251"/>
                      <a:pt x="2296602" y="613576"/>
                      <a:pt x="2134926" y="602974"/>
                    </a:cubicBezTo>
                    <a:cubicBezTo>
                      <a:pt x="1973250" y="592372"/>
                      <a:pt x="1728084" y="556591"/>
                      <a:pt x="1570383" y="547315"/>
                    </a:cubicBezTo>
                    <a:cubicBezTo>
                      <a:pt x="1412682" y="538039"/>
                      <a:pt x="1301364" y="544665"/>
                      <a:pt x="1188721" y="547315"/>
                    </a:cubicBezTo>
                    <a:cubicBezTo>
                      <a:pt x="1076078" y="549965"/>
                      <a:pt x="1030796" y="557937"/>
                      <a:pt x="894522" y="563218"/>
                    </a:cubicBezTo>
                    <a:lnTo>
                      <a:pt x="371075" y="578999"/>
                    </a:lnTo>
                    <a:cubicBezTo>
                      <a:pt x="250480" y="585625"/>
                      <a:pt x="198053" y="657491"/>
                      <a:pt x="170954" y="602974"/>
                    </a:cubicBezTo>
                    <a:cubicBezTo>
                      <a:pt x="143855" y="548457"/>
                      <a:pt x="102462" y="303582"/>
                      <a:pt x="208479" y="251899"/>
                    </a:cubicBezTo>
                    <a:cubicBezTo>
                      <a:pt x="314496" y="200216"/>
                      <a:pt x="807058" y="292873"/>
                      <a:pt x="807058" y="292873"/>
                    </a:cubicBezTo>
                    <a:lnTo>
                      <a:pt x="1546529" y="284922"/>
                    </a:lnTo>
                    <a:cubicBezTo>
                      <a:pt x="1745312" y="284922"/>
                      <a:pt x="1868557" y="295523"/>
                      <a:pt x="1999754" y="292873"/>
                    </a:cubicBezTo>
                    <a:cubicBezTo>
                      <a:pt x="2130951" y="290223"/>
                      <a:pt x="2222391" y="275646"/>
                      <a:pt x="2333709" y="269020"/>
                    </a:cubicBezTo>
                    <a:cubicBezTo>
                      <a:pt x="2445027" y="262394"/>
                      <a:pt x="2552369" y="257093"/>
                      <a:pt x="2667663" y="253117"/>
                    </a:cubicBezTo>
                    <a:cubicBezTo>
                      <a:pt x="2782957" y="249141"/>
                      <a:pt x="2902227" y="242516"/>
                      <a:pt x="3025472" y="245166"/>
                    </a:cubicBezTo>
                    <a:cubicBezTo>
                      <a:pt x="3148717" y="247816"/>
                      <a:pt x="3326297" y="266370"/>
                      <a:pt x="3407135" y="269020"/>
                    </a:cubicBezTo>
                    <a:cubicBezTo>
                      <a:pt x="3487973" y="271670"/>
                      <a:pt x="3497250" y="283597"/>
                      <a:pt x="3510502" y="261068"/>
                    </a:cubicBezTo>
                    <a:cubicBezTo>
                      <a:pt x="3523754" y="238539"/>
                      <a:pt x="3517128" y="196132"/>
                      <a:pt x="3494599" y="157701"/>
                    </a:cubicBezTo>
                    <a:close/>
                  </a:path>
                </a:pathLst>
              </a:custGeom>
              <a:solidFill>
                <a:srgbClr val="92D050"/>
              </a:solidFill>
              <a:ln w="25560">
                <a:solidFill>
                  <a:srgbClr val="385D8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"/>
              <p:cNvSpPr/>
              <p:nvPr/>
            </p:nvSpPr>
            <p:spPr>
              <a:xfrm>
                <a:off x="4206960" y="1839960"/>
                <a:ext cx="0" cy="217440"/>
              </a:xfrm>
              <a:prstGeom prst="line">
                <a:avLst/>
              </a:prstGeom>
              <a:ln w="1260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"/>
              <p:cNvSpPr/>
              <p:nvPr/>
            </p:nvSpPr>
            <p:spPr>
              <a:xfrm>
                <a:off x="4206960" y="2468520"/>
                <a:ext cx="0" cy="155520"/>
              </a:xfrm>
              <a:prstGeom prst="line">
                <a:avLst/>
              </a:prstGeom>
              <a:ln w="1260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"/>
            <p:cNvSpPr/>
            <p:nvPr/>
          </p:nvSpPr>
          <p:spPr>
            <a:xfrm>
              <a:off x="986760" y="2050920"/>
              <a:ext cx="2084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</a:rPr>
                <a:t>UNMYELINATED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"/>
            <p:cNvSpPr/>
            <p:nvPr/>
          </p:nvSpPr>
          <p:spPr>
            <a:xfrm>
              <a:off x="6359400" y="2127240"/>
              <a:ext cx="38160" cy="271440"/>
            </a:xfrm>
            <a:custGeom>
              <a:avLst/>
              <a:gdLst>
                <a:gd name="GluePoint1X" fmla="*/ 0 w 43732"/>
                <a:gd name="GluePoint1Y" fmla="*/ 0 h 278295"/>
                <a:gd name="GluePoint2X" fmla="*/ 40409 w 43732"/>
                <a:gd name="GluePoint2Y" fmla="*/ 142875 h 278295"/>
                <a:gd name="GluePoint3X" fmla="*/ 24246 w 43732"/>
                <a:gd name="GluePoint3Y" fmla="*/ 277813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"/>
            <p:cNvSpPr/>
            <p:nvPr/>
          </p:nvSpPr>
          <p:spPr>
            <a:xfrm>
              <a:off x="6035760" y="2133720"/>
              <a:ext cx="38160" cy="271440"/>
            </a:xfrm>
            <a:custGeom>
              <a:avLst/>
              <a:gdLst>
                <a:gd name="GluePoint1X" fmla="*/ 0 w 43732"/>
                <a:gd name="GluePoint1Y" fmla="*/ 0 h 278295"/>
                <a:gd name="GluePoint2X" fmla="*/ 40409 w 43732"/>
                <a:gd name="GluePoint2Y" fmla="*/ 142875 h 278295"/>
                <a:gd name="GluePoint3X" fmla="*/ 24246 w 43732"/>
                <a:gd name="GluePoint3Y" fmla="*/ 277813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"/>
            <p:cNvSpPr/>
            <p:nvPr/>
          </p:nvSpPr>
          <p:spPr>
            <a:xfrm>
              <a:off x="5541840" y="1506600"/>
              <a:ext cx="319320" cy="733320"/>
            </a:xfrm>
            <a:custGeom>
              <a:avLst/>
              <a:gdLst>
                <a:gd name="GluePoint1X" fmla="*/ 0 w 326003"/>
                <a:gd name="GluePoint1Y" fmla="*/ 0 h 739471"/>
                <a:gd name="GluePoint2X" fmla="*/ 261937 w 326003"/>
                <a:gd name="GluePoint2Y" fmla="*/ 373865 h 739471"/>
                <a:gd name="GluePoint3X" fmla="*/ 325437 w 326003"/>
                <a:gd name="GluePoint3Y" fmla="*/ 739775 h 7394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326003" h="739471">
                  <a:moveTo>
                    <a:pt x="0" y="0"/>
                  </a:moveTo>
                  <a:cubicBezTo>
                    <a:pt x="104029" y="125233"/>
                    <a:pt x="208059" y="250466"/>
                    <a:pt x="262393" y="373711"/>
                  </a:cubicBezTo>
                  <a:cubicBezTo>
                    <a:pt x="316727" y="496956"/>
                    <a:pt x="321365" y="618213"/>
                    <a:pt x="326003" y="739471"/>
                  </a:cubicBezTo>
                </a:path>
              </a:pathLst>
            </a:custGeom>
            <a:noFill/>
            <a:ln w="126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"/>
            <p:cNvSpPr/>
            <p:nvPr/>
          </p:nvSpPr>
          <p:spPr>
            <a:xfrm flipH="1">
              <a:off x="6004800" y="1509840"/>
              <a:ext cx="320760" cy="733320"/>
            </a:xfrm>
            <a:custGeom>
              <a:avLst/>
              <a:gdLst>
                <a:gd name="GluePoint1X" fmla="*/ 0 w 326003"/>
                <a:gd name="GluePoint1Y" fmla="*/ 0 h 739471"/>
                <a:gd name="GluePoint2X" fmla="*/ 263216 w 326003"/>
                <a:gd name="GluePoint2Y" fmla="*/ 373865 h 739471"/>
                <a:gd name="GluePoint3X" fmla="*/ 327025 w 326003"/>
                <a:gd name="GluePoint3Y" fmla="*/ 739775 h 7394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326003" h="739471">
                  <a:moveTo>
                    <a:pt x="0" y="0"/>
                  </a:moveTo>
                  <a:cubicBezTo>
                    <a:pt x="104029" y="125233"/>
                    <a:pt x="208059" y="250466"/>
                    <a:pt x="262393" y="373711"/>
                  </a:cubicBezTo>
                  <a:cubicBezTo>
                    <a:pt x="316727" y="496956"/>
                    <a:pt x="321365" y="618213"/>
                    <a:pt x="326003" y="739471"/>
                  </a:cubicBezTo>
                </a:path>
              </a:pathLst>
            </a:custGeom>
            <a:noFill/>
            <a:ln w="126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"/>
            <p:cNvSpPr/>
            <p:nvPr/>
          </p:nvSpPr>
          <p:spPr>
            <a:xfrm>
              <a:off x="5601600" y="981000"/>
              <a:ext cx="82584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32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</a:rPr>
                <a:t>Na</a:t>
              </a:r>
              <a:r>
                <a:rPr lang="en-GB" sz="3200" b="0" u="none" strike="noStrike" baseline="30000">
                  <a:solidFill>
                    <a:srgbClr val="FF0000"/>
                  </a:solidFill>
                  <a:effectLst/>
                  <a:uFillTx/>
                  <a:latin typeface="Comic Sans MS"/>
                </a:rPr>
                <a:t>+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9" name=""/>
            <p:cNvSpPr/>
            <p:nvPr/>
          </p:nvSpPr>
          <p:spPr>
            <a:xfrm>
              <a:off x="5357880" y="1609560"/>
              <a:ext cx="360360" cy="638280"/>
            </a:xfrm>
            <a:custGeom>
              <a:avLst/>
              <a:gdLst>
                <a:gd name="GluePoint1X" fmla="*/ 366712 w 367085"/>
                <a:gd name="GluePoint1Y" fmla="*/ 628610 h 644056"/>
                <a:gd name="GluePoint2X" fmla="*/ 271393 w 367085"/>
                <a:gd name="GluePoint2Y" fmla="*/ 636568 h 644056"/>
                <a:gd name="GluePoint3X" fmla="*/ 160188 w 367085"/>
                <a:gd name="GluePoint3Y" fmla="*/ 580869 h 644056"/>
                <a:gd name="GluePoint4X" fmla="*/ 48983 w 367085"/>
                <a:gd name="GluePoint4Y" fmla="*/ 437640 h 644056"/>
                <a:gd name="GluePoint5X" fmla="*/ 1324 w 367085"/>
                <a:gd name="GluePoint5Y" fmla="*/ 127314 h 644056"/>
                <a:gd name="GluePoint6X" fmla="*/ 41040 w 367085"/>
                <a:gd name="GluePoint6Y" fmla="*/ 0 h 6440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67085" h="644056">
                  <a:moveTo>
                    <a:pt x="367085" y="628153"/>
                  </a:moveTo>
                  <a:cubicBezTo>
                    <a:pt x="336605" y="636104"/>
                    <a:pt x="306125" y="644056"/>
                    <a:pt x="271669" y="636105"/>
                  </a:cubicBezTo>
                  <a:cubicBezTo>
                    <a:pt x="237213" y="628154"/>
                    <a:pt x="197457" y="613576"/>
                    <a:pt x="160351" y="580446"/>
                  </a:cubicBezTo>
                  <a:cubicBezTo>
                    <a:pt x="123245" y="547316"/>
                    <a:pt x="75537" y="512859"/>
                    <a:pt x="49033" y="437322"/>
                  </a:cubicBezTo>
                  <a:cubicBezTo>
                    <a:pt x="22529" y="361785"/>
                    <a:pt x="2650" y="200108"/>
                    <a:pt x="1325" y="127221"/>
                  </a:cubicBezTo>
                  <a:cubicBezTo>
                    <a:pt x="0" y="54334"/>
                    <a:pt x="20541" y="27167"/>
                    <a:pt x="41082" y="0"/>
                  </a:cubicBezTo>
                </a:path>
              </a:pathLst>
            </a:custGeom>
            <a:noFill/>
            <a:ln w="126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0" name=""/>
            <p:cNvSpPr/>
            <p:nvPr/>
          </p:nvSpPr>
          <p:spPr>
            <a:xfrm flipH="1">
              <a:off x="6100200" y="1581120"/>
              <a:ext cx="360360" cy="638280"/>
            </a:xfrm>
            <a:custGeom>
              <a:avLst/>
              <a:gdLst>
                <a:gd name="GluePoint1X" fmla="*/ 366712 w 367085"/>
                <a:gd name="GluePoint1Y" fmla="*/ 628610 h 644056"/>
                <a:gd name="GluePoint2X" fmla="*/ 271393 w 367085"/>
                <a:gd name="GluePoint2Y" fmla="*/ 636568 h 644056"/>
                <a:gd name="GluePoint3X" fmla="*/ 160188 w 367085"/>
                <a:gd name="GluePoint3Y" fmla="*/ 580869 h 644056"/>
                <a:gd name="GluePoint4X" fmla="*/ 48983 w 367085"/>
                <a:gd name="GluePoint4Y" fmla="*/ 437640 h 644056"/>
                <a:gd name="GluePoint5X" fmla="*/ 1324 w 367085"/>
                <a:gd name="GluePoint5Y" fmla="*/ 127314 h 644056"/>
                <a:gd name="GluePoint6X" fmla="*/ 41040 w 367085"/>
                <a:gd name="GluePoint6Y" fmla="*/ 0 h 6440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367085" h="644056">
                  <a:moveTo>
                    <a:pt x="367085" y="628153"/>
                  </a:moveTo>
                  <a:cubicBezTo>
                    <a:pt x="336605" y="636104"/>
                    <a:pt x="306125" y="644056"/>
                    <a:pt x="271669" y="636105"/>
                  </a:cubicBezTo>
                  <a:cubicBezTo>
                    <a:pt x="237213" y="628154"/>
                    <a:pt x="197457" y="613576"/>
                    <a:pt x="160351" y="580446"/>
                  </a:cubicBezTo>
                  <a:cubicBezTo>
                    <a:pt x="123245" y="547316"/>
                    <a:pt x="75537" y="512859"/>
                    <a:pt x="49033" y="437322"/>
                  </a:cubicBezTo>
                  <a:cubicBezTo>
                    <a:pt x="22529" y="361785"/>
                    <a:pt x="2650" y="200108"/>
                    <a:pt x="1325" y="127221"/>
                  </a:cubicBezTo>
                  <a:cubicBezTo>
                    <a:pt x="0" y="54334"/>
                    <a:pt x="20541" y="27167"/>
                    <a:pt x="41082" y="0"/>
                  </a:cubicBezTo>
                </a:path>
              </a:pathLst>
            </a:custGeom>
            <a:noFill/>
            <a:ln w="126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"/>
            <p:cNvSpPr/>
            <p:nvPr/>
          </p:nvSpPr>
          <p:spPr>
            <a:xfrm>
              <a:off x="5772960" y="2093760"/>
              <a:ext cx="311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"/>
            <p:cNvSpPr/>
            <p:nvPr/>
          </p:nvSpPr>
          <p:spPr>
            <a:xfrm>
              <a:off x="5465160" y="2011320"/>
              <a:ext cx="2822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_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"/>
            <p:cNvSpPr/>
            <p:nvPr/>
          </p:nvSpPr>
          <p:spPr>
            <a:xfrm>
              <a:off x="6112800" y="2013120"/>
              <a:ext cx="2822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_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"/>
            <p:cNvSpPr/>
            <p:nvPr/>
          </p:nvSpPr>
          <p:spPr>
            <a:xfrm>
              <a:off x="4865040" y="2781360"/>
              <a:ext cx="2237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Depolarised region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"/>
            <p:cNvSpPr/>
            <p:nvPr/>
          </p:nvSpPr>
          <p:spPr>
            <a:xfrm>
              <a:off x="5772240" y="2689200"/>
              <a:ext cx="306360" cy="85680"/>
            </a:xfrm>
            <a:prstGeom prst="leftRightArrow">
              <a:avLst>
                <a:gd name="adj1" fmla="val 50000"/>
                <a:gd name="adj2" fmla="val 52641"/>
              </a:avLst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600" rIns="90000" bIns="-3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"/>
            <p:cNvSpPr/>
            <p:nvPr/>
          </p:nvSpPr>
          <p:spPr>
            <a:xfrm>
              <a:off x="5427720" y="2125800"/>
              <a:ext cx="38160" cy="271440"/>
            </a:xfrm>
            <a:custGeom>
              <a:avLst/>
              <a:gdLst>
                <a:gd name="GluePoint1X" fmla="*/ 0 w 43732"/>
                <a:gd name="GluePoint1Y" fmla="*/ 0 h 278295"/>
                <a:gd name="GluePoint2X" fmla="*/ 40409 w 43732"/>
                <a:gd name="GluePoint2Y" fmla="*/ 142875 h 278295"/>
                <a:gd name="GluePoint3X" fmla="*/ 24246 w 43732"/>
                <a:gd name="GluePoint3Y" fmla="*/ 277812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"/>
            <p:cNvSpPr/>
            <p:nvPr/>
          </p:nvSpPr>
          <p:spPr>
            <a:xfrm>
              <a:off x="5730840" y="2139840"/>
              <a:ext cx="38160" cy="273240"/>
            </a:xfrm>
            <a:custGeom>
              <a:avLst/>
              <a:gdLst>
                <a:gd name="GluePoint1X" fmla="*/ 0 w 43732"/>
                <a:gd name="GluePoint1Y" fmla="*/ 0 h 278295"/>
                <a:gd name="GluePoint2X" fmla="*/ 40409 w 43732"/>
                <a:gd name="GluePoint2Y" fmla="*/ 143691 h 278295"/>
                <a:gd name="GluePoint3X" fmla="*/ 24246 w 43732"/>
                <a:gd name="GluePoint3Y" fmla="*/ 279400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8" name=""/>
          <p:cNvSpPr/>
          <p:nvPr/>
        </p:nvSpPr>
        <p:spPr>
          <a:xfrm>
            <a:off x="5719680" y="2089080"/>
            <a:ext cx="414360" cy="327240"/>
          </a:xfrm>
          <a:custGeom>
            <a:avLst/>
            <a:gdLst>
              <a:gd name="GluePoint1X" fmla="*/ 39474 w 414201"/>
              <a:gd name="GluePoint1Y" fmla="*/ 30486 h 326959"/>
              <a:gd name="GluePoint2X" fmla="*/ 73062 w 414201"/>
              <a:gd name="GluePoint2Y" fmla="*/ 144045 h 326959"/>
              <a:gd name="GluePoint3X" fmla="*/ 79244 w 414201"/>
              <a:gd name="GluePoint3Y" fmla="*/ 300885 h 326959"/>
              <a:gd name="GluePoint4X" fmla="*/ 365585 w 414201"/>
              <a:gd name="GluePoint4Y" fmla="*/ 300885 h 326959"/>
              <a:gd name="GluePoint5X" fmla="*/ 371754 w 414201"/>
              <a:gd name="GluePoint5Y" fmla="*/ 262257 h 326959"/>
              <a:gd name="GluePoint6X" fmla="*/ 373539 w 414201"/>
              <a:gd name="GluePoint6Y" fmla="*/ 149780 h 326959"/>
              <a:gd name="GluePoint7X" fmla="*/ 349677 w 414201"/>
              <a:gd name="GluePoint7Y" fmla="*/ 70251 h 326959"/>
              <a:gd name="GluePoint8X" fmla="*/ 309908 w 414201"/>
              <a:gd name="GluePoint8Y" fmla="*/ 6627 h 326959"/>
              <a:gd name="GluePoint9X" fmla="*/ 39474 w 414201"/>
              <a:gd name="GluePoint9Y" fmla="*/ 30486 h 3269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414201" h="326959">
                <a:moveTo>
                  <a:pt x="39461" y="30480"/>
                </a:moveTo>
                <a:cubicBezTo>
                  <a:pt x="0" y="53378"/>
                  <a:pt x="66412" y="98959"/>
                  <a:pt x="73038" y="144016"/>
                </a:cubicBezTo>
                <a:cubicBezTo>
                  <a:pt x="79664" y="189073"/>
                  <a:pt x="30480" y="274689"/>
                  <a:pt x="79218" y="300824"/>
                </a:cubicBezTo>
                <a:cubicBezTo>
                  <a:pt x="127956" y="326959"/>
                  <a:pt x="316729" y="307261"/>
                  <a:pt x="365465" y="300824"/>
                </a:cubicBezTo>
                <a:cubicBezTo>
                  <a:pt x="414201" y="294387"/>
                  <a:pt x="370307" y="287383"/>
                  <a:pt x="371632" y="262204"/>
                </a:cubicBezTo>
                <a:cubicBezTo>
                  <a:pt x="372957" y="237025"/>
                  <a:pt x="377094" y="181745"/>
                  <a:pt x="373416" y="149750"/>
                </a:cubicBezTo>
                <a:cubicBezTo>
                  <a:pt x="369738" y="117756"/>
                  <a:pt x="360164" y="94091"/>
                  <a:pt x="349562" y="70237"/>
                </a:cubicBezTo>
                <a:cubicBezTo>
                  <a:pt x="338960" y="46383"/>
                  <a:pt x="358839" y="13252"/>
                  <a:pt x="309806" y="6626"/>
                </a:cubicBezTo>
                <a:cubicBezTo>
                  <a:pt x="260773" y="0"/>
                  <a:pt x="78922" y="7582"/>
                  <a:pt x="39461" y="30480"/>
                </a:cubicBezTo>
                <a:close/>
              </a:path>
            </a:pathLst>
          </a:custGeom>
          <a:solidFill>
            <a:srgbClr val="FF0000">
              <a:alpha val="52000"/>
            </a:srgbClr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5724360" y="2093760"/>
            <a:ext cx="414360" cy="327240"/>
          </a:xfrm>
          <a:custGeom>
            <a:avLst/>
            <a:gdLst>
              <a:gd name="GluePoint1X" fmla="*/ 39474 w 414201"/>
              <a:gd name="GluePoint1Y" fmla="*/ 30486 h 326959"/>
              <a:gd name="GluePoint2X" fmla="*/ 73062 w 414201"/>
              <a:gd name="GluePoint2Y" fmla="*/ 144045 h 326959"/>
              <a:gd name="GluePoint3X" fmla="*/ 79244 w 414201"/>
              <a:gd name="GluePoint3Y" fmla="*/ 300885 h 326959"/>
              <a:gd name="GluePoint4X" fmla="*/ 365586 w 414201"/>
              <a:gd name="GluePoint4Y" fmla="*/ 300885 h 326959"/>
              <a:gd name="GluePoint5X" fmla="*/ 371755 w 414201"/>
              <a:gd name="GluePoint5Y" fmla="*/ 262257 h 326959"/>
              <a:gd name="GluePoint6X" fmla="*/ 373540 w 414201"/>
              <a:gd name="GluePoint6Y" fmla="*/ 149780 h 326959"/>
              <a:gd name="GluePoint7X" fmla="*/ 349678 w 414201"/>
              <a:gd name="GluePoint7Y" fmla="*/ 70251 h 326959"/>
              <a:gd name="GluePoint8X" fmla="*/ 309908 w 414201"/>
              <a:gd name="GluePoint8Y" fmla="*/ 6627 h 326959"/>
              <a:gd name="GluePoint9X" fmla="*/ 39474 w 414201"/>
              <a:gd name="GluePoint9Y" fmla="*/ 30486 h 3269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414201" h="326959">
                <a:moveTo>
                  <a:pt x="39461" y="30480"/>
                </a:moveTo>
                <a:cubicBezTo>
                  <a:pt x="0" y="53378"/>
                  <a:pt x="66412" y="98959"/>
                  <a:pt x="73038" y="144016"/>
                </a:cubicBezTo>
                <a:cubicBezTo>
                  <a:pt x="79664" y="189073"/>
                  <a:pt x="30480" y="274689"/>
                  <a:pt x="79218" y="300824"/>
                </a:cubicBezTo>
                <a:cubicBezTo>
                  <a:pt x="127956" y="326959"/>
                  <a:pt x="316729" y="307261"/>
                  <a:pt x="365465" y="300824"/>
                </a:cubicBezTo>
                <a:cubicBezTo>
                  <a:pt x="414201" y="294387"/>
                  <a:pt x="370307" y="287383"/>
                  <a:pt x="371632" y="262204"/>
                </a:cubicBezTo>
                <a:cubicBezTo>
                  <a:pt x="372957" y="237025"/>
                  <a:pt x="377094" y="181745"/>
                  <a:pt x="373416" y="149750"/>
                </a:cubicBezTo>
                <a:cubicBezTo>
                  <a:pt x="369738" y="117756"/>
                  <a:pt x="360164" y="94091"/>
                  <a:pt x="349562" y="70237"/>
                </a:cubicBezTo>
                <a:cubicBezTo>
                  <a:pt x="338960" y="46383"/>
                  <a:pt x="358839" y="13252"/>
                  <a:pt x="309806" y="6626"/>
                </a:cubicBezTo>
                <a:cubicBezTo>
                  <a:pt x="260773" y="0"/>
                  <a:pt x="78922" y="7582"/>
                  <a:pt x="39461" y="30480"/>
                </a:cubicBezTo>
                <a:close/>
              </a:path>
            </a:pathLst>
          </a:custGeom>
          <a:solidFill>
            <a:srgbClr val="FF0000">
              <a:alpha val="52000"/>
            </a:srgbClr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0" name=""/>
          <p:cNvGrpSpPr/>
          <p:nvPr/>
        </p:nvGrpSpPr>
        <p:grpSpPr>
          <a:xfrm>
            <a:off x="1119600" y="3718080"/>
            <a:ext cx="6423480" cy="2301840"/>
            <a:chOff x="1119600" y="3718080"/>
            <a:chExt cx="6423480" cy="2301840"/>
          </a:xfrm>
        </p:grpSpPr>
        <p:grpSp>
          <p:nvGrpSpPr>
            <p:cNvPr id="1201" name=""/>
            <p:cNvGrpSpPr/>
            <p:nvPr/>
          </p:nvGrpSpPr>
          <p:grpSpPr>
            <a:xfrm>
              <a:off x="1119600" y="3718080"/>
              <a:ext cx="6423480" cy="2301840"/>
              <a:chOff x="1119600" y="3718080"/>
              <a:chExt cx="6423480" cy="2301840"/>
            </a:xfrm>
          </p:grpSpPr>
          <p:grpSp>
            <p:nvGrpSpPr>
              <p:cNvPr id="1202" name=""/>
              <p:cNvGrpSpPr/>
              <p:nvPr/>
            </p:nvGrpSpPr>
            <p:grpSpPr>
              <a:xfrm>
                <a:off x="4004640" y="3932280"/>
                <a:ext cx="3538440" cy="1216800"/>
                <a:chOff x="4004640" y="3932280"/>
                <a:chExt cx="3538440" cy="1216800"/>
              </a:xfrm>
            </p:grpSpPr>
            <p:sp>
              <p:nvSpPr>
                <p:cNvPr id="1203" name=""/>
                <p:cNvSpPr/>
                <p:nvPr/>
              </p:nvSpPr>
              <p:spPr>
                <a:xfrm rot="16200000">
                  <a:off x="5570280" y="2854080"/>
                  <a:ext cx="498960" cy="3376440"/>
                </a:xfrm>
                <a:prstGeom prst="can">
                  <a:avLst>
                    <a:gd name="adj" fmla="val 3717"/>
                  </a:avLst>
                </a:prstGeom>
                <a:solidFill>
                  <a:srgbClr val="4F81BD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4" name=""/>
                <p:cNvSpPr/>
                <p:nvPr/>
              </p:nvSpPr>
              <p:spPr>
                <a:xfrm>
                  <a:off x="4208400" y="4362840"/>
                  <a:ext cx="961200" cy="39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t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ts val="51"/>
                    </a:spcBef>
                    <a:spcAft>
                      <a:spcPts val="51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  <a:tab pos="10515600" algn="l"/>
                    </a:tabLst>
                  </a:pPr>
                  <a:r>
                    <a:rPr lang="en-GB" sz="2000" b="1" u="none" strike="noStrike">
                      <a:solidFill>
                        <a:srgbClr val="FFFFFF"/>
                      </a:solidFill>
                      <a:effectLst/>
                      <a:uFillTx/>
                      <a:latin typeface="Comic Sans MS"/>
                    </a:rPr>
                    <a:t>AXON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5" name=""/>
                <p:cNvSpPr/>
                <p:nvPr/>
              </p:nvSpPr>
              <p:spPr>
                <a:xfrm>
                  <a:off x="4004640" y="3979800"/>
                  <a:ext cx="250560" cy="1142640"/>
                </a:xfrm>
                <a:custGeom>
                  <a:avLst/>
                  <a:gdLst>
                    <a:gd name="GluePoint1X" fmla="*/ 233353 w 257092"/>
                    <a:gd name="GluePoint1Y" fmla="*/ 0 h 1144988"/>
                    <a:gd name="GluePoint2X" fmla="*/ 129935 w 257092"/>
                    <a:gd name="GluePoint2Y" fmla="*/ 111341 h 1144988"/>
                    <a:gd name="GluePoint3X" fmla="*/ 34473 w 257092"/>
                    <a:gd name="GluePoint3Y" fmla="*/ 349931 h 1144988"/>
                    <a:gd name="GluePoint4X" fmla="*/ 10607 w 257092"/>
                    <a:gd name="GluePoint4Y" fmla="*/ 580567 h 1144988"/>
                    <a:gd name="GluePoint5X" fmla="*/ 10607 w 257092"/>
                    <a:gd name="GluePoint5Y" fmla="*/ 795297 h 1144988"/>
                    <a:gd name="GluePoint6X" fmla="*/ 74249 w 257092"/>
                    <a:gd name="GluePoint6Y" fmla="*/ 986170 h 1144988"/>
                    <a:gd name="GluePoint7X" fmla="*/ 257219 w 257092"/>
                    <a:gd name="GluePoint7Y" fmla="*/ 1145229 h 11449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l" t="t" r="r" b="b"/>
                  <a:pathLst>
                    <a:path w="257092" h="1144988">
                      <a:moveTo>
                        <a:pt x="233238" y="0"/>
                      </a:moveTo>
                      <a:cubicBezTo>
                        <a:pt x="198119" y="26504"/>
                        <a:pt x="163001" y="53009"/>
                        <a:pt x="129871" y="111318"/>
                      </a:cubicBezTo>
                      <a:cubicBezTo>
                        <a:pt x="96741" y="169627"/>
                        <a:pt x="54334" y="271669"/>
                        <a:pt x="34456" y="349857"/>
                      </a:cubicBezTo>
                      <a:cubicBezTo>
                        <a:pt x="14578" y="428045"/>
                        <a:pt x="14578" y="506233"/>
                        <a:pt x="10602" y="580445"/>
                      </a:cubicBezTo>
                      <a:cubicBezTo>
                        <a:pt x="6626" y="654657"/>
                        <a:pt x="0" y="727544"/>
                        <a:pt x="10602" y="795130"/>
                      </a:cubicBezTo>
                      <a:cubicBezTo>
                        <a:pt x="21204" y="862716"/>
                        <a:pt x="33130" y="927652"/>
                        <a:pt x="74212" y="985962"/>
                      </a:cubicBezTo>
                      <a:cubicBezTo>
                        <a:pt x="115294" y="1044272"/>
                        <a:pt x="186193" y="1094630"/>
                        <a:pt x="257092" y="1144988"/>
                      </a:cubicBezTo>
                    </a:path>
                  </a:pathLst>
                </a:custGeom>
                <a:noFill/>
                <a:ln w="1908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6" name=""/>
                <p:cNvSpPr/>
                <p:nvPr/>
              </p:nvSpPr>
              <p:spPr>
                <a:xfrm>
                  <a:off x="4048920" y="4059360"/>
                  <a:ext cx="173160" cy="967680"/>
                </a:xfrm>
                <a:custGeom>
                  <a:avLst/>
                  <a:gdLst>
                    <a:gd name="GluePoint1X" fmla="*/ 179419 w 178905"/>
                    <a:gd name="GluePoint1Y" fmla="*/ 0 h 970059"/>
                    <a:gd name="GluePoint2X" fmla="*/ 75755 w 178905"/>
                    <a:gd name="GluePoint2Y" fmla="*/ 159099 h 970059"/>
                    <a:gd name="GluePoint3X" fmla="*/ 27910 w 178905"/>
                    <a:gd name="GluePoint3Y" fmla="*/ 373883 h 970059"/>
                    <a:gd name="GluePoint4X" fmla="*/ 3987 w 178905"/>
                    <a:gd name="GluePoint4Y" fmla="*/ 636397 h 970059"/>
                    <a:gd name="GluePoint5X" fmla="*/ 51832 w 178905"/>
                    <a:gd name="GluePoint5Y" fmla="*/ 827317 h 970059"/>
                    <a:gd name="GluePoint6X" fmla="*/ 179419 w 178905"/>
                    <a:gd name="GluePoint6Y" fmla="*/ 970506 h 9700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l" t="t" r="r" b="b"/>
                  <a:pathLst>
                    <a:path w="178905" h="970059">
                      <a:moveTo>
                        <a:pt x="178905" y="0"/>
                      </a:moveTo>
                      <a:cubicBezTo>
                        <a:pt x="139811" y="48370"/>
                        <a:pt x="100717" y="96741"/>
                        <a:pt x="75538" y="159026"/>
                      </a:cubicBezTo>
                      <a:cubicBezTo>
                        <a:pt x="50359" y="221311"/>
                        <a:pt x="39757" y="294198"/>
                        <a:pt x="27830" y="373711"/>
                      </a:cubicBezTo>
                      <a:cubicBezTo>
                        <a:pt x="15903" y="453224"/>
                        <a:pt x="0" y="560566"/>
                        <a:pt x="3976" y="636104"/>
                      </a:cubicBezTo>
                      <a:cubicBezTo>
                        <a:pt x="7952" y="711642"/>
                        <a:pt x="22529" y="771277"/>
                        <a:pt x="51684" y="826936"/>
                      </a:cubicBezTo>
                      <a:cubicBezTo>
                        <a:pt x="80839" y="882595"/>
                        <a:pt x="129872" y="926327"/>
                        <a:pt x="178905" y="970059"/>
                      </a:cubicBezTo>
                    </a:path>
                  </a:pathLst>
                </a:custGeom>
                <a:noFill/>
                <a:ln w="1908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7" name=""/>
                <p:cNvSpPr/>
                <p:nvPr/>
              </p:nvSpPr>
              <p:spPr>
                <a:xfrm>
                  <a:off x="4082400" y="4194000"/>
                  <a:ext cx="177840" cy="761400"/>
                </a:xfrm>
                <a:custGeom>
                  <a:avLst/>
                  <a:gdLst>
                    <a:gd name="GluePoint1X" fmla="*/ 128530 w 184205"/>
                    <a:gd name="GluePoint1Y" fmla="*/ 0 h 763325"/>
                    <a:gd name="GluePoint2X" fmla="*/ 80828 w 184205"/>
                    <a:gd name="GluePoint2Y" fmla="*/ 71627 h 763325"/>
                    <a:gd name="GluePoint3X" fmla="*/ 33127 w 184205"/>
                    <a:gd name="GluePoint3Y" fmla="*/ 175087 h 763325"/>
                    <a:gd name="GluePoint4X" fmla="*/ 1325 w 184205"/>
                    <a:gd name="GluePoint4Y" fmla="*/ 453635 h 763325"/>
                    <a:gd name="GluePoint5X" fmla="*/ 41077 w 184205"/>
                    <a:gd name="GluePoint5Y" fmla="*/ 596888 h 763325"/>
                    <a:gd name="GluePoint6X" fmla="*/ 120580 w 184205"/>
                    <a:gd name="GluePoint6Y" fmla="*/ 732182 h 763325"/>
                    <a:gd name="GluePoint7X" fmla="*/ 184182 w 184205"/>
                    <a:gd name="GluePoint7Y" fmla="*/ 764016 h 76332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l" t="t" r="r" b="b"/>
                  <a:pathLst>
                    <a:path w="184205" h="763325">
                      <a:moveTo>
                        <a:pt x="128546" y="0"/>
                      </a:moveTo>
                      <a:cubicBezTo>
                        <a:pt x="112643" y="21203"/>
                        <a:pt x="96740" y="42407"/>
                        <a:pt x="80838" y="71562"/>
                      </a:cubicBezTo>
                      <a:cubicBezTo>
                        <a:pt x="64936" y="100717"/>
                        <a:pt x="46383" y="111319"/>
                        <a:pt x="33131" y="174929"/>
                      </a:cubicBezTo>
                      <a:cubicBezTo>
                        <a:pt x="19879" y="238540"/>
                        <a:pt x="0" y="382989"/>
                        <a:pt x="1325" y="453225"/>
                      </a:cubicBezTo>
                      <a:cubicBezTo>
                        <a:pt x="2650" y="523461"/>
                        <a:pt x="21204" y="549966"/>
                        <a:pt x="41082" y="596348"/>
                      </a:cubicBezTo>
                      <a:cubicBezTo>
                        <a:pt x="60960" y="642731"/>
                        <a:pt x="96741" y="703691"/>
                        <a:pt x="120595" y="731520"/>
                      </a:cubicBezTo>
                      <a:cubicBezTo>
                        <a:pt x="144449" y="759349"/>
                        <a:pt x="164327" y="761337"/>
                        <a:pt x="184205" y="763325"/>
                      </a:cubicBezTo>
                    </a:path>
                  </a:pathLst>
                </a:custGeom>
                <a:noFill/>
                <a:ln w="1908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8" name=""/>
                <p:cNvSpPr/>
                <p:nvPr/>
              </p:nvSpPr>
              <p:spPr>
                <a:xfrm>
                  <a:off x="4110840" y="4258080"/>
                  <a:ext cx="150840" cy="614880"/>
                </a:xfrm>
                <a:custGeom>
                  <a:avLst/>
                  <a:gdLst>
                    <a:gd name="GluePoint1X" fmla="*/ 125487 w 157700"/>
                    <a:gd name="GluePoint1Y" fmla="*/ 0 h 620201"/>
                    <a:gd name="GluePoint2X" fmla="*/ 62083 w 157700"/>
                    <a:gd name="GluePoint2Y" fmla="*/ 63698 h 620201"/>
                    <a:gd name="GluePoint3X" fmla="*/ 6605 w 157700"/>
                    <a:gd name="GluePoint3Y" fmla="*/ 254794 h 620201"/>
                    <a:gd name="GluePoint4X" fmla="*/ 22455 w 157700"/>
                    <a:gd name="GluePoint4Y" fmla="*/ 461814 h 620201"/>
                    <a:gd name="GluePoint5X" fmla="*/ 85860 w 157700"/>
                    <a:gd name="GluePoint5Y" fmla="*/ 581250 h 620201"/>
                    <a:gd name="GluePoint6X" fmla="*/ 157189 w 157700"/>
                    <a:gd name="GluePoint6Y" fmla="*/ 621061 h 6202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l" t="t" r="r" b="b"/>
                  <a:pathLst>
                    <a:path w="157700" h="620201">
                      <a:moveTo>
                        <a:pt x="125895" y="0"/>
                      </a:moveTo>
                      <a:cubicBezTo>
                        <a:pt x="104029" y="10601"/>
                        <a:pt x="82163" y="21203"/>
                        <a:pt x="62285" y="63610"/>
                      </a:cubicBezTo>
                      <a:cubicBezTo>
                        <a:pt x="42407" y="106017"/>
                        <a:pt x="13252" y="188180"/>
                        <a:pt x="6626" y="254441"/>
                      </a:cubicBezTo>
                      <a:cubicBezTo>
                        <a:pt x="0" y="320702"/>
                        <a:pt x="9276" y="406841"/>
                        <a:pt x="22528" y="461175"/>
                      </a:cubicBezTo>
                      <a:cubicBezTo>
                        <a:pt x="35780" y="515509"/>
                        <a:pt x="63610" y="553941"/>
                        <a:pt x="86139" y="580445"/>
                      </a:cubicBezTo>
                      <a:cubicBezTo>
                        <a:pt x="108668" y="606949"/>
                        <a:pt x="133184" y="613575"/>
                        <a:pt x="157700" y="620201"/>
                      </a:cubicBezTo>
                    </a:path>
                  </a:pathLst>
                </a:custGeom>
                <a:noFill/>
                <a:ln w="1260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9" name=""/>
                <p:cNvSpPr/>
                <p:nvPr/>
              </p:nvSpPr>
              <p:spPr>
                <a:xfrm rot="16440000">
                  <a:off x="4439880" y="3978720"/>
                  <a:ext cx="150840" cy="307800"/>
                </a:xfrm>
                <a:prstGeom prst="ellipse">
                  <a:avLst/>
                </a:prstGeom>
                <a:solidFill>
                  <a:srgbClr val="000000"/>
                </a:solidFill>
                <a:ln w="255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0" name=""/>
                <p:cNvSpPr/>
                <p:nvPr/>
              </p:nvSpPr>
              <p:spPr>
                <a:xfrm flipV="1">
                  <a:off x="4237920" y="4768920"/>
                  <a:ext cx="3305160" cy="379800"/>
                </a:xfrm>
                <a:custGeom>
                  <a:avLst/>
                  <a:gdLst>
                    <a:gd name="GluePoint1X" fmla="*/ 3226236 w 3314369"/>
                    <a:gd name="GluePoint1Y" fmla="*/ 342208 h 385638"/>
                    <a:gd name="GluePoint2X" fmla="*/ 3162639 w 3314369"/>
                    <a:gd name="GluePoint2Y" fmla="*/ 143251 h 385638"/>
                    <a:gd name="GluePoint3X" fmla="*/ 3059294 w 3314369"/>
                    <a:gd name="GluePoint3Y" fmla="*/ 127333 h 385638"/>
                    <a:gd name="GluePoint4X" fmla="*/ 2757206 w 3314369"/>
                    <a:gd name="GluePoint4Y" fmla="*/ 135292 h 385638"/>
                    <a:gd name="GluePoint5X" fmla="*/ 2653861 w 3314369"/>
                    <a:gd name="GluePoint5Y" fmla="*/ 334250 h 385638"/>
                    <a:gd name="GluePoint6X" fmla="*/ 2566415 w 3314369"/>
                    <a:gd name="GluePoint6Y" fmla="*/ 342208 h 385638"/>
                    <a:gd name="GluePoint7X" fmla="*/ 2502817 w 3314369"/>
                    <a:gd name="GluePoint7Y" fmla="*/ 135292 h 385638"/>
                    <a:gd name="GluePoint8X" fmla="*/ 2431271 w 3314369"/>
                    <a:gd name="GluePoint8Y" fmla="*/ 127333 h 385638"/>
                    <a:gd name="GluePoint9X" fmla="*/ 2097385 w 3314369"/>
                    <a:gd name="GluePoint9Y" fmla="*/ 119375 h 385638"/>
                    <a:gd name="GluePoint10X" fmla="*/ 2025838 w 3314369"/>
                    <a:gd name="GluePoint10Y" fmla="*/ 238750 h 385638"/>
                    <a:gd name="GluePoint11X" fmla="*/ 2017889 w 3314369"/>
                    <a:gd name="GluePoint11Y" fmla="*/ 318333 h 385638"/>
                    <a:gd name="GluePoint12X" fmla="*/ 1922492 w 3314369"/>
                    <a:gd name="GluePoint12Y" fmla="*/ 334250 h 385638"/>
                    <a:gd name="GluePoint13X" fmla="*/ 1866845 w 3314369"/>
                    <a:gd name="GluePoint13Y" fmla="*/ 127333 h 385638"/>
                    <a:gd name="GluePoint14X" fmla="*/ 1715801 w 3314369"/>
                    <a:gd name="GluePoint14Y" fmla="*/ 103458 h 385638"/>
                    <a:gd name="GluePoint15X" fmla="*/ 1389866 w 3314369"/>
                    <a:gd name="GluePoint15Y" fmla="*/ 103458 h 385638"/>
                    <a:gd name="GluePoint16X" fmla="*/ 1302419 w 3314369"/>
                    <a:gd name="GluePoint16Y" fmla="*/ 278542 h 385638"/>
                    <a:gd name="GluePoint17X" fmla="*/ 1294470 w 3314369"/>
                    <a:gd name="GluePoint17Y" fmla="*/ 318333 h 385638"/>
                    <a:gd name="GluePoint18X" fmla="*/ 1238822 w 3314369"/>
                    <a:gd name="GluePoint18Y" fmla="*/ 326292 h 385638"/>
                    <a:gd name="GluePoint19X" fmla="*/ 1183175 w 3314369"/>
                    <a:gd name="GluePoint19Y" fmla="*/ 103458 h 385638"/>
                    <a:gd name="GluePoint20X" fmla="*/ 1127527 w 3314369"/>
                    <a:gd name="GluePoint20Y" fmla="*/ 79583 h 385638"/>
                    <a:gd name="GluePoint21X" fmla="*/ 865189 w 3314369"/>
                    <a:gd name="GluePoint21Y" fmla="*/ 71625 h 385638"/>
                    <a:gd name="GluePoint22X" fmla="*/ 745943 w 3314369"/>
                    <a:gd name="GluePoint22Y" fmla="*/ 63667 h 385638"/>
                    <a:gd name="GluePoint23X" fmla="*/ 714145 w 3314369"/>
                    <a:gd name="GluePoint23Y" fmla="*/ 87541 h 385638"/>
                    <a:gd name="GluePoint24X" fmla="*/ 682347 w 3314369"/>
                    <a:gd name="GluePoint24Y" fmla="*/ 230792 h 385638"/>
                    <a:gd name="GluePoint25X" fmla="*/ 682347 w 3314369"/>
                    <a:gd name="GluePoint25Y" fmla="*/ 294458 h 385638"/>
                    <a:gd name="GluePoint26X" fmla="*/ 650547 w 3314369"/>
                    <a:gd name="GluePoint26Y" fmla="*/ 310375 h 385638"/>
                    <a:gd name="GluePoint27X" fmla="*/ 602850 w 3314369"/>
                    <a:gd name="GluePoint27Y" fmla="*/ 214875 h 385638"/>
                    <a:gd name="GluePoint28X" fmla="*/ 563101 w 3314369"/>
                    <a:gd name="GluePoint28Y" fmla="*/ 87541 h 385638"/>
                    <a:gd name="GluePoint29X" fmla="*/ 515403 w 3314369"/>
                    <a:gd name="GluePoint29Y" fmla="*/ 55708 h 385638"/>
                    <a:gd name="GluePoint30X" fmla="*/ 404108 w 3314369"/>
                    <a:gd name="GluePoint30Y" fmla="*/ 47750 h 385638"/>
                    <a:gd name="GluePoint31X" fmla="*/ 237166 w 3314369"/>
                    <a:gd name="GluePoint31Y" fmla="*/ 47750 h 385638"/>
                    <a:gd name="GluePoint32X" fmla="*/ 94071 w 3314369"/>
                    <a:gd name="GluePoint32Y" fmla="*/ 47750 h 385638"/>
                    <a:gd name="GluePoint33X" fmla="*/ 22524 w 3314369"/>
                    <a:gd name="GluePoint33Y" fmla="*/ 47750 h 385638"/>
                    <a:gd name="GluePoint34X" fmla="*/ 30475 w 3314369"/>
                    <a:gd name="GluePoint34Y" fmla="*/ 334250 h 385638"/>
                    <a:gd name="GluePoint35X" fmla="*/ 102021 w 3314369"/>
                    <a:gd name="GluePoint35Y" fmla="*/ 358125 h 385638"/>
                    <a:gd name="GluePoint36X" fmla="*/ 642598 w 3314369"/>
                    <a:gd name="GluePoint36Y" fmla="*/ 334250 h 385638"/>
                    <a:gd name="GluePoint37X" fmla="*/ 1262671 w 3314369"/>
                    <a:gd name="GluePoint37Y" fmla="*/ 358125 h 385638"/>
                    <a:gd name="GluePoint38X" fmla="*/ 1970191 w 3314369"/>
                    <a:gd name="GluePoint38Y" fmla="*/ 350166 h 385638"/>
                    <a:gd name="GluePoint39X" fmla="*/ 2637961 w 3314369"/>
                    <a:gd name="GluePoint39Y" fmla="*/ 374041 h 385638"/>
                    <a:gd name="GluePoint40X" fmla="*/ 3226236 w 3314369"/>
                    <a:gd name="GluePoint40Y" fmla="*/ 342208 h 38563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</a:cxnLst>
                  <a:rect l="l" t="t" r="r" b="b"/>
                  <a:pathLst>
                    <a:path w="3314369" h="385638">
                      <a:moveTo>
                        <a:pt x="3226905" y="341906"/>
                      </a:moveTo>
                      <a:cubicBezTo>
                        <a:pt x="3314369" y="303475"/>
                        <a:pt x="3191125" y="178905"/>
                        <a:pt x="3163295" y="143124"/>
                      </a:cubicBezTo>
                      <a:cubicBezTo>
                        <a:pt x="3135466" y="107343"/>
                        <a:pt x="3059928" y="127221"/>
                        <a:pt x="3059928" y="127221"/>
                      </a:cubicBezTo>
                      <a:cubicBezTo>
                        <a:pt x="2992342" y="125896"/>
                        <a:pt x="2825364" y="100716"/>
                        <a:pt x="2757778" y="135172"/>
                      </a:cubicBezTo>
                      <a:cubicBezTo>
                        <a:pt x="2690192" y="169628"/>
                        <a:pt x="2686216" y="299499"/>
                        <a:pt x="2654411" y="333955"/>
                      </a:cubicBezTo>
                      <a:cubicBezTo>
                        <a:pt x="2622606" y="368411"/>
                        <a:pt x="2592126" y="375037"/>
                        <a:pt x="2566947" y="341906"/>
                      </a:cubicBezTo>
                      <a:cubicBezTo>
                        <a:pt x="2541768" y="308776"/>
                        <a:pt x="2525865" y="170953"/>
                        <a:pt x="2503336" y="135172"/>
                      </a:cubicBezTo>
                      <a:cubicBezTo>
                        <a:pt x="2480807" y="99391"/>
                        <a:pt x="2499361" y="129871"/>
                        <a:pt x="2431775" y="127221"/>
                      </a:cubicBezTo>
                      <a:cubicBezTo>
                        <a:pt x="2364189" y="124571"/>
                        <a:pt x="2165406" y="100717"/>
                        <a:pt x="2097820" y="119270"/>
                      </a:cubicBezTo>
                      <a:cubicBezTo>
                        <a:pt x="2030234" y="137823"/>
                        <a:pt x="2039510" y="205409"/>
                        <a:pt x="2026258" y="238539"/>
                      </a:cubicBezTo>
                      <a:cubicBezTo>
                        <a:pt x="2013006" y="271669"/>
                        <a:pt x="2035535" y="302149"/>
                        <a:pt x="2018307" y="318052"/>
                      </a:cubicBezTo>
                      <a:cubicBezTo>
                        <a:pt x="2001079" y="333955"/>
                        <a:pt x="1948070" y="365760"/>
                        <a:pt x="1922891" y="333955"/>
                      </a:cubicBezTo>
                      <a:cubicBezTo>
                        <a:pt x="1897712" y="302150"/>
                        <a:pt x="1901688" y="165652"/>
                        <a:pt x="1867232" y="127221"/>
                      </a:cubicBezTo>
                      <a:cubicBezTo>
                        <a:pt x="1832776" y="88790"/>
                        <a:pt x="1795670" y="107343"/>
                        <a:pt x="1716157" y="103367"/>
                      </a:cubicBezTo>
                      <a:cubicBezTo>
                        <a:pt x="1636644" y="99391"/>
                        <a:pt x="1459065" y="74212"/>
                        <a:pt x="1390154" y="103367"/>
                      </a:cubicBezTo>
                      <a:cubicBezTo>
                        <a:pt x="1321243" y="132522"/>
                        <a:pt x="1318592" y="242515"/>
                        <a:pt x="1302689" y="278296"/>
                      </a:cubicBezTo>
                      <a:cubicBezTo>
                        <a:pt x="1286786" y="314077"/>
                        <a:pt x="1305340" y="310101"/>
                        <a:pt x="1294738" y="318052"/>
                      </a:cubicBezTo>
                      <a:cubicBezTo>
                        <a:pt x="1284136" y="326003"/>
                        <a:pt x="1257632" y="361785"/>
                        <a:pt x="1239079" y="326004"/>
                      </a:cubicBezTo>
                      <a:cubicBezTo>
                        <a:pt x="1220526" y="290223"/>
                        <a:pt x="1201973" y="144449"/>
                        <a:pt x="1183420" y="103367"/>
                      </a:cubicBezTo>
                      <a:cubicBezTo>
                        <a:pt x="1164867" y="62285"/>
                        <a:pt x="1180770" y="84814"/>
                        <a:pt x="1127761" y="79513"/>
                      </a:cubicBezTo>
                      <a:cubicBezTo>
                        <a:pt x="1074752" y="74212"/>
                        <a:pt x="928978" y="74212"/>
                        <a:pt x="865368" y="71562"/>
                      </a:cubicBezTo>
                      <a:cubicBezTo>
                        <a:pt x="801758" y="68912"/>
                        <a:pt x="771277" y="60961"/>
                        <a:pt x="746098" y="63611"/>
                      </a:cubicBezTo>
                      <a:cubicBezTo>
                        <a:pt x="720919" y="66261"/>
                        <a:pt x="724895" y="59635"/>
                        <a:pt x="714293" y="87464"/>
                      </a:cubicBezTo>
                      <a:cubicBezTo>
                        <a:pt x="703691" y="115294"/>
                        <a:pt x="687789" y="196132"/>
                        <a:pt x="682488" y="230588"/>
                      </a:cubicBezTo>
                      <a:cubicBezTo>
                        <a:pt x="677187" y="265044"/>
                        <a:pt x="687789" y="280946"/>
                        <a:pt x="682488" y="294198"/>
                      </a:cubicBezTo>
                      <a:cubicBezTo>
                        <a:pt x="677187" y="307450"/>
                        <a:pt x="663934" y="323353"/>
                        <a:pt x="650682" y="310101"/>
                      </a:cubicBezTo>
                      <a:cubicBezTo>
                        <a:pt x="637430" y="296849"/>
                        <a:pt x="617552" y="251791"/>
                        <a:pt x="602975" y="214685"/>
                      </a:cubicBezTo>
                      <a:cubicBezTo>
                        <a:pt x="588398" y="177579"/>
                        <a:pt x="577795" y="113968"/>
                        <a:pt x="563218" y="87464"/>
                      </a:cubicBezTo>
                      <a:cubicBezTo>
                        <a:pt x="548641" y="60960"/>
                        <a:pt x="542014" y="62285"/>
                        <a:pt x="515510" y="55659"/>
                      </a:cubicBezTo>
                      <a:cubicBezTo>
                        <a:pt x="489006" y="49033"/>
                        <a:pt x="450574" y="49033"/>
                        <a:pt x="404192" y="47708"/>
                      </a:cubicBezTo>
                      <a:cubicBezTo>
                        <a:pt x="357810" y="46383"/>
                        <a:pt x="237215" y="47708"/>
                        <a:pt x="237215" y="47708"/>
                      </a:cubicBezTo>
                      <a:lnTo>
                        <a:pt x="94091" y="47708"/>
                      </a:lnTo>
                      <a:cubicBezTo>
                        <a:pt x="58310" y="47708"/>
                        <a:pt x="33131" y="0"/>
                        <a:pt x="22529" y="47708"/>
                      </a:cubicBezTo>
                      <a:cubicBezTo>
                        <a:pt x="11927" y="95416"/>
                        <a:pt x="17229" y="282272"/>
                        <a:pt x="30481" y="333955"/>
                      </a:cubicBezTo>
                      <a:cubicBezTo>
                        <a:pt x="43733" y="385638"/>
                        <a:pt x="0" y="357809"/>
                        <a:pt x="102042" y="357809"/>
                      </a:cubicBezTo>
                      <a:cubicBezTo>
                        <a:pt x="204084" y="357809"/>
                        <a:pt x="449249" y="333955"/>
                        <a:pt x="642731" y="333955"/>
                      </a:cubicBezTo>
                      <a:cubicBezTo>
                        <a:pt x="836213" y="333955"/>
                        <a:pt x="1262933" y="357809"/>
                        <a:pt x="1262933" y="357809"/>
                      </a:cubicBezTo>
                      <a:cubicBezTo>
                        <a:pt x="1484244" y="360459"/>
                        <a:pt x="1741337" y="347207"/>
                        <a:pt x="1970599" y="349857"/>
                      </a:cubicBezTo>
                      <a:cubicBezTo>
                        <a:pt x="2199861" y="352507"/>
                        <a:pt x="2431774" y="375036"/>
                        <a:pt x="2638508" y="373711"/>
                      </a:cubicBezTo>
                      <a:cubicBezTo>
                        <a:pt x="2845242" y="372386"/>
                        <a:pt x="3139441" y="380337"/>
                        <a:pt x="3226905" y="341906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 w="2556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1" name=""/>
                <p:cNvSpPr/>
                <p:nvPr/>
              </p:nvSpPr>
              <p:spPr>
                <a:xfrm>
                  <a:off x="4222080" y="3932280"/>
                  <a:ext cx="3305160" cy="379800"/>
                </a:xfrm>
                <a:custGeom>
                  <a:avLst/>
                  <a:gdLst>
                    <a:gd name="GluePoint1X" fmla="*/ 3226235 w 3314369"/>
                    <a:gd name="GluePoint1Y" fmla="*/ 342207 h 385638"/>
                    <a:gd name="GluePoint2X" fmla="*/ 3162638 w 3314369"/>
                    <a:gd name="GluePoint2Y" fmla="*/ 143250 h 385638"/>
                    <a:gd name="GluePoint3X" fmla="*/ 3059293 w 3314369"/>
                    <a:gd name="GluePoint3Y" fmla="*/ 127333 h 385638"/>
                    <a:gd name="GluePoint4X" fmla="*/ 2757206 w 3314369"/>
                    <a:gd name="GluePoint4Y" fmla="*/ 135291 h 385638"/>
                    <a:gd name="GluePoint5X" fmla="*/ 2653860 w 3314369"/>
                    <a:gd name="GluePoint5Y" fmla="*/ 334249 h 385638"/>
                    <a:gd name="GluePoint6X" fmla="*/ 2566414 w 3314369"/>
                    <a:gd name="GluePoint6Y" fmla="*/ 342207 h 385638"/>
                    <a:gd name="GluePoint7X" fmla="*/ 2502816 w 3314369"/>
                    <a:gd name="GluePoint7Y" fmla="*/ 135291 h 385638"/>
                    <a:gd name="GluePoint8X" fmla="*/ 2431270 w 3314369"/>
                    <a:gd name="GluePoint8Y" fmla="*/ 127333 h 385638"/>
                    <a:gd name="GluePoint9X" fmla="*/ 2097385 w 3314369"/>
                    <a:gd name="GluePoint9Y" fmla="*/ 119375 h 385638"/>
                    <a:gd name="GluePoint10X" fmla="*/ 2025837 w 3314369"/>
                    <a:gd name="GluePoint10Y" fmla="*/ 238749 h 385638"/>
                    <a:gd name="GluePoint11X" fmla="*/ 2017888 w 3314369"/>
                    <a:gd name="GluePoint11Y" fmla="*/ 318332 h 385638"/>
                    <a:gd name="GluePoint12X" fmla="*/ 1922492 w 3314369"/>
                    <a:gd name="GluePoint12Y" fmla="*/ 334249 h 385638"/>
                    <a:gd name="GluePoint13X" fmla="*/ 1866844 w 3314369"/>
                    <a:gd name="GluePoint13Y" fmla="*/ 127333 h 385638"/>
                    <a:gd name="GluePoint14X" fmla="*/ 1715801 w 3314369"/>
                    <a:gd name="GluePoint14Y" fmla="*/ 103458 h 385638"/>
                    <a:gd name="GluePoint15X" fmla="*/ 1389865 w 3314369"/>
                    <a:gd name="GluePoint15Y" fmla="*/ 103458 h 385638"/>
                    <a:gd name="GluePoint16X" fmla="*/ 1302419 w 3314369"/>
                    <a:gd name="GluePoint16Y" fmla="*/ 278541 h 385638"/>
                    <a:gd name="GluePoint17X" fmla="*/ 1294469 w 3314369"/>
                    <a:gd name="GluePoint17Y" fmla="*/ 318332 h 385638"/>
                    <a:gd name="GluePoint18X" fmla="*/ 1238822 w 3314369"/>
                    <a:gd name="GluePoint18Y" fmla="*/ 326291 h 385638"/>
                    <a:gd name="GluePoint19X" fmla="*/ 1183174 w 3314369"/>
                    <a:gd name="GluePoint19Y" fmla="*/ 103458 h 385638"/>
                    <a:gd name="GluePoint20X" fmla="*/ 1127527 w 3314369"/>
                    <a:gd name="GluePoint20Y" fmla="*/ 79583 h 385638"/>
                    <a:gd name="GluePoint21X" fmla="*/ 865188 w 3314369"/>
                    <a:gd name="GluePoint21Y" fmla="*/ 71625 h 385638"/>
                    <a:gd name="GluePoint22X" fmla="*/ 745943 w 3314369"/>
                    <a:gd name="GluePoint22Y" fmla="*/ 63667 h 385638"/>
                    <a:gd name="GluePoint23X" fmla="*/ 714145 w 3314369"/>
                    <a:gd name="GluePoint23Y" fmla="*/ 87541 h 385638"/>
                    <a:gd name="GluePoint24X" fmla="*/ 682346 w 3314369"/>
                    <a:gd name="GluePoint24Y" fmla="*/ 230791 h 385638"/>
                    <a:gd name="GluePoint25X" fmla="*/ 682346 w 3314369"/>
                    <a:gd name="GluePoint25Y" fmla="*/ 294457 h 385638"/>
                    <a:gd name="GluePoint26X" fmla="*/ 650547 w 3314369"/>
                    <a:gd name="GluePoint26Y" fmla="*/ 310374 h 385638"/>
                    <a:gd name="GluePoint27X" fmla="*/ 602850 w 3314369"/>
                    <a:gd name="GluePoint27Y" fmla="*/ 214874 h 385638"/>
                    <a:gd name="GluePoint28X" fmla="*/ 563101 w 3314369"/>
                    <a:gd name="GluePoint28Y" fmla="*/ 87541 h 385638"/>
                    <a:gd name="GluePoint29X" fmla="*/ 515403 w 3314369"/>
                    <a:gd name="GluePoint29Y" fmla="*/ 55708 h 385638"/>
                    <a:gd name="GluePoint30X" fmla="*/ 404108 w 3314369"/>
                    <a:gd name="GluePoint30Y" fmla="*/ 47750 h 385638"/>
                    <a:gd name="GluePoint31X" fmla="*/ 237166 w 3314369"/>
                    <a:gd name="GluePoint31Y" fmla="*/ 47750 h 385638"/>
                    <a:gd name="GluePoint32X" fmla="*/ 94071 w 3314369"/>
                    <a:gd name="GluePoint32Y" fmla="*/ 47750 h 385638"/>
                    <a:gd name="GluePoint33X" fmla="*/ 22524 w 3314369"/>
                    <a:gd name="GluePoint33Y" fmla="*/ 47750 h 385638"/>
                    <a:gd name="GluePoint34X" fmla="*/ 30475 w 3314369"/>
                    <a:gd name="GluePoint34Y" fmla="*/ 334249 h 385638"/>
                    <a:gd name="GluePoint35X" fmla="*/ 102021 w 3314369"/>
                    <a:gd name="GluePoint35Y" fmla="*/ 358124 h 385638"/>
                    <a:gd name="GluePoint36X" fmla="*/ 642598 w 3314369"/>
                    <a:gd name="GluePoint36Y" fmla="*/ 334249 h 385638"/>
                    <a:gd name="GluePoint37X" fmla="*/ 1262671 w 3314369"/>
                    <a:gd name="GluePoint37Y" fmla="*/ 358124 h 385638"/>
                    <a:gd name="GluePoint38X" fmla="*/ 1970190 w 3314369"/>
                    <a:gd name="GluePoint38Y" fmla="*/ 350165 h 385638"/>
                    <a:gd name="GluePoint39X" fmla="*/ 2637960 w 3314369"/>
                    <a:gd name="GluePoint39Y" fmla="*/ 374040 h 385638"/>
                    <a:gd name="GluePoint40X" fmla="*/ 3226235 w 3314369"/>
                    <a:gd name="GluePoint40Y" fmla="*/ 342207 h 38563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</a:cxnLst>
                  <a:rect l="l" t="t" r="r" b="b"/>
                  <a:pathLst>
                    <a:path w="3314369" h="385638">
                      <a:moveTo>
                        <a:pt x="3226905" y="341906"/>
                      </a:moveTo>
                      <a:cubicBezTo>
                        <a:pt x="3314369" y="303475"/>
                        <a:pt x="3191125" y="178905"/>
                        <a:pt x="3163295" y="143124"/>
                      </a:cubicBezTo>
                      <a:cubicBezTo>
                        <a:pt x="3135466" y="107343"/>
                        <a:pt x="3059928" y="127221"/>
                        <a:pt x="3059928" y="127221"/>
                      </a:cubicBezTo>
                      <a:cubicBezTo>
                        <a:pt x="2992342" y="125896"/>
                        <a:pt x="2825364" y="100716"/>
                        <a:pt x="2757778" y="135172"/>
                      </a:cubicBezTo>
                      <a:cubicBezTo>
                        <a:pt x="2690192" y="169628"/>
                        <a:pt x="2686216" y="299499"/>
                        <a:pt x="2654411" y="333955"/>
                      </a:cubicBezTo>
                      <a:cubicBezTo>
                        <a:pt x="2622606" y="368411"/>
                        <a:pt x="2592126" y="375037"/>
                        <a:pt x="2566947" y="341906"/>
                      </a:cubicBezTo>
                      <a:cubicBezTo>
                        <a:pt x="2541768" y="308776"/>
                        <a:pt x="2525865" y="170953"/>
                        <a:pt x="2503336" y="135172"/>
                      </a:cubicBezTo>
                      <a:cubicBezTo>
                        <a:pt x="2480807" y="99391"/>
                        <a:pt x="2499361" y="129871"/>
                        <a:pt x="2431775" y="127221"/>
                      </a:cubicBezTo>
                      <a:cubicBezTo>
                        <a:pt x="2364189" y="124571"/>
                        <a:pt x="2165406" y="100717"/>
                        <a:pt x="2097820" y="119270"/>
                      </a:cubicBezTo>
                      <a:cubicBezTo>
                        <a:pt x="2030234" y="137823"/>
                        <a:pt x="2039510" y="205409"/>
                        <a:pt x="2026258" y="238539"/>
                      </a:cubicBezTo>
                      <a:cubicBezTo>
                        <a:pt x="2013006" y="271669"/>
                        <a:pt x="2035535" y="302149"/>
                        <a:pt x="2018307" y="318052"/>
                      </a:cubicBezTo>
                      <a:cubicBezTo>
                        <a:pt x="2001079" y="333955"/>
                        <a:pt x="1948070" y="365760"/>
                        <a:pt x="1922891" y="333955"/>
                      </a:cubicBezTo>
                      <a:cubicBezTo>
                        <a:pt x="1897712" y="302150"/>
                        <a:pt x="1901688" y="165652"/>
                        <a:pt x="1867232" y="127221"/>
                      </a:cubicBezTo>
                      <a:cubicBezTo>
                        <a:pt x="1832776" y="88790"/>
                        <a:pt x="1795670" y="107343"/>
                        <a:pt x="1716157" y="103367"/>
                      </a:cubicBezTo>
                      <a:cubicBezTo>
                        <a:pt x="1636644" y="99391"/>
                        <a:pt x="1459065" y="74212"/>
                        <a:pt x="1390154" y="103367"/>
                      </a:cubicBezTo>
                      <a:cubicBezTo>
                        <a:pt x="1321243" y="132522"/>
                        <a:pt x="1318592" y="242515"/>
                        <a:pt x="1302689" y="278296"/>
                      </a:cubicBezTo>
                      <a:cubicBezTo>
                        <a:pt x="1286786" y="314077"/>
                        <a:pt x="1305340" y="310101"/>
                        <a:pt x="1294738" y="318052"/>
                      </a:cubicBezTo>
                      <a:cubicBezTo>
                        <a:pt x="1284136" y="326003"/>
                        <a:pt x="1257632" y="361785"/>
                        <a:pt x="1239079" y="326004"/>
                      </a:cubicBezTo>
                      <a:cubicBezTo>
                        <a:pt x="1220526" y="290223"/>
                        <a:pt x="1201973" y="144449"/>
                        <a:pt x="1183420" y="103367"/>
                      </a:cubicBezTo>
                      <a:cubicBezTo>
                        <a:pt x="1164867" y="62285"/>
                        <a:pt x="1180770" y="84814"/>
                        <a:pt x="1127761" y="79513"/>
                      </a:cubicBezTo>
                      <a:cubicBezTo>
                        <a:pt x="1074752" y="74212"/>
                        <a:pt x="928978" y="74212"/>
                        <a:pt x="865368" y="71562"/>
                      </a:cubicBezTo>
                      <a:cubicBezTo>
                        <a:pt x="801758" y="68912"/>
                        <a:pt x="771277" y="60961"/>
                        <a:pt x="746098" y="63611"/>
                      </a:cubicBezTo>
                      <a:cubicBezTo>
                        <a:pt x="720919" y="66261"/>
                        <a:pt x="724895" y="59635"/>
                        <a:pt x="714293" y="87464"/>
                      </a:cubicBezTo>
                      <a:cubicBezTo>
                        <a:pt x="703691" y="115294"/>
                        <a:pt x="687789" y="196132"/>
                        <a:pt x="682488" y="230588"/>
                      </a:cubicBezTo>
                      <a:cubicBezTo>
                        <a:pt x="677187" y="265044"/>
                        <a:pt x="687789" y="280946"/>
                        <a:pt x="682488" y="294198"/>
                      </a:cubicBezTo>
                      <a:cubicBezTo>
                        <a:pt x="677187" y="307450"/>
                        <a:pt x="663934" y="323353"/>
                        <a:pt x="650682" y="310101"/>
                      </a:cubicBezTo>
                      <a:cubicBezTo>
                        <a:pt x="637430" y="296849"/>
                        <a:pt x="617552" y="251791"/>
                        <a:pt x="602975" y="214685"/>
                      </a:cubicBezTo>
                      <a:cubicBezTo>
                        <a:pt x="588398" y="177579"/>
                        <a:pt x="577795" y="113968"/>
                        <a:pt x="563218" y="87464"/>
                      </a:cubicBezTo>
                      <a:cubicBezTo>
                        <a:pt x="548641" y="60960"/>
                        <a:pt x="542014" y="62285"/>
                        <a:pt x="515510" y="55659"/>
                      </a:cubicBezTo>
                      <a:cubicBezTo>
                        <a:pt x="489006" y="49033"/>
                        <a:pt x="450574" y="49033"/>
                        <a:pt x="404192" y="47708"/>
                      </a:cubicBezTo>
                      <a:cubicBezTo>
                        <a:pt x="357810" y="46383"/>
                        <a:pt x="237215" y="47708"/>
                        <a:pt x="237215" y="47708"/>
                      </a:cubicBezTo>
                      <a:lnTo>
                        <a:pt x="94091" y="47708"/>
                      </a:lnTo>
                      <a:cubicBezTo>
                        <a:pt x="58310" y="47708"/>
                        <a:pt x="33131" y="0"/>
                        <a:pt x="22529" y="47708"/>
                      </a:cubicBezTo>
                      <a:cubicBezTo>
                        <a:pt x="11927" y="95416"/>
                        <a:pt x="17229" y="282272"/>
                        <a:pt x="30481" y="333955"/>
                      </a:cubicBezTo>
                      <a:cubicBezTo>
                        <a:pt x="43733" y="385638"/>
                        <a:pt x="0" y="357809"/>
                        <a:pt x="102042" y="357809"/>
                      </a:cubicBezTo>
                      <a:cubicBezTo>
                        <a:pt x="204084" y="357809"/>
                        <a:pt x="449249" y="333955"/>
                        <a:pt x="642731" y="333955"/>
                      </a:cubicBezTo>
                      <a:cubicBezTo>
                        <a:pt x="836213" y="333955"/>
                        <a:pt x="1262933" y="357809"/>
                        <a:pt x="1262933" y="357809"/>
                      </a:cubicBezTo>
                      <a:cubicBezTo>
                        <a:pt x="1484244" y="360459"/>
                        <a:pt x="1741337" y="347207"/>
                        <a:pt x="1970599" y="349857"/>
                      </a:cubicBezTo>
                      <a:cubicBezTo>
                        <a:pt x="2199861" y="352507"/>
                        <a:pt x="2431774" y="375036"/>
                        <a:pt x="2638508" y="373711"/>
                      </a:cubicBezTo>
                      <a:cubicBezTo>
                        <a:pt x="2845242" y="372386"/>
                        <a:pt x="3139441" y="380337"/>
                        <a:pt x="3226905" y="341906"/>
                      </a:cubicBezTo>
                      <a:close/>
                    </a:path>
                  </a:pathLst>
                </a:custGeom>
                <a:solidFill>
                  <a:srgbClr val="92D050"/>
                </a:solidFill>
                <a:ln w="2556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12" name=""/>
              <p:cNvSpPr/>
              <p:nvPr/>
            </p:nvSpPr>
            <p:spPr>
              <a:xfrm>
                <a:off x="1119600" y="4427640"/>
                <a:ext cx="173376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FF0000"/>
                    </a:solidFill>
                    <a:effectLst/>
                    <a:uFillTx/>
                    <a:latin typeface="Comic Sans MS"/>
                  </a:rPr>
                  <a:t>MYELINATED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"/>
              <p:cNvSpPr/>
              <p:nvPr/>
            </p:nvSpPr>
            <p:spPr>
              <a:xfrm>
                <a:off x="5936040" y="3718080"/>
                <a:ext cx="280800" cy="798480"/>
              </a:xfrm>
              <a:custGeom>
                <a:avLst/>
                <a:gdLst>
                  <a:gd name="GluePoint1X" fmla="*/ 0 w 326003"/>
                  <a:gd name="GluePoint1Y" fmla="*/ 0 h 739471"/>
                  <a:gd name="GluePoint2X" fmla="*/ 231272 w 326003"/>
                  <a:gd name="GluePoint2Y" fmla="*/ 406877 h 739471"/>
                  <a:gd name="GluePoint3X" fmla="*/ 287338 w 326003"/>
                  <a:gd name="GluePoint3Y" fmla="*/ 805097 h 7394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l" t="t" r="r" b="b"/>
                <a:pathLst>
                  <a:path w="326003" h="739471">
                    <a:moveTo>
                      <a:pt x="0" y="0"/>
                    </a:moveTo>
                    <a:cubicBezTo>
                      <a:pt x="104029" y="125233"/>
                      <a:pt x="208059" y="250466"/>
                      <a:pt x="262393" y="373711"/>
                    </a:cubicBezTo>
                    <a:cubicBezTo>
                      <a:pt x="316727" y="496956"/>
                      <a:pt x="321365" y="618213"/>
                      <a:pt x="326003" y="739471"/>
                    </a:cubicBezTo>
                  </a:path>
                </a:pathLst>
              </a:custGeom>
              <a:noFill/>
              <a:ln w="1260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"/>
              <p:cNvSpPr/>
              <p:nvPr/>
            </p:nvSpPr>
            <p:spPr>
              <a:xfrm flipH="1">
                <a:off x="6135840" y="3718080"/>
                <a:ext cx="369360" cy="804600"/>
              </a:xfrm>
              <a:custGeom>
                <a:avLst/>
                <a:gdLst>
                  <a:gd name="GluePoint1X" fmla="*/ 0 w 326003"/>
                  <a:gd name="GluePoint1Y" fmla="*/ 0 h 739471"/>
                  <a:gd name="GluePoint2X" fmla="*/ 302826 w 326003"/>
                  <a:gd name="GluePoint2Y" fmla="*/ 410087 h 739471"/>
                  <a:gd name="GluePoint3X" fmla="*/ 376238 w 326003"/>
                  <a:gd name="GluePoint3Y" fmla="*/ 811449 h 7394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l" t="t" r="r" b="b"/>
                <a:pathLst>
                  <a:path w="326003" h="739471">
                    <a:moveTo>
                      <a:pt x="0" y="0"/>
                    </a:moveTo>
                    <a:cubicBezTo>
                      <a:pt x="104029" y="125233"/>
                      <a:pt x="208059" y="250466"/>
                      <a:pt x="262393" y="373711"/>
                    </a:cubicBezTo>
                    <a:cubicBezTo>
                      <a:pt x="316727" y="496956"/>
                      <a:pt x="321365" y="618213"/>
                      <a:pt x="326003" y="739471"/>
                    </a:cubicBezTo>
                  </a:path>
                </a:pathLst>
              </a:custGeom>
              <a:noFill/>
              <a:ln w="1260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"/>
              <p:cNvSpPr/>
              <p:nvPr/>
            </p:nvSpPr>
            <p:spPr>
              <a:xfrm>
                <a:off x="5455080" y="3718080"/>
                <a:ext cx="361800" cy="842760"/>
              </a:xfrm>
              <a:custGeom>
                <a:avLst/>
                <a:gdLst>
                  <a:gd name="GluePoint1X" fmla="*/ 368300 w 367085"/>
                  <a:gd name="GluePoint1Y" fmla="*/ 828583 h 644056"/>
                  <a:gd name="GluePoint2X" fmla="*/ 272568 w 367085"/>
                  <a:gd name="GluePoint2Y" fmla="*/ 839072 h 644056"/>
                  <a:gd name="GluePoint3X" fmla="*/ 160882 w 367085"/>
                  <a:gd name="GluePoint3Y" fmla="*/ 765653 h 644056"/>
                  <a:gd name="GluePoint4X" fmla="*/ 49195 w 367085"/>
                  <a:gd name="GluePoint4Y" fmla="*/ 576862 h 644056"/>
                  <a:gd name="GluePoint5X" fmla="*/ 1329 w 367085"/>
                  <a:gd name="GluePoint5Y" fmla="*/ 167814 h 644056"/>
                  <a:gd name="GluePoint6X" fmla="*/ 41218 w 367085"/>
                  <a:gd name="GluePoint6Y" fmla="*/ 0 h 6440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l" t="t" r="r" b="b"/>
                <a:pathLst>
                  <a:path w="367085" h="644056">
                    <a:moveTo>
                      <a:pt x="367085" y="628153"/>
                    </a:moveTo>
                    <a:cubicBezTo>
                      <a:pt x="336605" y="636104"/>
                      <a:pt x="306125" y="644056"/>
                      <a:pt x="271669" y="636105"/>
                    </a:cubicBezTo>
                    <a:cubicBezTo>
                      <a:pt x="237213" y="628154"/>
                      <a:pt x="197457" y="613576"/>
                      <a:pt x="160351" y="580446"/>
                    </a:cubicBezTo>
                    <a:cubicBezTo>
                      <a:pt x="123245" y="547316"/>
                      <a:pt x="75537" y="512859"/>
                      <a:pt x="49033" y="437322"/>
                    </a:cubicBezTo>
                    <a:cubicBezTo>
                      <a:pt x="22529" y="361785"/>
                      <a:pt x="2650" y="200108"/>
                      <a:pt x="1325" y="127221"/>
                    </a:cubicBezTo>
                    <a:cubicBezTo>
                      <a:pt x="0" y="54334"/>
                      <a:pt x="20541" y="27167"/>
                      <a:pt x="41082" y="0"/>
                    </a:cubicBezTo>
                  </a:path>
                </a:pathLst>
              </a:custGeom>
              <a:noFill/>
              <a:ln w="1260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"/>
              <p:cNvSpPr/>
              <p:nvPr/>
            </p:nvSpPr>
            <p:spPr>
              <a:xfrm flipH="1">
                <a:off x="6472440" y="3718080"/>
                <a:ext cx="360000" cy="858600"/>
              </a:xfrm>
              <a:custGeom>
                <a:avLst/>
                <a:gdLst>
                  <a:gd name="GluePoint1X" fmla="*/ 366713 w 367085"/>
                  <a:gd name="GluePoint1Y" fmla="*/ 844070 h 644056"/>
                  <a:gd name="GluePoint2X" fmla="*/ 271394 w 367085"/>
                  <a:gd name="GluePoint2Y" fmla="*/ 854755 h 644056"/>
                  <a:gd name="GluePoint3X" fmla="*/ 160189 w 367085"/>
                  <a:gd name="GluePoint3Y" fmla="*/ 779964 h 644056"/>
                  <a:gd name="GluePoint4X" fmla="*/ 48983 w 367085"/>
                  <a:gd name="GluePoint4Y" fmla="*/ 587644 h 644056"/>
                  <a:gd name="GluePoint5X" fmla="*/ 1324 w 367085"/>
                  <a:gd name="GluePoint5Y" fmla="*/ 170951 h 644056"/>
                  <a:gd name="GluePoint6X" fmla="*/ 41040 w 367085"/>
                  <a:gd name="GluePoint6Y" fmla="*/ 0 h 6440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l" t="t" r="r" b="b"/>
                <a:pathLst>
                  <a:path w="367085" h="644056">
                    <a:moveTo>
                      <a:pt x="367085" y="628153"/>
                    </a:moveTo>
                    <a:cubicBezTo>
                      <a:pt x="336605" y="636104"/>
                      <a:pt x="306125" y="644056"/>
                      <a:pt x="271669" y="636105"/>
                    </a:cubicBezTo>
                    <a:cubicBezTo>
                      <a:pt x="237213" y="628154"/>
                      <a:pt x="197457" y="613576"/>
                      <a:pt x="160351" y="580446"/>
                    </a:cubicBezTo>
                    <a:cubicBezTo>
                      <a:pt x="123245" y="547316"/>
                      <a:pt x="75537" y="512859"/>
                      <a:pt x="49033" y="437322"/>
                    </a:cubicBezTo>
                    <a:cubicBezTo>
                      <a:pt x="22529" y="361785"/>
                      <a:pt x="2650" y="200108"/>
                      <a:pt x="1325" y="127221"/>
                    </a:cubicBezTo>
                    <a:cubicBezTo>
                      <a:pt x="0" y="54334"/>
                      <a:pt x="20541" y="27167"/>
                      <a:pt x="41082" y="0"/>
                    </a:cubicBezTo>
                  </a:path>
                </a:pathLst>
              </a:custGeom>
              <a:noFill/>
              <a:ln w="1260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"/>
              <p:cNvSpPr/>
              <p:nvPr/>
            </p:nvSpPr>
            <p:spPr>
              <a:xfrm>
                <a:off x="5529600" y="4325760"/>
                <a:ext cx="518760" cy="179640"/>
              </a:xfrm>
              <a:custGeom>
                <a:avLst/>
                <a:gdLst>
                  <a:gd name="GluePoint1X" fmla="*/ 525463 w 524786"/>
                  <a:gd name="GluePoint1Y" fmla="*/ 185791 h 186856"/>
                  <a:gd name="GluePoint2X" fmla="*/ 414001 w 524786"/>
                  <a:gd name="GluePoint2Y" fmla="*/ 154167 h 186856"/>
                  <a:gd name="GluePoint3X" fmla="*/ 358271 w 524786"/>
                  <a:gd name="GluePoint3Y" fmla="*/ 27671 h 186856"/>
                  <a:gd name="GluePoint4X" fmla="*/ 334386 w 524786"/>
                  <a:gd name="GluePoint4Y" fmla="*/ 3953 h 186856"/>
                  <a:gd name="GluePoint5X" fmla="*/ 294578 w 524786"/>
                  <a:gd name="GluePoint5Y" fmla="*/ 51389 h 186856"/>
                  <a:gd name="GluePoint6X" fmla="*/ 270693 w 524786"/>
                  <a:gd name="GluePoint6Y" fmla="*/ 106731 h 186856"/>
                  <a:gd name="GluePoint7X" fmla="*/ 222923 w 524786"/>
                  <a:gd name="GluePoint7Y" fmla="*/ 146262 h 186856"/>
                  <a:gd name="GluePoint8X" fmla="*/ 151270 w 524786"/>
                  <a:gd name="GluePoint8Y" fmla="*/ 146262 h 186856"/>
                  <a:gd name="GluePoint9X" fmla="*/ 79616 w 524786"/>
                  <a:gd name="GluePoint9Y" fmla="*/ 130449 h 186856"/>
                  <a:gd name="GluePoint10X" fmla="*/ 0 w 524786"/>
                  <a:gd name="GluePoint10Y" fmla="*/ 43484 h 1868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</a:cxnLst>
                <a:rect l="l" t="t" r="r" b="b"/>
                <a:pathLst>
                  <a:path w="524786" h="186856">
                    <a:moveTo>
                      <a:pt x="524786" y="186856"/>
                    </a:moveTo>
                    <a:cubicBezTo>
                      <a:pt x="483041" y="184205"/>
                      <a:pt x="441297" y="181555"/>
                      <a:pt x="413468" y="155051"/>
                    </a:cubicBezTo>
                    <a:cubicBezTo>
                      <a:pt x="385639" y="128547"/>
                      <a:pt x="371061" y="53009"/>
                      <a:pt x="357809" y="27830"/>
                    </a:cubicBezTo>
                    <a:cubicBezTo>
                      <a:pt x="344557" y="2651"/>
                      <a:pt x="344557" y="0"/>
                      <a:pt x="333955" y="3976"/>
                    </a:cubicBezTo>
                    <a:cubicBezTo>
                      <a:pt x="323353" y="7952"/>
                      <a:pt x="304800" y="34456"/>
                      <a:pt x="294198" y="51684"/>
                    </a:cubicBezTo>
                    <a:cubicBezTo>
                      <a:pt x="283596" y="68912"/>
                      <a:pt x="282271" y="91440"/>
                      <a:pt x="270344" y="107343"/>
                    </a:cubicBezTo>
                    <a:cubicBezTo>
                      <a:pt x="258417" y="123246"/>
                      <a:pt x="242514" y="140474"/>
                      <a:pt x="222636" y="147100"/>
                    </a:cubicBezTo>
                    <a:cubicBezTo>
                      <a:pt x="202758" y="153726"/>
                      <a:pt x="174929" y="149750"/>
                      <a:pt x="151075" y="147100"/>
                    </a:cubicBezTo>
                    <a:cubicBezTo>
                      <a:pt x="127221" y="144450"/>
                      <a:pt x="104692" y="148425"/>
                      <a:pt x="79513" y="131197"/>
                    </a:cubicBezTo>
                    <a:cubicBezTo>
                      <a:pt x="54334" y="113969"/>
                      <a:pt x="27167" y="78851"/>
                      <a:pt x="0" y="43733"/>
                    </a:cubicBezTo>
                  </a:path>
                </a:pathLst>
              </a:custGeom>
              <a:noFill/>
              <a:ln w="126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"/>
              <p:cNvSpPr/>
              <p:nvPr/>
            </p:nvSpPr>
            <p:spPr>
              <a:xfrm>
                <a:off x="5379120" y="4286160"/>
                <a:ext cx="39240" cy="506520"/>
              </a:xfrm>
              <a:custGeom>
                <a:avLst/>
                <a:gdLst>
                  <a:gd name="GluePoint1X" fmla="*/ 0 w 43732"/>
                  <a:gd name="GluePoint1Y" fmla="*/ 0 h 278295"/>
                  <a:gd name="GluePoint2X" fmla="*/ 41851 w 43732"/>
                  <a:gd name="GluePoint2Y" fmla="*/ 263783 h 278295"/>
                  <a:gd name="GluePoint3X" fmla="*/ 25111 w 43732"/>
                  <a:gd name="GluePoint3Y" fmla="*/ 512912 h 2782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l" t="t" r="r" b="b"/>
                <a:pathLst>
                  <a:path w="43732" h="278295">
                    <a:moveTo>
                      <a:pt x="0" y="0"/>
                    </a:moveTo>
                    <a:cubicBezTo>
                      <a:pt x="17890" y="48370"/>
                      <a:pt x="35780" y="96741"/>
                      <a:pt x="39756" y="143123"/>
                    </a:cubicBezTo>
                    <a:cubicBezTo>
                      <a:pt x="43732" y="189506"/>
                      <a:pt x="33793" y="233900"/>
                      <a:pt x="23854" y="278295"/>
                    </a:cubicBezTo>
                  </a:path>
                </a:pathLst>
              </a:custGeom>
              <a:noFill/>
              <a:ln w="12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"/>
              <p:cNvSpPr/>
              <p:nvPr/>
            </p:nvSpPr>
            <p:spPr>
              <a:xfrm>
                <a:off x="6923160" y="4309920"/>
                <a:ext cx="39240" cy="506520"/>
              </a:xfrm>
              <a:custGeom>
                <a:avLst/>
                <a:gdLst>
                  <a:gd name="GluePoint1X" fmla="*/ 0 w 43732"/>
                  <a:gd name="GluePoint1Y" fmla="*/ 0 h 278295"/>
                  <a:gd name="GluePoint2X" fmla="*/ 41852 w 43732"/>
                  <a:gd name="GluePoint2Y" fmla="*/ 263783 h 278295"/>
                  <a:gd name="GluePoint3X" fmla="*/ 25112 w 43732"/>
                  <a:gd name="GluePoint3Y" fmla="*/ 512911 h 2782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l" t="t" r="r" b="b"/>
                <a:pathLst>
                  <a:path w="43732" h="278295">
                    <a:moveTo>
                      <a:pt x="0" y="0"/>
                    </a:moveTo>
                    <a:cubicBezTo>
                      <a:pt x="17890" y="48370"/>
                      <a:pt x="35780" y="96741"/>
                      <a:pt x="39756" y="143123"/>
                    </a:cubicBezTo>
                    <a:cubicBezTo>
                      <a:pt x="43732" y="189506"/>
                      <a:pt x="33793" y="233900"/>
                      <a:pt x="23854" y="278295"/>
                    </a:cubicBezTo>
                  </a:path>
                </a:pathLst>
              </a:custGeom>
              <a:noFill/>
              <a:ln w="12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"/>
              <p:cNvSpPr/>
              <p:nvPr/>
            </p:nvSpPr>
            <p:spPr>
              <a:xfrm>
                <a:off x="6015600" y="4437000"/>
                <a:ext cx="31140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+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"/>
              <p:cNvSpPr/>
              <p:nvPr/>
            </p:nvSpPr>
            <p:spPr>
              <a:xfrm>
                <a:off x="5124240" y="5651640"/>
                <a:ext cx="208368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Depolarised node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"/>
              <p:cNvSpPr/>
              <p:nvPr/>
            </p:nvSpPr>
            <p:spPr>
              <a:xfrm>
                <a:off x="6759000" y="4267080"/>
                <a:ext cx="28224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_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"/>
              <p:cNvSpPr/>
              <p:nvPr/>
            </p:nvSpPr>
            <p:spPr>
              <a:xfrm>
                <a:off x="5332320" y="4267080"/>
                <a:ext cx="28224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_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"/>
            <p:cNvSpPr/>
            <p:nvPr/>
          </p:nvSpPr>
          <p:spPr>
            <a:xfrm>
              <a:off x="2629440" y="5241960"/>
              <a:ext cx="15912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Myelin sheath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"/>
            <p:cNvSpPr/>
            <p:nvPr/>
          </p:nvSpPr>
          <p:spPr>
            <a:xfrm flipV="1">
              <a:off x="3432240" y="5028840"/>
              <a:ext cx="566640" cy="212760"/>
            </a:xfrm>
            <a:prstGeom prst="line">
              <a:avLst/>
            </a:prstGeom>
            <a:ln w="93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6" name=""/>
          <p:cNvGrpSpPr/>
          <p:nvPr/>
        </p:nvGrpSpPr>
        <p:grpSpPr>
          <a:xfrm>
            <a:off x="5361840" y="404640"/>
            <a:ext cx="1007640" cy="573120"/>
            <a:chOff x="5361840" y="404640"/>
            <a:chExt cx="1007640" cy="573120"/>
          </a:xfrm>
        </p:grpSpPr>
        <p:sp>
          <p:nvSpPr>
            <p:cNvPr id="1227" name=""/>
            <p:cNvSpPr/>
            <p:nvPr/>
          </p:nvSpPr>
          <p:spPr>
            <a:xfrm>
              <a:off x="5580000" y="404640"/>
              <a:ext cx="654120" cy="573120"/>
            </a:xfrm>
            <a:custGeom>
              <a:avLst/>
              <a:gdLst>
                <a:gd name="GluePoint1X" fmla="*/ 0 w 5180397"/>
                <a:gd name="GluePoint1Y" fmla="*/ 510848 h 2474181"/>
                <a:gd name="GluePoint2X" fmla="*/ 205269 w 5180397"/>
                <a:gd name="GluePoint2Y" fmla="*/ 507124 h 2474181"/>
                <a:gd name="GluePoint3X" fmla="*/ 255827 w 5180397"/>
                <a:gd name="GluePoint3Y" fmla="*/ 490365 h 2474181"/>
                <a:gd name="GluePoint4X" fmla="*/ 266950 w 5180397"/>
                <a:gd name="GluePoint4Y" fmla="*/ 402844 h 2474181"/>
                <a:gd name="GluePoint5X" fmla="*/ 269984 w 5180397"/>
                <a:gd name="GluePoint5Y" fmla="*/ 17380 h 2474181"/>
                <a:gd name="GluePoint6X" fmla="*/ 269984 w 5180397"/>
                <a:gd name="GluePoint6Y" fmla="*/ 17380 h 2474181"/>
                <a:gd name="GluePoint7X" fmla="*/ 274028 w 5180397"/>
                <a:gd name="GluePoint7Y" fmla="*/ 2483 h 2474181"/>
                <a:gd name="GluePoint8X" fmla="*/ 275040 w 5180397"/>
                <a:gd name="GluePoint8Y" fmla="*/ 2483 h 2474181"/>
                <a:gd name="GluePoint9X" fmla="*/ 276051 w 5180397"/>
                <a:gd name="GluePoint9Y" fmla="*/ 4345 h 2474181"/>
                <a:gd name="GluePoint10X" fmla="*/ 279084 w 5180397"/>
                <a:gd name="GluePoint10Y" fmla="*/ 17380 h 2474181"/>
                <a:gd name="GluePoint11X" fmla="*/ 285151 w 5180397"/>
                <a:gd name="GluePoint11Y" fmla="*/ 106763 h 2474181"/>
                <a:gd name="GluePoint12X" fmla="*/ 295263 w 5180397"/>
                <a:gd name="GluePoint12Y" fmla="*/ 259459 h 2474181"/>
                <a:gd name="GluePoint13X" fmla="*/ 303352 w 5180397"/>
                <a:gd name="GluePoint13Y" fmla="*/ 382360 h 2474181"/>
                <a:gd name="GluePoint14X" fmla="*/ 310431 w 5180397"/>
                <a:gd name="GluePoint14Y" fmla="*/ 495951 h 2474181"/>
                <a:gd name="GluePoint15X" fmla="*/ 316498 w 5180397"/>
                <a:gd name="GluePoint15Y" fmla="*/ 555540 h 2474181"/>
                <a:gd name="GluePoint16X" fmla="*/ 330654 w 5180397"/>
                <a:gd name="GluePoint16Y" fmla="*/ 576023 h 2474181"/>
                <a:gd name="GluePoint17X" fmla="*/ 347844 w 5180397"/>
                <a:gd name="GluePoint17Y" fmla="*/ 576023 h 2474181"/>
                <a:gd name="GluePoint18X" fmla="*/ 373124 w 5180397"/>
                <a:gd name="GluePoint18Y" fmla="*/ 557402 h 2474181"/>
                <a:gd name="GluePoint19X" fmla="*/ 395369 w 5180397"/>
                <a:gd name="GluePoint19Y" fmla="*/ 533194 h 2474181"/>
                <a:gd name="GluePoint20X" fmla="*/ 425648 w 5180397"/>
                <a:gd name="GluePoint20Y" fmla="*/ 504606 h 2474181"/>
                <a:gd name="GluePoint21X" fmla="*/ 457335 w 5180397"/>
                <a:gd name="GluePoint21Y" fmla="*/ 495118 h 2474181"/>
                <a:gd name="GluePoint22X" fmla="*/ 658796 w 5180397"/>
                <a:gd name="GluePoint22Y" fmla="*/ 495118 h 24741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180397" h="2474181">
                  <a:moveTo>
                    <a:pt x="0" y="2181308"/>
                  </a:moveTo>
                  <a:lnTo>
                    <a:pt x="1614115" y="2165406"/>
                  </a:lnTo>
                  <a:cubicBezTo>
                    <a:pt x="1949395" y="2150829"/>
                    <a:pt x="1930842" y="2168056"/>
                    <a:pt x="2011680" y="2093844"/>
                  </a:cubicBezTo>
                  <a:cubicBezTo>
                    <a:pt x="2092518" y="2019632"/>
                    <a:pt x="2080591" y="2056738"/>
                    <a:pt x="2099144" y="1720133"/>
                  </a:cubicBezTo>
                  <a:cubicBezTo>
                    <a:pt x="2117697" y="1383528"/>
                    <a:pt x="2122998" y="74213"/>
                    <a:pt x="2122998" y="74213"/>
                  </a:cubicBezTo>
                  <a:lnTo>
                    <a:pt x="2122998" y="74213"/>
                  </a:lnTo>
                  <a:cubicBezTo>
                    <a:pt x="2128299" y="63611"/>
                    <a:pt x="2148178" y="21204"/>
                    <a:pt x="2154804" y="10602"/>
                  </a:cubicBezTo>
                  <a:cubicBezTo>
                    <a:pt x="2161430" y="0"/>
                    <a:pt x="2160105" y="9277"/>
                    <a:pt x="2162755" y="10602"/>
                  </a:cubicBezTo>
                  <a:cubicBezTo>
                    <a:pt x="2165405" y="11927"/>
                    <a:pt x="2165405" y="7952"/>
                    <a:pt x="2170706" y="18554"/>
                  </a:cubicBezTo>
                  <a:cubicBezTo>
                    <a:pt x="2176007" y="29156"/>
                    <a:pt x="2182633" y="1326"/>
                    <a:pt x="2194560" y="74213"/>
                  </a:cubicBezTo>
                  <a:cubicBezTo>
                    <a:pt x="2206487" y="147100"/>
                    <a:pt x="2221065" y="283597"/>
                    <a:pt x="2242268" y="455875"/>
                  </a:cubicBezTo>
                  <a:cubicBezTo>
                    <a:pt x="2263471" y="628153"/>
                    <a:pt x="2297927" y="911750"/>
                    <a:pt x="2321781" y="1107882"/>
                  </a:cubicBezTo>
                  <a:cubicBezTo>
                    <a:pt x="2345635" y="1304014"/>
                    <a:pt x="2365513" y="1464365"/>
                    <a:pt x="2385391" y="1632668"/>
                  </a:cubicBezTo>
                  <a:cubicBezTo>
                    <a:pt x="2405269" y="1800971"/>
                    <a:pt x="2423823" y="1994453"/>
                    <a:pt x="2441051" y="2117698"/>
                  </a:cubicBezTo>
                  <a:cubicBezTo>
                    <a:pt x="2458279" y="2240943"/>
                    <a:pt x="2462254" y="2315156"/>
                    <a:pt x="2488758" y="2372140"/>
                  </a:cubicBezTo>
                  <a:cubicBezTo>
                    <a:pt x="2515262" y="2429124"/>
                    <a:pt x="2558995" y="2445027"/>
                    <a:pt x="2600077" y="2459604"/>
                  </a:cubicBezTo>
                  <a:cubicBezTo>
                    <a:pt x="2641159" y="2474181"/>
                    <a:pt x="2679590" y="2472856"/>
                    <a:pt x="2735249" y="2459604"/>
                  </a:cubicBezTo>
                  <a:cubicBezTo>
                    <a:pt x="2790908" y="2446352"/>
                    <a:pt x="2871746" y="2410571"/>
                    <a:pt x="2934031" y="2380091"/>
                  </a:cubicBezTo>
                  <a:cubicBezTo>
                    <a:pt x="2996316" y="2349611"/>
                    <a:pt x="3040123" y="2314297"/>
                    <a:pt x="3108960" y="2276724"/>
                  </a:cubicBezTo>
                  <a:cubicBezTo>
                    <a:pt x="3177797" y="2239151"/>
                    <a:pt x="3266215" y="2185135"/>
                    <a:pt x="3347053" y="2154655"/>
                  </a:cubicBezTo>
                  <a:cubicBezTo>
                    <a:pt x="3475599" y="2100321"/>
                    <a:pt x="3516708" y="2134019"/>
                    <a:pt x="3596221" y="2114141"/>
                  </a:cubicBezTo>
                  <a:cubicBezTo>
                    <a:pt x="3883793" y="2096913"/>
                    <a:pt x="4533028" y="2133356"/>
                    <a:pt x="5180397" y="2114141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28" name=""/>
            <p:cNvCxnSpPr/>
            <p:nvPr/>
          </p:nvCxnSpPr>
          <p:spPr>
            <a:xfrm flipH="1">
              <a:off x="5361840" y="693360"/>
              <a:ext cx="283320" cy="1080"/>
            </a:xfrm>
            <a:prstGeom prst="straightConnector1">
              <a:avLst/>
            </a:prstGeom>
            <a:ln w="2844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229" name=""/>
            <p:cNvCxnSpPr/>
            <p:nvPr/>
          </p:nvCxnSpPr>
          <p:spPr>
            <a:xfrm>
              <a:off x="6083280" y="691920"/>
              <a:ext cx="286560" cy="1080"/>
            </a:xfrm>
            <a:prstGeom prst="straightConnector1">
              <a:avLst/>
            </a:prstGeom>
            <a:ln w="28440">
              <a:solidFill>
                <a:srgbClr val="000000"/>
              </a:solidFill>
              <a:miter/>
              <a:tailEnd len="med" type="triangle" w="med"/>
            </a:ln>
          </p:spPr>
        </p:cxnSp>
      </p:grpSp>
      <p:sp>
        <p:nvSpPr>
          <p:cNvPr id="1230" name=""/>
          <p:cNvSpPr/>
          <p:nvPr/>
        </p:nvSpPr>
        <p:spPr>
          <a:xfrm>
            <a:off x="6048360" y="4309920"/>
            <a:ext cx="270000" cy="492120"/>
          </a:xfrm>
          <a:custGeom>
            <a:avLst/>
            <a:gdLst>
              <a:gd name="GluePoint1X" fmla="*/ 25711 w 414201"/>
              <a:gd name="GluePoint1Y" fmla="*/ 45877 h 326959"/>
              <a:gd name="GluePoint2X" fmla="*/ 47588 w 414201"/>
              <a:gd name="GluePoint2Y" fmla="*/ 216767 h 326959"/>
              <a:gd name="GluePoint3X" fmla="*/ 51615 w 414201"/>
              <a:gd name="GluePoint3Y" fmla="*/ 452788 h 326959"/>
              <a:gd name="GluePoint4X" fmla="*/ 238121 w 414201"/>
              <a:gd name="GluePoint4Y" fmla="*/ 452788 h 326959"/>
              <a:gd name="GluePoint5X" fmla="*/ 242139 w 414201"/>
              <a:gd name="GluePoint5Y" fmla="*/ 394658 h 326959"/>
              <a:gd name="GluePoint6X" fmla="*/ 243301 w 414201"/>
              <a:gd name="GluePoint6Y" fmla="*/ 225397 h 326959"/>
              <a:gd name="GluePoint7X" fmla="*/ 227759 w 414201"/>
              <a:gd name="GluePoint7Y" fmla="*/ 105718 h 326959"/>
              <a:gd name="GluePoint8X" fmla="*/ 201856 w 414201"/>
              <a:gd name="GluePoint8Y" fmla="*/ 9973 h 326959"/>
              <a:gd name="GluePoint9X" fmla="*/ 25711 w 414201"/>
              <a:gd name="GluePoint9Y" fmla="*/ 45877 h 3269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414201" h="326959">
                <a:moveTo>
                  <a:pt x="39461" y="30480"/>
                </a:moveTo>
                <a:cubicBezTo>
                  <a:pt x="0" y="53378"/>
                  <a:pt x="66412" y="98959"/>
                  <a:pt x="73038" y="144016"/>
                </a:cubicBezTo>
                <a:cubicBezTo>
                  <a:pt x="79664" y="189073"/>
                  <a:pt x="30480" y="274689"/>
                  <a:pt x="79218" y="300824"/>
                </a:cubicBezTo>
                <a:cubicBezTo>
                  <a:pt x="127956" y="326959"/>
                  <a:pt x="316729" y="307261"/>
                  <a:pt x="365465" y="300824"/>
                </a:cubicBezTo>
                <a:cubicBezTo>
                  <a:pt x="414201" y="294387"/>
                  <a:pt x="370307" y="287383"/>
                  <a:pt x="371632" y="262204"/>
                </a:cubicBezTo>
                <a:cubicBezTo>
                  <a:pt x="372957" y="237025"/>
                  <a:pt x="377094" y="181745"/>
                  <a:pt x="373416" y="149750"/>
                </a:cubicBezTo>
                <a:cubicBezTo>
                  <a:pt x="369738" y="117756"/>
                  <a:pt x="360164" y="94091"/>
                  <a:pt x="349562" y="70237"/>
                </a:cubicBezTo>
                <a:cubicBezTo>
                  <a:pt x="338960" y="46383"/>
                  <a:pt x="358839" y="13252"/>
                  <a:pt x="309806" y="6626"/>
                </a:cubicBezTo>
                <a:cubicBezTo>
                  <a:pt x="260773" y="0"/>
                  <a:pt x="78922" y="7582"/>
                  <a:pt x="39461" y="30480"/>
                </a:cubicBezTo>
                <a:close/>
              </a:path>
            </a:pathLst>
          </a:custGeom>
          <a:solidFill>
            <a:srgbClr val="FF0000">
              <a:alpha val="52000"/>
            </a:srgbClr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"/>
          <p:cNvSpPr/>
          <p:nvPr/>
        </p:nvSpPr>
        <p:spPr>
          <a:xfrm>
            <a:off x="6046920" y="4325760"/>
            <a:ext cx="269640" cy="492480"/>
          </a:xfrm>
          <a:custGeom>
            <a:avLst/>
            <a:gdLst>
              <a:gd name="GluePoint1X" fmla="*/ 25711 w 414201"/>
              <a:gd name="GluePoint1Y" fmla="*/ 45877 h 326959"/>
              <a:gd name="GluePoint2X" fmla="*/ 47588 w 414201"/>
              <a:gd name="GluePoint2Y" fmla="*/ 216767 h 326959"/>
              <a:gd name="GluePoint3X" fmla="*/ 51615 w 414201"/>
              <a:gd name="GluePoint3Y" fmla="*/ 452788 h 326959"/>
              <a:gd name="GluePoint4X" fmla="*/ 238121 w 414201"/>
              <a:gd name="GluePoint4Y" fmla="*/ 452788 h 326959"/>
              <a:gd name="GluePoint5X" fmla="*/ 242139 w 414201"/>
              <a:gd name="GluePoint5Y" fmla="*/ 394658 h 326959"/>
              <a:gd name="GluePoint6X" fmla="*/ 243301 w 414201"/>
              <a:gd name="GluePoint6Y" fmla="*/ 225397 h 326959"/>
              <a:gd name="GluePoint7X" fmla="*/ 227759 w 414201"/>
              <a:gd name="GluePoint7Y" fmla="*/ 105718 h 326959"/>
              <a:gd name="GluePoint8X" fmla="*/ 201856 w 414201"/>
              <a:gd name="GluePoint8Y" fmla="*/ 9973 h 326959"/>
              <a:gd name="GluePoint9X" fmla="*/ 25711 w 414201"/>
              <a:gd name="GluePoint9Y" fmla="*/ 45877 h 3269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414201" h="326959">
                <a:moveTo>
                  <a:pt x="39461" y="30480"/>
                </a:moveTo>
                <a:cubicBezTo>
                  <a:pt x="0" y="53378"/>
                  <a:pt x="66412" y="98959"/>
                  <a:pt x="73038" y="144016"/>
                </a:cubicBezTo>
                <a:cubicBezTo>
                  <a:pt x="79664" y="189073"/>
                  <a:pt x="30480" y="274689"/>
                  <a:pt x="79218" y="300824"/>
                </a:cubicBezTo>
                <a:cubicBezTo>
                  <a:pt x="127956" y="326959"/>
                  <a:pt x="316729" y="307261"/>
                  <a:pt x="365465" y="300824"/>
                </a:cubicBezTo>
                <a:cubicBezTo>
                  <a:pt x="414201" y="294387"/>
                  <a:pt x="370307" y="287383"/>
                  <a:pt x="371632" y="262204"/>
                </a:cubicBezTo>
                <a:cubicBezTo>
                  <a:pt x="372957" y="237025"/>
                  <a:pt x="377094" y="181745"/>
                  <a:pt x="373416" y="149750"/>
                </a:cubicBezTo>
                <a:cubicBezTo>
                  <a:pt x="369738" y="117756"/>
                  <a:pt x="360164" y="94091"/>
                  <a:pt x="349562" y="70237"/>
                </a:cubicBezTo>
                <a:cubicBezTo>
                  <a:pt x="338960" y="46383"/>
                  <a:pt x="358839" y="13252"/>
                  <a:pt x="309806" y="6626"/>
                </a:cubicBezTo>
                <a:cubicBezTo>
                  <a:pt x="260773" y="0"/>
                  <a:pt x="78922" y="7582"/>
                  <a:pt x="39461" y="30480"/>
                </a:cubicBezTo>
                <a:close/>
              </a:path>
            </a:pathLst>
          </a:custGeom>
          <a:solidFill>
            <a:srgbClr val="FF0000">
              <a:alpha val="52000"/>
            </a:srgbClr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2" name=""/>
          <p:cNvGrpSpPr/>
          <p:nvPr/>
        </p:nvGrpSpPr>
        <p:grpSpPr>
          <a:xfrm>
            <a:off x="4859280" y="4951440"/>
            <a:ext cx="3630240" cy="652680"/>
            <a:chOff x="4859280" y="4951440"/>
            <a:chExt cx="3630240" cy="652680"/>
          </a:xfrm>
        </p:grpSpPr>
        <p:grpSp>
          <p:nvGrpSpPr>
            <p:cNvPr id="1233" name=""/>
            <p:cNvGrpSpPr/>
            <p:nvPr/>
          </p:nvGrpSpPr>
          <p:grpSpPr>
            <a:xfrm>
              <a:off x="4859280" y="4951440"/>
              <a:ext cx="3630240" cy="652680"/>
              <a:chOff x="4859280" y="4951440"/>
              <a:chExt cx="3630240" cy="652680"/>
            </a:xfrm>
          </p:grpSpPr>
          <p:sp>
            <p:nvSpPr>
              <p:cNvPr id="1234" name=""/>
              <p:cNvSpPr/>
              <p:nvPr/>
            </p:nvSpPr>
            <p:spPr>
              <a:xfrm>
                <a:off x="5918040" y="4951440"/>
                <a:ext cx="650880" cy="573120"/>
              </a:xfrm>
              <a:custGeom>
                <a:avLst/>
                <a:gdLst>
                  <a:gd name="GluePoint1X" fmla="*/ 0 w 5180397"/>
                  <a:gd name="GluePoint1Y" fmla="*/ 510848 h 2474181"/>
                  <a:gd name="GluePoint2X" fmla="*/ 204779 w 5180397"/>
                  <a:gd name="GluePoint2Y" fmla="*/ 507124 h 2474181"/>
                  <a:gd name="GluePoint3X" fmla="*/ 255217 w 5180397"/>
                  <a:gd name="GluePoint3Y" fmla="*/ 490365 h 2474181"/>
                  <a:gd name="GluePoint4X" fmla="*/ 266314 w 5180397"/>
                  <a:gd name="GluePoint4Y" fmla="*/ 402844 h 2474181"/>
                  <a:gd name="GluePoint5X" fmla="*/ 269340 w 5180397"/>
                  <a:gd name="GluePoint5Y" fmla="*/ 17380 h 2474181"/>
                  <a:gd name="GluePoint6X" fmla="*/ 269340 w 5180397"/>
                  <a:gd name="GluePoint6Y" fmla="*/ 17380 h 2474181"/>
                  <a:gd name="GluePoint7X" fmla="*/ 273375 w 5180397"/>
                  <a:gd name="GluePoint7Y" fmla="*/ 2483 h 2474181"/>
                  <a:gd name="GluePoint8X" fmla="*/ 274384 w 5180397"/>
                  <a:gd name="GluePoint8Y" fmla="*/ 2483 h 2474181"/>
                  <a:gd name="GluePoint9X" fmla="*/ 275392 w 5180397"/>
                  <a:gd name="GluePoint9Y" fmla="*/ 4345 h 2474181"/>
                  <a:gd name="GluePoint10X" fmla="*/ 278419 w 5180397"/>
                  <a:gd name="GluePoint10Y" fmla="*/ 17380 h 2474181"/>
                  <a:gd name="GluePoint11X" fmla="*/ 284471 w 5180397"/>
                  <a:gd name="GluePoint11Y" fmla="*/ 106763 h 2474181"/>
                  <a:gd name="GluePoint12X" fmla="*/ 294559 w 5180397"/>
                  <a:gd name="GluePoint12Y" fmla="*/ 259459 h 2474181"/>
                  <a:gd name="GluePoint13X" fmla="*/ 302629 w 5180397"/>
                  <a:gd name="GluePoint13Y" fmla="*/ 382360 h 2474181"/>
                  <a:gd name="GluePoint14X" fmla="*/ 309691 w 5180397"/>
                  <a:gd name="GluePoint14Y" fmla="*/ 495951 h 2474181"/>
                  <a:gd name="GluePoint15X" fmla="*/ 315743 w 5180397"/>
                  <a:gd name="GluePoint15Y" fmla="*/ 555540 h 2474181"/>
                  <a:gd name="GluePoint16X" fmla="*/ 329866 w 5180397"/>
                  <a:gd name="GluePoint16Y" fmla="*/ 576023 h 2474181"/>
                  <a:gd name="GluePoint17X" fmla="*/ 347015 w 5180397"/>
                  <a:gd name="GluePoint17Y" fmla="*/ 576023 h 2474181"/>
                  <a:gd name="GluePoint18X" fmla="*/ 372234 w 5180397"/>
                  <a:gd name="GluePoint18Y" fmla="*/ 557402 h 2474181"/>
                  <a:gd name="GluePoint19X" fmla="*/ 394427 w 5180397"/>
                  <a:gd name="GluePoint19Y" fmla="*/ 533194 h 2474181"/>
                  <a:gd name="GluePoint20X" fmla="*/ 424633 w 5180397"/>
                  <a:gd name="GluePoint20Y" fmla="*/ 504606 h 2474181"/>
                  <a:gd name="GluePoint21X" fmla="*/ 456244 w 5180397"/>
                  <a:gd name="GluePoint21Y" fmla="*/ 495118 h 2474181"/>
                  <a:gd name="GluePoint22X" fmla="*/ 657225 w 5180397"/>
                  <a:gd name="GluePoint22Y" fmla="*/ 495118 h 247418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l" t="t" r="r" b="b"/>
                <a:pathLst>
                  <a:path w="5180397" h="2474181">
                    <a:moveTo>
                      <a:pt x="0" y="2181308"/>
                    </a:moveTo>
                    <a:lnTo>
                      <a:pt x="1614115" y="2165406"/>
                    </a:lnTo>
                    <a:cubicBezTo>
                      <a:pt x="1949395" y="2150829"/>
                      <a:pt x="1930842" y="2168056"/>
                      <a:pt x="2011680" y="2093844"/>
                    </a:cubicBezTo>
                    <a:cubicBezTo>
                      <a:pt x="2092518" y="2019632"/>
                      <a:pt x="2080591" y="2056738"/>
                      <a:pt x="2099144" y="1720133"/>
                    </a:cubicBezTo>
                    <a:cubicBezTo>
                      <a:pt x="2117697" y="1383528"/>
                      <a:pt x="2122998" y="74213"/>
                      <a:pt x="2122998" y="74213"/>
                    </a:cubicBezTo>
                    <a:lnTo>
                      <a:pt x="2122998" y="74213"/>
                    </a:lnTo>
                    <a:cubicBezTo>
                      <a:pt x="2128299" y="63611"/>
                      <a:pt x="2148178" y="21204"/>
                      <a:pt x="2154804" y="10602"/>
                    </a:cubicBezTo>
                    <a:cubicBezTo>
                      <a:pt x="2161430" y="0"/>
                      <a:pt x="2160105" y="9277"/>
                      <a:pt x="2162755" y="10602"/>
                    </a:cubicBezTo>
                    <a:cubicBezTo>
                      <a:pt x="2165405" y="11927"/>
                      <a:pt x="2165405" y="7952"/>
                      <a:pt x="2170706" y="18554"/>
                    </a:cubicBezTo>
                    <a:cubicBezTo>
                      <a:pt x="2176007" y="29156"/>
                      <a:pt x="2182633" y="1326"/>
                      <a:pt x="2194560" y="74213"/>
                    </a:cubicBezTo>
                    <a:cubicBezTo>
                      <a:pt x="2206487" y="147100"/>
                      <a:pt x="2221065" y="283597"/>
                      <a:pt x="2242268" y="455875"/>
                    </a:cubicBezTo>
                    <a:cubicBezTo>
                      <a:pt x="2263471" y="628153"/>
                      <a:pt x="2297927" y="911750"/>
                      <a:pt x="2321781" y="1107882"/>
                    </a:cubicBezTo>
                    <a:cubicBezTo>
                      <a:pt x="2345635" y="1304014"/>
                      <a:pt x="2365513" y="1464365"/>
                      <a:pt x="2385391" y="1632668"/>
                    </a:cubicBezTo>
                    <a:cubicBezTo>
                      <a:pt x="2405269" y="1800971"/>
                      <a:pt x="2423823" y="1994453"/>
                      <a:pt x="2441051" y="2117698"/>
                    </a:cubicBezTo>
                    <a:cubicBezTo>
                      <a:pt x="2458279" y="2240943"/>
                      <a:pt x="2462254" y="2315156"/>
                      <a:pt x="2488758" y="2372140"/>
                    </a:cubicBezTo>
                    <a:cubicBezTo>
                      <a:pt x="2515262" y="2429124"/>
                      <a:pt x="2558995" y="2445027"/>
                      <a:pt x="2600077" y="2459604"/>
                    </a:cubicBezTo>
                    <a:cubicBezTo>
                      <a:pt x="2641159" y="2474181"/>
                      <a:pt x="2679590" y="2472856"/>
                      <a:pt x="2735249" y="2459604"/>
                    </a:cubicBezTo>
                    <a:cubicBezTo>
                      <a:pt x="2790908" y="2446352"/>
                      <a:pt x="2871746" y="2410571"/>
                      <a:pt x="2934031" y="2380091"/>
                    </a:cubicBezTo>
                    <a:cubicBezTo>
                      <a:pt x="2996316" y="2349611"/>
                      <a:pt x="3040123" y="2314297"/>
                      <a:pt x="3108960" y="2276724"/>
                    </a:cubicBezTo>
                    <a:cubicBezTo>
                      <a:pt x="3177797" y="2239151"/>
                      <a:pt x="3266215" y="2185135"/>
                      <a:pt x="3347053" y="2154655"/>
                    </a:cubicBezTo>
                    <a:cubicBezTo>
                      <a:pt x="3475599" y="2100321"/>
                      <a:pt x="3516708" y="2134019"/>
                      <a:pt x="3596221" y="2114141"/>
                    </a:cubicBezTo>
                    <a:cubicBezTo>
                      <a:pt x="3883793" y="2096913"/>
                      <a:pt x="4533028" y="2133356"/>
                      <a:pt x="5180397" y="2114141"/>
                    </a:cubicBezTo>
                  </a:path>
                </a:pathLst>
              </a:custGeom>
              <a:noFill/>
              <a:ln w="93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"/>
              <p:cNvSpPr/>
              <p:nvPr/>
            </p:nvSpPr>
            <p:spPr>
              <a:xfrm>
                <a:off x="5548320" y="5173560"/>
                <a:ext cx="393840" cy="98640"/>
              </a:xfrm>
              <a:custGeom>
                <a:avLst/>
                <a:gdLst>
                  <a:gd name="GluePoint1X" fmla="*/ 400050 w 399495"/>
                  <a:gd name="GluePoint1Y" fmla="*/ 88960 h 104559"/>
                  <a:gd name="GluePoint2X" fmla="*/ 177800 w 399495"/>
                  <a:gd name="GluePoint2Y" fmla="*/ 97857 h 104559"/>
                  <a:gd name="GluePoint3X" fmla="*/ 0 w 399495"/>
                  <a:gd name="GluePoint3Y" fmla="*/ 0 h 104559"/>
                  <a:gd name="GluePoint4X" fmla="*/ 0 w 399495"/>
                  <a:gd name="GluePoint4Y" fmla="*/ 0 h 1045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99495" h="104559">
                    <a:moveTo>
                      <a:pt x="399495" y="88777"/>
                    </a:moveTo>
                    <a:cubicBezTo>
                      <a:pt x="321815" y="100614"/>
                      <a:pt x="244135" y="112451"/>
                      <a:pt x="177553" y="97655"/>
                    </a:cubicBezTo>
                    <a:cubicBezTo>
                      <a:pt x="110970" y="82859"/>
                      <a:pt x="0" y="0"/>
                      <a:pt x="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560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"/>
              <p:cNvSpPr/>
              <p:nvPr/>
            </p:nvSpPr>
            <p:spPr>
              <a:xfrm>
                <a:off x="4859280" y="5157720"/>
                <a:ext cx="393840" cy="96840"/>
              </a:xfrm>
              <a:custGeom>
                <a:avLst/>
                <a:gdLst>
                  <a:gd name="GluePoint1X" fmla="*/ 400050 w 399495"/>
                  <a:gd name="GluePoint1Y" fmla="*/ 87612 h 104559"/>
                  <a:gd name="GluePoint2X" fmla="*/ 177800 w 399495"/>
                  <a:gd name="GluePoint2Y" fmla="*/ 96374 h 104559"/>
                  <a:gd name="GluePoint3X" fmla="*/ 0 w 399495"/>
                  <a:gd name="GluePoint3Y" fmla="*/ 0 h 104559"/>
                  <a:gd name="GluePoint4X" fmla="*/ 0 w 399495"/>
                  <a:gd name="GluePoint4Y" fmla="*/ 0 h 1045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99495" h="104559">
                    <a:moveTo>
                      <a:pt x="399495" y="88777"/>
                    </a:moveTo>
                    <a:cubicBezTo>
                      <a:pt x="321815" y="100614"/>
                      <a:pt x="244135" y="112451"/>
                      <a:pt x="177553" y="97655"/>
                    </a:cubicBezTo>
                    <a:cubicBezTo>
                      <a:pt x="110970" y="82859"/>
                      <a:pt x="0" y="0"/>
                      <a:pt x="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560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"/>
              <p:cNvSpPr/>
              <p:nvPr/>
            </p:nvSpPr>
            <p:spPr>
              <a:xfrm>
                <a:off x="6582600" y="5281560"/>
                <a:ext cx="1906920" cy="322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51"/>
                  </a:spcBef>
                  <a:spcAft>
                    <a:spcPts val="51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  <a:tab pos="10515600" algn="l"/>
                  </a:tabLst>
                </a:pPr>
                <a:r>
                  <a:rPr lang="en-GB" sz="15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Saltatory conduction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"/>
              <p:cNvSpPr/>
              <p:nvPr/>
            </p:nvSpPr>
            <p:spPr>
              <a:xfrm flipH="1">
                <a:off x="6330960" y="5172120"/>
                <a:ext cx="393840" cy="98280"/>
              </a:xfrm>
              <a:custGeom>
                <a:avLst/>
                <a:gdLst>
                  <a:gd name="GluePoint1X" fmla="*/ 400050 w 399495"/>
                  <a:gd name="GluePoint1Y" fmla="*/ 88960 h 104559"/>
                  <a:gd name="GluePoint2X" fmla="*/ 177800 w 399495"/>
                  <a:gd name="GluePoint2Y" fmla="*/ 97857 h 104559"/>
                  <a:gd name="GluePoint3X" fmla="*/ 0 w 399495"/>
                  <a:gd name="GluePoint3Y" fmla="*/ 0 h 104559"/>
                  <a:gd name="GluePoint4X" fmla="*/ 0 w 399495"/>
                  <a:gd name="GluePoint4Y" fmla="*/ 0 h 1045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99495" h="104559">
                    <a:moveTo>
                      <a:pt x="399495" y="88777"/>
                    </a:moveTo>
                    <a:cubicBezTo>
                      <a:pt x="321815" y="100614"/>
                      <a:pt x="244135" y="112451"/>
                      <a:pt x="177553" y="97655"/>
                    </a:cubicBezTo>
                    <a:cubicBezTo>
                      <a:pt x="110970" y="82859"/>
                      <a:pt x="0" y="0"/>
                      <a:pt x="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560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9" name=""/>
            <p:cNvSpPr/>
            <p:nvPr/>
          </p:nvSpPr>
          <p:spPr>
            <a:xfrm flipH="1">
              <a:off x="7081200" y="5167440"/>
              <a:ext cx="393480" cy="98280"/>
            </a:xfrm>
            <a:custGeom>
              <a:avLst/>
              <a:gdLst>
                <a:gd name="GluePoint1X" fmla="*/ 400050 w 399495"/>
                <a:gd name="GluePoint1Y" fmla="*/ 88960 h 104559"/>
                <a:gd name="GluePoint2X" fmla="*/ 177800 w 399495"/>
                <a:gd name="GluePoint2Y" fmla="*/ 97857 h 104559"/>
                <a:gd name="GluePoint3X" fmla="*/ 0 w 399495"/>
                <a:gd name="GluePoint3Y" fmla="*/ 0 h 104559"/>
                <a:gd name="GluePoint4X" fmla="*/ 0 w 399495"/>
                <a:gd name="GluePoint4Y" fmla="*/ 0 h 1045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99495" h="104559">
                  <a:moveTo>
                    <a:pt x="399495" y="88777"/>
                  </a:moveTo>
                  <a:cubicBezTo>
                    <a:pt x="321815" y="100614"/>
                    <a:pt x="244135" y="112451"/>
                    <a:pt x="177553" y="97655"/>
                  </a:cubicBezTo>
                  <a:cubicBezTo>
                    <a:pt x="110970" y="8285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5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" dur="indefinite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3 0 E">
                                      <p:cBhvr>
                                        <p:cTn id="56" dur="2000" fill="hold"/>
                                        <p:tgtEl>
                                          <p:spTgt spid="119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dur="indefinite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159 0 E">
                                      <p:cBhvr>
                                        <p:cTn id="58" dur="2000" fill="hold"/>
                                        <p:tgtEl>
                                          <p:spTgt spid="119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60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6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68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7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" dur="indefinite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208 L -0.03524 -0.00069 L -0.07882 -0.00231 E">
                                      <p:cBhvr>
                                        <p:cTn id="76" dur="2000" fill="hold"/>
                                        <p:tgtEl>
                                          <p:spTgt spid="12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dur="indefinite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618 0.00092 L 0.07413 -0.00209 E">
                                      <p:cBhvr>
                                        <p:cTn id="78" dur="2000" fill="hold"/>
                                        <p:tgtEl>
                                          <p:spTgt spid="12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80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"/>
          <p:cNvGrpSpPr/>
          <p:nvPr/>
        </p:nvGrpSpPr>
        <p:grpSpPr>
          <a:xfrm>
            <a:off x="2328840" y="861840"/>
            <a:ext cx="4427640" cy="2033640"/>
            <a:chOff x="2328840" y="861840"/>
            <a:chExt cx="4427640" cy="2033640"/>
          </a:xfrm>
        </p:grpSpPr>
        <p:sp>
          <p:nvSpPr>
            <p:cNvPr id="1241" name=""/>
            <p:cNvSpPr/>
            <p:nvPr/>
          </p:nvSpPr>
          <p:spPr>
            <a:xfrm rot="5400000">
              <a:off x="3093480" y="1510560"/>
              <a:ext cx="420480" cy="34920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"/>
            <p:cNvSpPr/>
            <p:nvPr/>
          </p:nvSpPr>
          <p:spPr>
            <a:xfrm>
              <a:off x="2328840" y="861840"/>
              <a:ext cx="800280" cy="649440"/>
            </a:xfrm>
            <a:custGeom>
              <a:avLst/>
              <a:gdLst>
                <a:gd name="GluePoint1X" fmla="*/ 0 w 811033"/>
                <a:gd name="GluePoint1Y" fmla="*/ 0 h 659958"/>
                <a:gd name="GluePoint2X" fmla="*/ 636359 w 811033"/>
                <a:gd name="GluePoint2Y" fmla="*/ 246707 h 659958"/>
                <a:gd name="GluePoint3X" fmla="*/ 811358 w 811033"/>
                <a:gd name="GluePoint3Y" fmla="*/ 660540 h 659958"/>
                <a:gd name="GluePoint4X" fmla="*/ 811358 w 811033"/>
                <a:gd name="GluePoint4Y" fmla="*/ 660540 h 6599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811033" h="659958">
                  <a:moveTo>
                    <a:pt x="0" y="0"/>
                  </a:moveTo>
                  <a:cubicBezTo>
                    <a:pt x="250466" y="68248"/>
                    <a:pt x="500932" y="136497"/>
                    <a:pt x="636104" y="246490"/>
                  </a:cubicBezTo>
                  <a:cubicBezTo>
                    <a:pt x="771276" y="356483"/>
                    <a:pt x="811033" y="659958"/>
                    <a:pt x="811033" y="659958"/>
                  </a:cubicBezTo>
                  <a:lnTo>
                    <a:pt x="811033" y="659958"/>
                  </a:lnTo>
                </a:path>
              </a:pathLst>
            </a:custGeom>
            <a:noFill/>
            <a:ln w="1908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"/>
            <p:cNvSpPr/>
            <p:nvPr/>
          </p:nvSpPr>
          <p:spPr>
            <a:xfrm>
              <a:off x="2328840" y="1927080"/>
              <a:ext cx="830160" cy="968400"/>
            </a:xfrm>
            <a:custGeom>
              <a:avLst/>
              <a:gdLst>
                <a:gd name="GluePoint1X" fmla="*/ 802582 w 658633"/>
                <a:gd name="GluePoint1Y" fmla="*/ 0 h 834887"/>
                <a:gd name="GluePoint2X" fmla="*/ 802582 w 658633"/>
                <a:gd name="GluePoint2Y" fmla="*/ 410540 h 834887"/>
                <a:gd name="GluePoint3X" fmla="*/ 568919 w 658633"/>
                <a:gd name="GluePoint3Y" fmla="*/ 681122 h 834887"/>
                <a:gd name="GluePoint4X" fmla="*/ 0 w 658633"/>
                <a:gd name="GluePoint4Y" fmla="*/ 979695 h 834887"/>
                <a:gd name="GluePoint5X" fmla="*/ 0 w 658633"/>
                <a:gd name="GluePoint5Y" fmla="*/ 979695 h 83488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658633" h="834887">
                  <a:moveTo>
                    <a:pt x="628153" y="0"/>
                  </a:moveTo>
                  <a:cubicBezTo>
                    <a:pt x="643393" y="126558"/>
                    <a:pt x="658633" y="253117"/>
                    <a:pt x="628153" y="349858"/>
                  </a:cubicBezTo>
                  <a:cubicBezTo>
                    <a:pt x="597673" y="446599"/>
                    <a:pt x="549965" y="499608"/>
                    <a:pt x="445273" y="580446"/>
                  </a:cubicBezTo>
                  <a:cubicBezTo>
                    <a:pt x="340581" y="661284"/>
                    <a:pt x="0" y="834887"/>
                    <a:pt x="0" y="834887"/>
                  </a:cubicBezTo>
                  <a:lnTo>
                    <a:pt x="0" y="834887"/>
                  </a:lnTo>
                </a:path>
              </a:pathLst>
            </a:custGeom>
            <a:noFill/>
            <a:ln w="1908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"/>
            <p:cNvSpPr/>
            <p:nvPr/>
          </p:nvSpPr>
          <p:spPr>
            <a:xfrm>
              <a:off x="3490920" y="1701720"/>
              <a:ext cx="3119400" cy="0"/>
            </a:xfrm>
            <a:prstGeom prst="line">
              <a:avLst/>
            </a:prstGeom>
            <a:ln w="1908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"/>
            <p:cNvSpPr/>
            <p:nvPr/>
          </p:nvSpPr>
          <p:spPr>
            <a:xfrm rot="16200000">
              <a:off x="6587280" y="1630800"/>
              <a:ext cx="204840" cy="13356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60" rIns="90000" bIns="-2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6" name=""/>
          <p:cNvSpPr/>
          <p:nvPr/>
        </p:nvSpPr>
        <p:spPr>
          <a:xfrm>
            <a:off x="3564000" y="981000"/>
            <a:ext cx="657000" cy="576360"/>
          </a:xfrm>
          <a:custGeom>
            <a:avLst/>
            <a:gdLst>
              <a:gd name="GluePoint1X" fmla="*/ 0 w 5180397"/>
              <a:gd name="GluePoint1Y" fmla="*/ 510848 h 2474181"/>
              <a:gd name="GluePoint2X" fmla="*/ 205269 w 5180397"/>
              <a:gd name="GluePoint2Y" fmla="*/ 507124 h 2474181"/>
              <a:gd name="GluePoint3X" fmla="*/ 255827 w 5180397"/>
              <a:gd name="GluePoint3Y" fmla="*/ 490365 h 2474181"/>
              <a:gd name="GluePoint4X" fmla="*/ 266950 w 5180397"/>
              <a:gd name="GluePoint4Y" fmla="*/ 402844 h 2474181"/>
              <a:gd name="GluePoint5X" fmla="*/ 269984 w 5180397"/>
              <a:gd name="GluePoint5Y" fmla="*/ 17380 h 2474181"/>
              <a:gd name="GluePoint6X" fmla="*/ 269984 w 5180397"/>
              <a:gd name="GluePoint6Y" fmla="*/ 17380 h 2474181"/>
              <a:gd name="GluePoint7X" fmla="*/ 274028 w 5180397"/>
              <a:gd name="GluePoint7Y" fmla="*/ 2483 h 2474181"/>
              <a:gd name="GluePoint8X" fmla="*/ 275040 w 5180397"/>
              <a:gd name="GluePoint8Y" fmla="*/ 2483 h 2474181"/>
              <a:gd name="GluePoint9X" fmla="*/ 276051 w 5180397"/>
              <a:gd name="GluePoint9Y" fmla="*/ 4345 h 2474181"/>
              <a:gd name="GluePoint10X" fmla="*/ 279084 w 5180397"/>
              <a:gd name="GluePoint10Y" fmla="*/ 17380 h 2474181"/>
              <a:gd name="GluePoint11X" fmla="*/ 285151 w 5180397"/>
              <a:gd name="GluePoint11Y" fmla="*/ 106763 h 2474181"/>
              <a:gd name="GluePoint12X" fmla="*/ 295263 w 5180397"/>
              <a:gd name="GluePoint12Y" fmla="*/ 259459 h 2474181"/>
              <a:gd name="GluePoint13X" fmla="*/ 303352 w 5180397"/>
              <a:gd name="GluePoint13Y" fmla="*/ 382360 h 2474181"/>
              <a:gd name="GluePoint14X" fmla="*/ 310431 w 5180397"/>
              <a:gd name="GluePoint14Y" fmla="*/ 495951 h 2474181"/>
              <a:gd name="GluePoint15X" fmla="*/ 316498 w 5180397"/>
              <a:gd name="GluePoint15Y" fmla="*/ 555540 h 2474181"/>
              <a:gd name="GluePoint16X" fmla="*/ 330654 w 5180397"/>
              <a:gd name="GluePoint16Y" fmla="*/ 576023 h 2474181"/>
              <a:gd name="GluePoint17X" fmla="*/ 347844 w 5180397"/>
              <a:gd name="GluePoint17Y" fmla="*/ 576023 h 2474181"/>
              <a:gd name="GluePoint18X" fmla="*/ 373124 w 5180397"/>
              <a:gd name="GluePoint18Y" fmla="*/ 557402 h 2474181"/>
              <a:gd name="GluePoint19X" fmla="*/ 395369 w 5180397"/>
              <a:gd name="GluePoint19Y" fmla="*/ 533194 h 2474181"/>
              <a:gd name="GluePoint20X" fmla="*/ 425648 w 5180397"/>
              <a:gd name="GluePoint20Y" fmla="*/ 504606 h 2474181"/>
              <a:gd name="GluePoint21X" fmla="*/ 457335 w 5180397"/>
              <a:gd name="GluePoint21Y" fmla="*/ 495118 h 2474181"/>
              <a:gd name="GluePoint22X" fmla="*/ 658796 w 5180397"/>
              <a:gd name="GluePoint22Y" fmla="*/ 495118 h 24741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l" t="t" r="r" b="b"/>
            <a:pathLst>
              <a:path w="5180397" h="2474181">
                <a:moveTo>
                  <a:pt x="0" y="2181308"/>
                </a:moveTo>
                <a:lnTo>
                  <a:pt x="1614115" y="2165406"/>
                </a:lnTo>
                <a:cubicBezTo>
                  <a:pt x="1949395" y="2150829"/>
                  <a:pt x="1930842" y="2168056"/>
                  <a:pt x="2011680" y="2093844"/>
                </a:cubicBezTo>
                <a:cubicBezTo>
                  <a:pt x="2092518" y="2019632"/>
                  <a:pt x="2080591" y="2056738"/>
                  <a:pt x="2099144" y="1720133"/>
                </a:cubicBezTo>
                <a:cubicBezTo>
                  <a:pt x="2117697" y="1383528"/>
                  <a:pt x="2122998" y="74213"/>
                  <a:pt x="2122998" y="74213"/>
                </a:cubicBezTo>
                <a:lnTo>
                  <a:pt x="2122998" y="74213"/>
                </a:lnTo>
                <a:cubicBezTo>
                  <a:pt x="2128299" y="63611"/>
                  <a:pt x="2148178" y="21204"/>
                  <a:pt x="2154804" y="10602"/>
                </a:cubicBezTo>
                <a:cubicBezTo>
                  <a:pt x="2161430" y="0"/>
                  <a:pt x="2160105" y="9277"/>
                  <a:pt x="2162755" y="10602"/>
                </a:cubicBezTo>
                <a:cubicBezTo>
                  <a:pt x="2165405" y="11927"/>
                  <a:pt x="2165405" y="7952"/>
                  <a:pt x="2170706" y="18554"/>
                </a:cubicBezTo>
                <a:cubicBezTo>
                  <a:pt x="2176007" y="29156"/>
                  <a:pt x="2182633" y="1326"/>
                  <a:pt x="2194560" y="74213"/>
                </a:cubicBezTo>
                <a:cubicBezTo>
                  <a:pt x="2206487" y="147100"/>
                  <a:pt x="2221065" y="283597"/>
                  <a:pt x="2242268" y="455875"/>
                </a:cubicBezTo>
                <a:cubicBezTo>
                  <a:pt x="2263471" y="628153"/>
                  <a:pt x="2297927" y="911750"/>
                  <a:pt x="2321781" y="1107882"/>
                </a:cubicBezTo>
                <a:cubicBezTo>
                  <a:pt x="2345635" y="1304014"/>
                  <a:pt x="2365513" y="1464365"/>
                  <a:pt x="2385391" y="1632668"/>
                </a:cubicBezTo>
                <a:cubicBezTo>
                  <a:pt x="2405269" y="1800971"/>
                  <a:pt x="2423823" y="1994453"/>
                  <a:pt x="2441051" y="2117698"/>
                </a:cubicBezTo>
                <a:cubicBezTo>
                  <a:pt x="2458279" y="2240943"/>
                  <a:pt x="2462254" y="2315156"/>
                  <a:pt x="2488758" y="2372140"/>
                </a:cubicBezTo>
                <a:cubicBezTo>
                  <a:pt x="2515262" y="2429124"/>
                  <a:pt x="2558995" y="2445027"/>
                  <a:pt x="2600077" y="2459604"/>
                </a:cubicBezTo>
                <a:cubicBezTo>
                  <a:pt x="2641159" y="2474181"/>
                  <a:pt x="2679590" y="2472856"/>
                  <a:pt x="2735249" y="2459604"/>
                </a:cubicBezTo>
                <a:cubicBezTo>
                  <a:pt x="2790908" y="2446352"/>
                  <a:pt x="2871746" y="2410571"/>
                  <a:pt x="2934031" y="2380091"/>
                </a:cubicBezTo>
                <a:cubicBezTo>
                  <a:pt x="2996316" y="2349611"/>
                  <a:pt x="3040123" y="2314297"/>
                  <a:pt x="3108960" y="2276724"/>
                </a:cubicBezTo>
                <a:cubicBezTo>
                  <a:pt x="3177797" y="2239151"/>
                  <a:pt x="3266215" y="2185135"/>
                  <a:pt x="3347053" y="2154655"/>
                </a:cubicBezTo>
                <a:cubicBezTo>
                  <a:pt x="3475599" y="2100321"/>
                  <a:pt x="3516708" y="2134019"/>
                  <a:pt x="3596221" y="2114141"/>
                </a:cubicBezTo>
                <a:cubicBezTo>
                  <a:pt x="3883793" y="2096913"/>
                  <a:pt x="4533028" y="2133356"/>
                  <a:pt x="5180397" y="2114141"/>
                </a:cubicBezTo>
              </a:path>
            </a:pathLst>
          </a:custGeom>
          <a:noFill/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7" name=""/>
          <p:cNvCxnSpPr/>
          <p:nvPr/>
        </p:nvCxnSpPr>
        <p:spPr>
          <a:xfrm>
            <a:off x="4067280" y="1267920"/>
            <a:ext cx="288000" cy="3960"/>
          </a:xfrm>
          <a:prstGeom prst="straightConnector1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248" name=""/>
          <p:cNvSpPr/>
          <p:nvPr/>
        </p:nvSpPr>
        <p:spPr>
          <a:xfrm>
            <a:off x="1828800" y="3429000"/>
            <a:ext cx="18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"/>
          <p:cNvSpPr/>
          <p:nvPr/>
        </p:nvSpPr>
        <p:spPr>
          <a:xfrm>
            <a:off x="685800" y="228600"/>
            <a:ext cx="329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Pharmacology of Na</a:t>
            </a:r>
            <a:r>
              <a:rPr lang="en-US" sz="1800" b="0" u="none" strike="noStrike" baseline="33000">
                <a:solidFill>
                  <a:srgbClr val="FF0000"/>
                </a:solidFill>
                <a:effectLst/>
                <a:uFillTx/>
                <a:latin typeface="Comic Sans MS"/>
              </a:rPr>
              <a:t>+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channels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"/>
          <p:cNvSpPr/>
          <p:nvPr/>
        </p:nvSpPr>
        <p:spPr>
          <a:xfrm>
            <a:off x="914400" y="3429000"/>
            <a:ext cx="117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Inhibitors: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914400" y="3886200"/>
            <a:ext cx="4513320" cy="15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Toxins- tetrodotoxin (TTX), saxitoxin (STX)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- natural products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- very high affinity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- experimental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"/>
          <p:cNvSpPr/>
          <p:nvPr/>
        </p:nvSpPr>
        <p:spPr>
          <a:xfrm>
            <a:off x="1143000" y="5257800"/>
            <a:ext cx="3890880" cy="15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Drugs- used clinically as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- Local anaesthetics- lidocaine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- anti-dysrythmics – quinidine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- anti-epileptics - phenytoin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"/>
          <p:cNvSpPr/>
          <p:nvPr/>
        </p:nvSpPr>
        <p:spPr>
          <a:xfrm>
            <a:off x="5486400" y="3584520"/>
            <a:ext cx="345924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Activators: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Batrachotoxin, veratridine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natural product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-prevents inactivation of 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dur="indefinite" fill="hold">
                      <p:stCondLst>
                        <p:cond delay="indefinite"/>
                      </p:stCondLst>
                      <p:childTnLst>
                        <p:par>
                          <p:cTn id="8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dur="indefinite" fill="hold">
                      <p:stCondLst>
                        <p:cond delay="indefinite"/>
                      </p:stCondLst>
                      <p:childTnLst>
                        <p:par>
                          <p:cTn id="9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dur="indefinite" fill="hold">
                      <p:stCondLst>
                        <p:cond delay="indefinite"/>
                      </p:stCondLst>
                      <p:childTnLst>
                        <p:par>
                          <p:cTn id="9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dur="indefinite" fill="hold">
                      <p:stCondLst>
                        <p:cond delay="indefinite"/>
                      </p:stCondLst>
                      <p:childTnLst>
                        <p:par>
                          <p:cTn id="9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dur="indefinite" fill="hold">
                      <p:stCondLst>
                        <p:cond delay="indefinite"/>
                      </p:stCondLst>
                      <p:childTnLst>
                        <p:par>
                          <p:cTn id="10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dur="indefinite" fill="hold">
                      <p:stCondLst>
                        <p:cond delay="indefinite"/>
                      </p:stCondLst>
                      <p:childTnLst>
                        <p:par>
                          <p:cTn id="10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dur="indefinite" fill="hold">
                      <p:stCondLst>
                        <p:cond delay="indefinite"/>
                      </p:stCondLst>
                      <p:childTnLst>
                        <p:par>
                          <p:cTn id="11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dur="indefinite" fill="hold">
                      <p:stCondLst>
                        <p:cond delay="indefinite"/>
                      </p:stCondLst>
                      <p:childTnLst>
                        <p:par>
                          <p:cTn id="11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dur="indefinite" fill="hold">
                      <p:stCondLst>
                        <p:cond delay="indefinite"/>
                      </p:stCondLst>
                      <p:childTnLst>
                        <p:par>
                          <p:cTn id="11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dur="indefinite" fill="hold">
                      <p:stCondLst>
                        <p:cond delay="indefinite"/>
                      </p:stCondLst>
                      <p:childTnLst>
                        <p:par>
                          <p:cTn id="12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dur="indefinite" fill="hold">
                      <p:stCondLst>
                        <p:cond delay="indefinite"/>
                      </p:stCondLst>
                      <p:childTnLst>
                        <p:par>
                          <p:cTn id="12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dur="indefinite" fill="hold">
                      <p:stCondLst>
                        <p:cond delay="indefinite"/>
                      </p:stCondLst>
                      <p:childTnLst>
                        <p:par>
                          <p:cTn id="13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1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dur="indefinite" fill="hold">
                      <p:stCondLst>
                        <p:cond delay="indefinite"/>
                      </p:stCondLst>
                      <p:childTnLst>
                        <p:par>
                          <p:cTn id="13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5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dur="indefinite" fill="hold">
                      <p:stCondLst>
                        <p:cond delay="indefinite"/>
                      </p:stCondLst>
                      <p:childTnLst>
                        <p:par>
                          <p:cTn id="1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9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dur="indefinite" fill="hold">
                      <p:stCondLst>
                        <p:cond delay="indefinite"/>
                      </p:stCondLst>
                      <p:childTnLst>
                        <p:par>
                          <p:cTn id="14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dur="indefinite" fill="hold">
                      <p:stCondLst>
                        <p:cond delay="indefinite"/>
                      </p:stCondLst>
                      <p:childTnLst>
                        <p:par>
                          <p:cTn id="14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"/>
          <p:cNvSpPr/>
          <p:nvPr/>
        </p:nvSpPr>
        <p:spPr>
          <a:xfrm>
            <a:off x="675000" y="44280"/>
            <a:ext cx="5868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Multiple Sclerosis K</a:t>
            </a:r>
            <a:r>
              <a:rPr lang="en-GB" sz="2800" b="0" u="none" strike="noStrike" baseline="33000">
                <a:solidFill>
                  <a:srgbClr val="0000FF"/>
                </a:solidFill>
                <a:effectLst/>
                <a:uFillTx/>
                <a:latin typeface="Comic Sans MS"/>
              </a:rPr>
              <a:t>+ </a:t>
            </a: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pharmacology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5" name=""/>
          <p:cNvGrpSpPr/>
          <p:nvPr/>
        </p:nvGrpSpPr>
        <p:grpSpPr>
          <a:xfrm>
            <a:off x="1741320" y="725400"/>
            <a:ext cx="4589640" cy="2282760"/>
            <a:chOff x="1741320" y="725400"/>
            <a:chExt cx="4589640" cy="2282760"/>
          </a:xfrm>
        </p:grpSpPr>
        <p:sp>
          <p:nvSpPr>
            <p:cNvPr id="1256" name=""/>
            <p:cNvSpPr/>
            <p:nvPr/>
          </p:nvSpPr>
          <p:spPr>
            <a:xfrm rot="16200000">
              <a:off x="3776400" y="-628920"/>
              <a:ext cx="644760" cy="4375440"/>
            </a:xfrm>
            <a:prstGeom prst="can">
              <a:avLst>
                <a:gd name="adj" fmla="val 3717"/>
              </a:avLst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"/>
            <p:cNvSpPr/>
            <p:nvPr/>
          </p:nvSpPr>
          <p:spPr>
            <a:xfrm>
              <a:off x="2148480" y="1324080"/>
              <a:ext cx="961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2000" b="1" u="none" strike="noStrike">
                  <a:solidFill>
                    <a:srgbClr val="FFFFFF"/>
                  </a:solidFill>
                  <a:effectLst/>
                  <a:uFillTx/>
                  <a:latin typeface="Comic Sans MS"/>
                </a:rPr>
                <a:t>AXON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8" name=""/>
            <p:cNvSpPr/>
            <p:nvPr/>
          </p:nvSpPr>
          <p:spPr>
            <a:xfrm>
              <a:off x="1741320" y="828720"/>
              <a:ext cx="325440" cy="1476360"/>
            </a:xfrm>
            <a:custGeom>
              <a:avLst/>
              <a:gdLst>
                <a:gd name="GluePoint1X" fmla="*/ 233353 w 257092"/>
                <a:gd name="GluePoint1Y" fmla="*/ 0 h 1144988"/>
                <a:gd name="GluePoint2X" fmla="*/ 129935 w 257092"/>
                <a:gd name="GluePoint2Y" fmla="*/ 111341 h 1144988"/>
                <a:gd name="GluePoint3X" fmla="*/ 34473 w 257092"/>
                <a:gd name="GluePoint3Y" fmla="*/ 349931 h 1144988"/>
                <a:gd name="GluePoint4X" fmla="*/ 10607 w 257092"/>
                <a:gd name="GluePoint4Y" fmla="*/ 580567 h 1144988"/>
                <a:gd name="GluePoint5X" fmla="*/ 10607 w 257092"/>
                <a:gd name="GluePoint5Y" fmla="*/ 795297 h 1144988"/>
                <a:gd name="GluePoint6X" fmla="*/ 74249 w 257092"/>
                <a:gd name="GluePoint6Y" fmla="*/ 986170 h 1144988"/>
                <a:gd name="GluePoint7X" fmla="*/ 257219 w 257092"/>
                <a:gd name="GluePoint7Y" fmla="*/ 1145229 h 11449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257092" h="1144988">
                  <a:moveTo>
                    <a:pt x="233238" y="0"/>
                  </a:moveTo>
                  <a:cubicBezTo>
                    <a:pt x="198119" y="26504"/>
                    <a:pt x="163001" y="53009"/>
                    <a:pt x="129871" y="111318"/>
                  </a:cubicBezTo>
                  <a:cubicBezTo>
                    <a:pt x="96741" y="169627"/>
                    <a:pt x="54334" y="271669"/>
                    <a:pt x="34456" y="349857"/>
                  </a:cubicBezTo>
                  <a:cubicBezTo>
                    <a:pt x="14578" y="428045"/>
                    <a:pt x="14578" y="506233"/>
                    <a:pt x="10602" y="580445"/>
                  </a:cubicBezTo>
                  <a:cubicBezTo>
                    <a:pt x="6626" y="654657"/>
                    <a:pt x="0" y="727544"/>
                    <a:pt x="10602" y="795130"/>
                  </a:cubicBezTo>
                  <a:cubicBezTo>
                    <a:pt x="21204" y="862716"/>
                    <a:pt x="33130" y="927652"/>
                    <a:pt x="74212" y="985962"/>
                  </a:cubicBezTo>
                  <a:cubicBezTo>
                    <a:pt x="115294" y="1044272"/>
                    <a:pt x="186193" y="1094630"/>
                    <a:pt x="257092" y="1144988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9" name=""/>
            <p:cNvSpPr/>
            <p:nvPr/>
          </p:nvSpPr>
          <p:spPr>
            <a:xfrm>
              <a:off x="1801800" y="930240"/>
              <a:ext cx="223920" cy="1251000"/>
            </a:xfrm>
            <a:custGeom>
              <a:avLst/>
              <a:gdLst>
                <a:gd name="GluePoint1X" fmla="*/ 179419 w 178905"/>
                <a:gd name="GluePoint1Y" fmla="*/ 0 h 970059"/>
                <a:gd name="GluePoint2X" fmla="*/ 75755 w 178905"/>
                <a:gd name="GluePoint2Y" fmla="*/ 159099 h 970059"/>
                <a:gd name="GluePoint3X" fmla="*/ 27910 w 178905"/>
                <a:gd name="GluePoint3Y" fmla="*/ 373883 h 970059"/>
                <a:gd name="GluePoint4X" fmla="*/ 3987 w 178905"/>
                <a:gd name="GluePoint4Y" fmla="*/ 636397 h 970059"/>
                <a:gd name="GluePoint5X" fmla="*/ 51832 w 178905"/>
                <a:gd name="GluePoint5Y" fmla="*/ 827317 h 970059"/>
                <a:gd name="GluePoint6X" fmla="*/ 179419 w 178905"/>
                <a:gd name="GluePoint6Y" fmla="*/ 970506 h 9700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78905" h="970059">
                  <a:moveTo>
                    <a:pt x="178905" y="0"/>
                  </a:moveTo>
                  <a:cubicBezTo>
                    <a:pt x="139811" y="48370"/>
                    <a:pt x="100717" y="96741"/>
                    <a:pt x="75538" y="159026"/>
                  </a:cubicBezTo>
                  <a:cubicBezTo>
                    <a:pt x="50359" y="221311"/>
                    <a:pt x="39757" y="294198"/>
                    <a:pt x="27830" y="373711"/>
                  </a:cubicBezTo>
                  <a:cubicBezTo>
                    <a:pt x="15903" y="453224"/>
                    <a:pt x="0" y="560566"/>
                    <a:pt x="3976" y="636104"/>
                  </a:cubicBezTo>
                  <a:cubicBezTo>
                    <a:pt x="7952" y="711642"/>
                    <a:pt x="22529" y="771277"/>
                    <a:pt x="51684" y="826936"/>
                  </a:cubicBezTo>
                  <a:cubicBezTo>
                    <a:pt x="80839" y="882595"/>
                    <a:pt x="129872" y="926327"/>
                    <a:pt x="178905" y="970059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"/>
            <p:cNvSpPr/>
            <p:nvPr/>
          </p:nvSpPr>
          <p:spPr>
            <a:xfrm>
              <a:off x="1846440" y="1104840"/>
              <a:ext cx="230040" cy="982800"/>
            </a:xfrm>
            <a:custGeom>
              <a:avLst/>
              <a:gdLst>
                <a:gd name="GluePoint1X" fmla="*/ 128530 w 184205"/>
                <a:gd name="GluePoint1Y" fmla="*/ 0 h 763325"/>
                <a:gd name="GluePoint2X" fmla="*/ 80828 w 184205"/>
                <a:gd name="GluePoint2Y" fmla="*/ 71627 h 763325"/>
                <a:gd name="GluePoint3X" fmla="*/ 33127 w 184205"/>
                <a:gd name="GluePoint3Y" fmla="*/ 175087 h 763325"/>
                <a:gd name="GluePoint4X" fmla="*/ 1325 w 184205"/>
                <a:gd name="GluePoint4Y" fmla="*/ 453635 h 763325"/>
                <a:gd name="GluePoint5X" fmla="*/ 41077 w 184205"/>
                <a:gd name="GluePoint5Y" fmla="*/ 596888 h 763325"/>
                <a:gd name="GluePoint6X" fmla="*/ 120580 w 184205"/>
                <a:gd name="GluePoint6Y" fmla="*/ 732182 h 763325"/>
                <a:gd name="GluePoint7X" fmla="*/ 184182 w 184205"/>
                <a:gd name="GluePoint7Y" fmla="*/ 764016 h 763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184205" h="763325">
                  <a:moveTo>
                    <a:pt x="128546" y="0"/>
                  </a:moveTo>
                  <a:cubicBezTo>
                    <a:pt x="112643" y="21203"/>
                    <a:pt x="96740" y="42407"/>
                    <a:pt x="80838" y="71562"/>
                  </a:cubicBezTo>
                  <a:cubicBezTo>
                    <a:pt x="64936" y="100717"/>
                    <a:pt x="46383" y="111319"/>
                    <a:pt x="33131" y="174929"/>
                  </a:cubicBezTo>
                  <a:cubicBezTo>
                    <a:pt x="19879" y="238540"/>
                    <a:pt x="0" y="382989"/>
                    <a:pt x="1325" y="453225"/>
                  </a:cubicBezTo>
                  <a:cubicBezTo>
                    <a:pt x="2650" y="523461"/>
                    <a:pt x="21204" y="549966"/>
                    <a:pt x="41082" y="596348"/>
                  </a:cubicBezTo>
                  <a:cubicBezTo>
                    <a:pt x="60960" y="642731"/>
                    <a:pt x="96741" y="703691"/>
                    <a:pt x="120595" y="731520"/>
                  </a:cubicBezTo>
                  <a:cubicBezTo>
                    <a:pt x="144449" y="759349"/>
                    <a:pt x="164327" y="761337"/>
                    <a:pt x="184205" y="763325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"/>
            <p:cNvSpPr/>
            <p:nvPr/>
          </p:nvSpPr>
          <p:spPr>
            <a:xfrm>
              <a:off x="1881360" y="1189080"/>
              <a:ext cx="195120" cy="797040"/>
            </a:xfrm>
            <a:custGeom>
              <a:avLst/>
              <a:gdLst>
                <a:gd name="GluePoint1X" fmla="*/ 125487 w 157700"/>
                <a:gd name="GluePoint1Y" fmla="*/ 0 h 620201"/>
                <a:gd name="GluePoint2X" fmla="*/ 62083 w 157700"/>
                <a:gd name="GluePoint2Y" fmla="*/ 63698 h 620201"/>
                <a:gd name="GluePoint3X" fmla="*/ 6605 w 157700"/>
                <a:gd name="GluePoint3Y" fmla="*/ 254794 h 620201"/>
                <a:gd name="GluePoint4X" fmla="*/ 22455 w 157700"/>
                <a:gd name="GluePoint4Y" fmla="*/ 461814 h 620201"/>
                <a:gd name="GluePoint5X" fmla="*/ 85860 w 157700"/>
                <a:gd name="GluePoint5Y" fmla="*/ 581250 h 620201"/>
                <a:gd name="GluePoint6X" fmla="*/ 157189 w 157700"/>
                <a:gd name="GluePoint6Y" fmla="*/ 621061 h 6202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7700" h="620201">
                  <a:moveTo>
                    <a:pt x="125895" y="0"/>
                  </a:moveTo>
                  <a:cubicBezTo>
                    <a:pt x="104029" y="10601"/>
                    <a:pt x="82163" y="21203"/>
                    <a:pt x="62285" y="63610"/>
                  </a:cubicBezTo>
                  <a:cubicBezTo>
                    <a:pt x="42407" y="106017"/>
                    <a:pt x="13252" y="188180"/>
                    <a:pt x="6626" y="254441"/>
                  </a:cubicBezTo>
                  <a:cubicBezTo>
                    <a:pt x="0" y="320702"/>
                    <a:pt x="9276" y="406841"/>
                    <a:pt x="22528" y="461175"/>
                  </a:cubicBezTo>
                  <a:cubicBezTo>
                    <a:pt x="35780" y="515509"/>
                    <a:pt x="63610" y="553941"/>
                    <a:pt x="86139" y="580445"/>
                  </a:cubicBezTo>
                  <a:cubicBezTo>
                    <a:pt x="108668" y="606949"/>
                    <a:pt x="133184" y="613575"/>
                    <a:pt x="157700" y="620201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"/>
            <p:cNvSpPr/>
            <p:nvPr/>
          </p:nvSpPr>
          <p:spPr>
            <a:xfrm rot="16440000">
              <a:off x="2312640" y="828360"/>
              <a:ext cx="196920" cy="399960"/>
            </a:xfrm>
            <a:prstGeom prst="ellipse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"/>
            <p:cNvSpPr/>
            <p:nvPr/>
          </p:nvSpPr>
          <p:spPr>
            <a:xfrm flipV="1">
              <a:off x="2048040" y="1850040"/>
              <a:ext cx="4282920" cy="492120"/>
            </a:xfrm>
            <a:custGeom>
              <a:avLst/>
              <a:gdLst>
                <a:gd name="GluePoint1X" fmla="*/ 3226236 w 3314369"/>
                <a:gd name="GluePoint1Y" fmla="*/ 342208 h 385638"/>
                <a:gd name="GluePoint2X" fmla="*/ 3162639 w 3314369"/>
                <a:gd name="GluePoint2Y" fmla="*/ 143251 h 385638"/>
                <a:gd name="GluePoint3X" fmla="*/ 3059294 w 3314369"/>
                <a:gd name="GluePoint3Y" fmla="*/ 127333 h 385638"/>
                <a:gd name="GluePoint4X" fmla="*/ 2757206 w 3314369"/>
                <a:gd name="GluePoint4Y" fmla="*/ 135292 h 385638"/>
                <a:gd name="GluePoint5X" fmla="*/ 2653861 w 3314369"/>
                <a:gd name="GluePoint5Y" fmla="*/ 334250 h 385638"/>
                <a:gd name="GluePoint6X" fmla="*/ 2566415 w 3314369"/>
                <a:gd name="GluePoint6Y" fmla="*/ 342208 h 385638"/>
                <a:gd name="GluePoint7X" fmla="*/ 2502817 w 3314369"/>
                <a:gd name="GluePoint7Y" fmla="*/ 135292 h 385638"/>
                <a:gd name="GluePoint8X" fmla="*/ 2431271 w 3314369"/>
                <a:gd name="GluePoint8Y" fmla="*/ 127333 h 385638"/>
                <a:gd name="GluePoint9X" fmla="*/ 2097385 w 3314369"/>
                <a:gd name="GluePoint9Y" fmla="*/ 119375 h 385638"/>
                <a:gd name="GluePoint10X" fmla="*/ 2025838 w 3314369"/>
                <a:gd name="GluePoint10Y" fmla="*/ 238750 h 385638"/>
                <a:gd name="GluePoint11X" fmla="*/ 2017889 w 3314369"/>
                <a:gd name="GluePoint11Y" fmla="*/ 318333 h 385638"/>
                <a:gd name="GluePoint12X" fmla="*/ 1922492 w 3314369"/>
                <a:gd name="GluePoint12Y" fmla="*/ 334250 h 385638"/>
                <a:gd name="GluePoint13X" fmla="*/ 1866845 w 3314369"/>
                <a:gd name="GluePoint13Y" fmla="*/ 127333 h 385638"/>
                <a:gd name="GluePoint14X" fmla="*/ 1715801 w 3314369"/>
                <a:gd name="GluePoint14Y" fmla="*/ 103458 h 385638"/>
                <a:gd name="GluePoint15X" fmla="*/ 1389866 w 3314369"/>
                <a:gd name="GluePoint15Y" fmla="*/ 103458 h 385638"/>
                <a:gd name="GluePoint16X" fmla="*/ 1302419 w 3314369"/>
                <a:gd name="GluePoint16Y" fmla="*/ 278542 h 385638"/>
                <a:gd name="GluePoint17X" fmla="*/ 1294470 w 3314369"/>
                <a:gd name="GluePoint17Y" fmla="*/ 318333 h 385638"/>
                <a:gd name="GluePoint18X" fmla="*/ 1238822 w 3314369"/>
                <a:gd name="GluePoint18Y" fmla="*/ 326292 h 385638"/>
                <a:gd name="GluePoint19X" fmla="*/ 1183175 w 3314369"/>
                <a:gd name="GluePoint19Y" fmla="*/ 103458 h 385638"/>
                <a:gd name="GluePoint20X" fmla="*/ 1127527 w 3314369"/>
                <a:gd name="GluePoint20Y" fmla="*/ 79583 h 385638"/>
                <a:gd name="GluePoint21X" fmla="*/ 865189 w 3314369"/>
                <a:gd name="GluePoint21Y" fmla="*/ 71625 h 385638"/>
                <a:gd name="GluePoint22X" fmla="*/ 745943 w 3314369"/>
                <a:gd name="GluePoint22Y" fmla="*/ 63667 h 385638"/>
                <a:gd name="GluePoint23X" fmla="*/ 714145 w 3314369"/>
                <a:gd name="GluePoint23Y" fmla="*/ 87541 h 385638"/>
                <a:gd name="GluePoint24X" fmla="*/ 682347 w 3314369"/>
                <a:gd name="GluePoint24Y" fmla="*/ 230792 h 385638"/>
                <a:gd name="GluePoint25X" fmla="*/ 682347 w 3314369"/>
                <a:gd name="GluePoint25Y" fmla="*/ 294458 h 385638"/>
                <a:gd name="GluePoint26X" fmla="*/ 650547 w 3314369"/>
                <a:gd name="GluePoint26Y" fmla="*/ 310375 h 385638"/>
                <a:gd name="GluePoint27X" fmla="*/ 602850 w 3314369"/>
                <a:gd name="GluePoint27Y" fmla="*/ 214875 h 385638"/>
                <a:gd name="GluePoint28X" fmla="*/ 563101 w 3314369"/>
                <a:gd name="GluePoint28Y" fmla="*/ 87541 h 385638"/>
                <a:gd name="GluePoint29X" fmla="*/ 515403 w 3314369"/>
                <a:gd name="GluePoint29Y" fmla="*/ 55708 h 385638"/>
                <a:gd name="GluePoint30X" fmla="*/ 404108 w 3314369"/>
                <a:gd name="GluePoint30Y" fmla="*/ 47750 h 385638"/>
                <a:gd name="GluePoint31X" fmla="*/ 237166 w 3314369"/>
                <a:gd name="GluePoint31Y" fmla="*/ 47750 h 385638"/>
                <a:gd name="GluePoint32X" fmla="*/ 94071 w 3314369"/>
                <a:gd name="GluePoint32Y" fmla="*/ 47750 h 385638"/>
                <a:gd name="GluePoint33X" fmla="*/ 22524 w 3314369"/>
                <a:gd name="GluePoint33Y" fmla="*/ 47750 h 385638"/>
                <a:gd name="GluePoint34X" fmla="*/ 30475 w 3314369"/>
                <a:gd name="GluePoint34Y" fmla="*/ 334250 h 385638"/>
                <a:gd name="GluePoint35X" fmla="*/ 102021 w 3314369"/>
                <a:gd name="GluePoint35Y" fmla="*/ 358125 h 385638"/>
                <a:gd name="GluePoint36X" fmla="*/ 642598 w 3314369"/>
                <a:gd name="GluePoint36Y" fmla="*/ 334250 h 385638"/>
                <a:gd name="GluePoint37X" fmla="*/ 1262671 w 3314369"/>
                <a:gd name="GluePoint37Y" fmla="*/ 358125 h 385638"/>
                <a:gd name="GluePoint38X" fmla="*/ 1970191 w 3314369"/>
                <a:gd name="GluePoint38Y" fmla="*/ 350166 h 385638"/>
                <a:gd name="GluePoint39X" fmla="*/ 2637961 w 3314369"/>
                <a:gd name="GluePoint39Y" fmla="*/ 374041 h 385638"/>
                <a:gd name="GluePoint40X" fmla="*/ 3226236 w 3314369"/>
                <a:gd name="GluePoint40Y" fmla="*/ 342208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4" name=""/>
            <p:cNvSpPr/>
            <p:nvPr/>
          </p:nvSpPr>
          <p:spPr>
            <a:xfrm>
              <a:off x="2023920" y="766800"/>
              <a:ext cx="4284720" cy="493560"/>
            </a:xfrm>
            <a:custGeom>
              <a:avLst/>
              <a:gdLst>
                <a:gd name="GluePoint1X" fmla="*/ 3226235 w 3314369"/>
                <a:gd name="GluePoint1Y" fmla="*/ 342207 h 385638"/>
                <a:gd name="GluePoint2X" fmla="*/ 3162638 w 3314369"/>
                <a:gd name="GluePoint2Y" fmla="*/ 143250 h 385638"/>
                <a:gd name="GluePoint3X" fmla="*/ 3059293 w 3314369"/>
                <a:gd name="GluePoint3Y" fmla="*/ 127333 h 385638"/>
                <a:gd name="GluePoint4X" fmla="*/ 2757206 w 3314369"/>
                <a:gd name="GluePoint4Y" fmla="*/ 135291 h 385638"/>
                <a:gd name="GluePoint5X" fmla="*/ 2653860 w 3314369"/>
                <a:gd name="GluePoint5Y" fmla="*/ 334249 h 385638"/>
                <a:gd name="GluePoint6X" fmla="*/ 2566414 w 3314369"/>
                <a:gd name="GluePoint6Y" fmla="*/ 342207 h 385638"/>
                <a:gd name="GluePoint7X" fmla="*/ 2502816 w 3314369"/>
                <a:gd name="GluePoint7Y" fmla="*/ 135291 h 385638"/>
                <a:gd name="GluePoint8X" fmla="*/ 2431270 w 3314369"/>
                <a:gd name="GluePoint8Y" fmla="*/ 127333 h 385638"/>
                <a:gd name="GluePoint9X" fmla="*/ 2097385 w 3314369"/>
                <a:gd name="GluePoint9Y" fmla="*/ 119375 h 385638"/>
                <a:gd name="GluePoint10X" fmla="*/ 2025837 w 3314369"/>
                <a:gd name="GluePoint10Y" fmla="*/ 238749 h 385638"/>
                <a:gd name="GluePoint11X" fmla="*/ 2017888 w 3314369"/>
                <a:gd name="GluePoint11Y" fmla="*/ 318332 h 385638"/>
                <a:gd name="GluePoint12X" fmla="*/ 1922492 w 3314369"/>
                <a:gd name="GluePoint12Y" fmla="*/ 334249 h 385638"/>
                <a:gd name="GluePoint13X" fmla="*/ 1866844 w 3314369"/>
                <a:gd name="GluePoint13Y" fmla="*/ 127333 h 385638"/>
                <a:gd name="GluePoint14X" fmla="*/ 1715801 w 3314369"/>
                <a:gd name="GluePoint14Y" fmla="*/ 103458 h 385638"/>
                <a:gd name="GluePoint15X" fmla="*/ 1389865 w 3314369"/>
                <a:gd name="GluePoint15Y" fmla="*/ 103458 h 385638"/>
                <a:gd name="GluePoint16X" fmla="*/ 1302419 w 3314369"/>
                <a:gd name="GluePoint16Y" fmla="*/ 278541 h 385638"/>
                <a:gd name="GluePoint17X" fmla="*/ 1294469 w 3314369"/>
                <a:gd name="GluePoint17Y" fmla="*/ 318332 h 385638"/>
                <a:gd name="GluePoint18X" fmla="*/ 1238822 w 3314369"/>
                <a:gd name="GluePoint18Y" fmla="*/ 326291 h 385638"/>
                <a:gd name="GluePoint19X" fmla="*/ 1183174 w 3314369"/>
                <a:gd name="GluePoint19Y" fmla="*/ 103458 h 385638"/>
                <a:gd name="GluePoint20X" fmla="*/ 1127527 w 3314369"/>
                <a:gd name="GluePoint20Y" fmla="*/ 79583 h 385638"/>
                <a:gd name="GluePoint21X" fmla="*/ 865188 w 3314369"/>
                <a:gd name="GluePoint21Y" fmla="*/ 71625 h 385638"/>
                <a:gd name="GluePoint22X" fmla="*/ 745943 w 3314369"/>
                <a:gd name="GluePoint22Y" fmla="*/ 63667 h 385638"/>
                <a:gd name="GluePoint23X" fmla="*/ 714145 w 3314369"/>
                <a:gd name="GluePoint23Y" fmla="*/ 87541 h 385638"/>
                <a:gd name="GluePoint24X" fmla="*/ 682346 w 3314369"/>
                <a:gd name="GluePoint24Y" fmla="*/ 230791 h 385638"/>
                <a:gd name="GluePoint25X" fmla="*/ 682346 w 3314369"/>
                <a:gd name="GluePoint25Y" fmla="*/ 294457 h 385638"/>
                <a:gd name="GluePoint26X" fmla="*/ 650547 w 3314369"/>
                <a:gd name="GluePoint26Y" fmla="*/ 310374 h 385638"/>
                <a:gd name="GluePoint27X" fmla="*/ 602850 w 3314369"/>
                <a:gd name="GluePoint27Y" fmla="*/ 214874 h 385638"/>
                <a:gd name="GluePoint28X" fmla="*/ 563101 w 3314369"/>
                <a:gd name="GluePoint28Y" fmla="*/ 87541 h 385638"/>
                <a:gd name="GluePoint29X" fmla="*/ 515403 w 3314369"/>
                <a:gd name="GluePoint29Y" fmla="*/ 55708 h 385638"/>
                <a:gd name="GluePoint30X" fmla="*/ 404108 w 3314369"/>
                <a:gd name="GluePoint30Y" fmla="*/ 47750 h 385638"/>
                <a:gd name="GluePoint31X" fmla="*/ 237166 w 3314369"/>
                <a:gd name="GluePoint31Y" fmla="*/ 47750 h 385638"/>
                <a:gd name="GluePoint32X" fmla="*/ 94071 w 3314369"/>
                <a:gd name="GluePoint32Y" fmla="*/ 47750 h 385638"/>
                <a:gd name="GluePoint33X" fmla="*/ 22524 w 3314369"/>
                <a:gd name="GluePoint33Y" fmla="*/ 47750 h 385638"/>
                <a:gd name="GluePoint34X" fmla="*/ 30475 w 3314369"/>
                <a:gd name="GluePoint34Y" fmla="*/ 334249 h 385638"/>
                <a:gd name="GluePoint35X" fmla="*/ 102021 w 3314369"/>
                <a:gd name="GluePoint35Y" fmla="*/ 358124 h 385638"/>
                <a:gd name="GluePoint36X" fmla="*/ 642598 w 3314369"/>
                <a:gd name="GluePoint36Y" fmla="*/ 334249 h 385638"/>
                <a:gd name="GluePoint37X" fmla="*/ 1262671 w 3314369"/>
                <a:gd name="GluePoint37Y" fmla="*/ 358124 h 385638"/>
                <a:gd name="GluePoint38X" fmla="*/ 1970190 w 3314369"/>
                <a:gd name="GluePoint38Y" fmla="*/ 350165 h 385638"/>
                <a:gd name="GluePoint39X" fmla="*/ 2637960 w 3314369"/>
                <a:gd name="GluePoint39Y" fmla="*/ 374040 h 385638"/>
                <a:gd name="GluePoint40X" fmla="*/ 3226235 w 3314369"/>
                <a:gd name="GluePoint40Y" fmla="*/ 342207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5" name=""/>
            <p:cNvSpPr/>
            <p:nvPr/>
          </p:nvSpPr>
          <p:spPr>
            <a:xfrm>
              <a:off x="1860480" y="1274760"/>
              <a:ext cx="52560" cy="657360"/>
            </a:xfrm>
            <a:custGeom>
              <a:avLst/>
              <a:gdLst>
                <a:gd name="GluePoint1X" fmla="*/ 0 w 43732"/>
                <a:gd name="GluePoint1Y" fmla="*/ 0 h 278295"/>
                <a:gd name="GluePoint2X" fmla="*/ 41851 w 43732"/>
                <a:gd name="GluePoint2Y" fmla="*/ 263783 h 278295"/>
                <a:gd name="GluePoint3X" fmla="*/ 25111 w 43732"/>
                <a:gd name="GluePoint3Y" fmla="*/ 512912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"/>
            <p:cNvSpPr/>
            <p:nvPr/>
          </p:nvSpPr>
          <p:spPr>
            <a:xfrm>
              <a:off x="2689200" y="1468440"/>
              <a:ext cx="399960" cy="47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"/>
            <p:cNvSpPr/>
            <p:nvPr/>
          </p:nvSpPr>
          <p:spPr>
            <a:xfrm>
              <a:off x="2624040" y="2435400"/>
              <a:ext cx="650880" cy="572760"/>
            </a:xfrm>
            <a:custGeom>
              <a:avLst/>
              <a:gdLst>
                <a:gd name="GluePoint1X" fmla="*/ 0 w 5180397"/>
                <a:gd name="GluePoint1Y" fmla="*/ 510848 h 2474181"/>
                <a:gd name="GluePoint2X" fmla="*/ 204779 w 5180397"/>
                <a:gd name="GluePoint2Y" fmla="*/ 507124 h 2474181"/>
                <a:gd name="GluePoint3X" fmla="*/ 255217 w 5180397"/>
                <a:gd name="GluePoint3Y" fmla="*/ 490365 h 2474181"/>
                <a:gd name="GluePoint4X" fmla="*/ 266314 w 5180397"/>
                <a:gd name="GluePoint4Y" fmla="*/ 402844 h 2474181"/>
                <a:gd name="GluePoint5X" fmla="*/ 269340 w 5180397"/>
                <a:gd name="GluePoint5Y" fmla="*/ 17380 h 2474181"/>
                <a:gd name="GluePoint6X" fmla="*/ 269340 w 5180397"/>
                <a:gd name="GluePoint6Y" fmla="*/ 17380 h 2474181"/>
                <a:gd name="GluePoint7X" fmla="*/ 273375 w 5180397"/>
                <a:gd name="GluePoint7Y" fmla="*/ 2483 h 2474181"/>
                <a:gd name="GluePoint8X" fmla="*/ 274384 w 5180397"/>
                <a:gd name="GluePoint8Y" fmla="*/ 2483 h 2474181"/>
                <a:gd name="GluePoint9X" fmla="*/ 275392 w 5180397"/>
                <a:gd name="GluePoint9Y" fmla="*/ 4345 h 2474181"/>
                <a:gd name="GluePoint10X" fmla="*/ 278419 w 5180397"/>
                <a:gd name="GluePoint10Y" fmla="*/ 17380 h 2474181"/>
                <a:gd name="GluePoint11X" fmla="*/ 284471 w 5180397"/>
                <a:gd name="GluePoint11Y" fmla="*/ 106763 h 2474181"/>
                <a:gd name="GluePoint12X" fmla="*/ 294559 w 5180397"/>
                <a:gd name="GluePoint12Y" fmla="*/ 259459 h 2474181"/>
                <a:gd name="GluePoint13X" fmla="*/ 302629 w 5180397"/>
                <a:gd name="GluePoint13Y" fmla="*/ 382360 h 2474181"/>
                <a:gd name="GluePoint14X" fmla="*/ 309691 w 5180397"/>
                <a:gd name="GluePoint14Y" fmla="*/ 495951 h 2474181"/>
                <a:gd name="GluePoint15X" fmla="*/ 315743 w 5180397"/>
                <a:gd name="GluePoint15Y" fmla="*/ 555540 h 2474181"/>
                <a:gd name="GluePoint16X" fmla="*/ 329866 w 5180397"/>
                <a:gd name="GluePoint16Y" fmla="*/ 576023 h 2474181"/>
                <a:gd name="GluePoint17X" fmla="*/ 347015 w 5180397"/>
                <a:gd name="GluePoint17Y" fmla="*/ 576023 h 2474181"/>
                <a:gd name="GluePoint18X" fmla="*/ 372234 w 5180397"/>
                <a:gd name="GluePoint18Y" fmla="*/ 557402 h 2474181"/>
                <a:gd name="GluePoint19X" fmla="*/ 394427 w 5180397"/>
                <a:gd name="GluePoint19Y" fmla="*/ 533194 h 2474181"/>
                <a:gd name="GluePoint20X" fmla="*/ 424633 w 5180397"/>
                <a:gd name="GluePoint20Y" fmla="*/ 504606 h 2474181"/>
                <a:gd name="GluePoint21X" fmla="*/ 456244 w 5180397"/>
                <a:gd name="GluePoint21Y" fmla="*/ 495118 h 2474181"/>
                <a:gd name="GluePoint22X" fmla="*/ 657225 w 5180397"/>
                <a:gd name="GluePoint22Y" fmla="*/ 495118 h 24741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l" t="t" r="r" b="b"/>
              <a:pathLst>
                <a:path w="5180397" h="2474181">
                  <a:moveTo>
                    <a:pt x="0" y="2181308"/>
                  </a:moveTo>
                  <a:lnTo>
                    <a:pt x="1614115" y="2165406"/>
                  </a:lnTo>
                  <a:cubicBezTo>
                    <a:pt x="1949395" y="2150829"/>
                    <a:pt x="1930842" y="2168056"/>
                    <a:pt x="2011680" y="2093844"/>
                  </a:cubicBezTo>
                  <a:cubicBezTo>
                    <a:pt x="2092518" y="2019632"/>
                    <a:pt x="2080591" y="2056738"/>
                    <a:pt x="2099144" y="1720133"/>
                  </a:cubicBezTo>
                  <a:cubicBezTo>
                    <a:pt x="2117697" y="1383528"/>
                    <a:pt x="2122998" y="74213"/>
                    <a:pt x="2122998" y="74213"/>
                  </a:cubicBezTo>
                  <a:lnTo>
                    <a:pt x="2122998" y="74213"/>
                  </a:lnTo>
                  <a:cubicBezTo>
                    <a:pt x="2128299" y="63611"/>
                    <a:pt x="2148178" y="21204"/>
                    <a:pt x="2154804" y="10602"/>
                  </a:cubicBezTo>
                  <a:cubicBezTo>
                    <a:pt x="2161430" y="0"/>
                    <a:pt x="2160105" y="9277"/>
                    <a:pt x="2162755" y="10602"/>
                  </a:cubicBezTo>
                  <a:cubicBezTo>
                    <a:pt x="2165405" y="11927"/>
                    <a:pt x="2165405" y="7952"/>
                    <a:pt x="2170706" y="18554"/>
                  </a:cubicBezTo>
                  <a:cubicBezTo>
                    <a:pt x="2176007" y="29156"/>
                    <a:pt x="2182633" y="1326"/>
                    <a:pt x="2194560" y="74213"/>
                  </a:cubicBezTo>
                  <a:cubicBezTo>
                    <a:pt x="2206487" y="147100"/>
                    <a:pt x="2221065" y="283597"/>
                    <a:pt x="2242268" y="455875"/>
                  </a:cubicBezTo>
                  <a:cubicBezTo>
                    <a:pt x="2263471" y="628153"/>
                    <a:pt x="2297927" y="911750"/>
                    <a:pt x="2321781" y="1107882"/>
                  </a:cubicBezTo>
                  <a:cubicBezTo>
                    <a:pt x="2345635" y="1304014"/>
                    <a:pt x="2365513" y="1464365"/>
                    <a:pt x="2385391" y="1632668"/>
                  </a:cubicBezTo>
                  <a:cubicBezTo>
                    <a:pt x="2405269" y="1800971"/>
                    <a:pt x="2423823" y="1994453"/>
                    <a:pt x="2441051" y="2117698"/>
                  </a:cubicBezTo>
                  <a:cubicBezTo>
                    <a:pt x="2458279" y="2240943"/>
                    <a:pt x="2462254" y="2315156"/>
                    <a:pt x="2488758" y="2372140"/>
                  </a:cubicBezTo>
                  <a:cubicBezTo>
                    <a:pt x="2515262" y="2429124"/>
                    <a:pt x="2558995" y="2445027"/>
                    <a:pt x="2600077" y="2459604"/>
                  </a:cubicBezTo>
                  <a:cubicBezTo>
                    <a:pt x="2641159" y="2474181"/>
                    <a:pt x="2679590" y="2472856"/>
                    <a:pt x="2735249" y="2459604"/>
                  </a:cubicBezTo>
                  <a:cubicBezTo>
                    <a:pt x="2790908" y="2446352"/>
                    <a:pt x="2871746" y="2410571"/>
                    <a:pt x="2934031" y="2380091"/>
                  </a:cubicBezTo>
                  <a:cubicBezTo>
                    <a:pt x="2996316" y="2349611"/>
                    <a:pt x="3040123" y="2314297"/>
                    <a:pt x="3108960" y="2276724"/>
                  </a:cubicBezTo>
                  <a:cubicBezTo>
                    <a:pt x="3177797" y="2239151"/>
                    <a:pt x="3266215" y="2185135"/>
                    <a:pt x="3347053" y="2154655"/>
                  </a:cubicBezTo>
                  <a:cubicBezTo>
                    <a:pt x="3475599" y="2100321"/>
                    <a:pt x="3516708" y="2134019"/>
                    <a:pt x="3596221" y="2114141"/>
                  </a:cubicBezTo>
                  <a:cubicBezTo>
                    <a:pt x="3883793" y="2096913"/>
                    <a:pt x="4533028" y="2133356"/>
                    <a:pt x="5180397" y="2114141"/>
                  </a:cubicBezTo>
                </a:path>
              </a:pathLst>
            </a:custGeom>
            <a:noFill/>
            <a:ln w="93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"/>
            <p:cNvSpPr/>
            <p:nvPr/>
          </p:nvSpPr>
          <p:spPr>
            <a:xfrm>
              <a:off x="4608360" y="1898640"/>
              <a:ext cx="978120" cy="46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"/>
            <p:cNvSpPr/>
            <p:nvPr/>
          </p:nvSpPr>
          <p:spPr>
            <a:xfrm>
              <a:off x="4562640" y="725400"/>
              <a:ext cx="977760" cy="46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0" name=""/>
            <p:cNvSpPr/>
            <p:nvPr/>
          </p:nvSpPr>
          <p:spPr>
            <a:xfrm flipH="1">
              <a:off x="3081240" y="2347920"/>
              <a:ext cx="393840" cy="98280"/>
            </a:xfrm>
            <a:custGeom>
              <a:avLst/>
              <a:gdLst>
                <a:gd name="GluePoint1X" fmla="*/ 400050 w 399495"/>
                <a:gd name="GluePoint1Y" fmla="*/ 88960 h 104559"/>
                <a:gd name="GluePoint2X" fmla="*/ 177800 w 399495"/>
                <a:gd name="GluePoint2Y" fmla="*/ 97857 h 104559"/>
                <a:gd name="GluePoint3X" fmla="*/ 0 w 399495"/>
                <a:gd name="GluePoint3Y" fmla="*/ 0 h 104559"/>
                <a:gd name="GluePoint4X" fmla="*/ 0 w 399495"/>
                <a:gd name="GluePoint4Y" fmla="*/ 0 h 1045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99495" h="104559">
                  <a:moveTo>
                    <a:pt x="399495" y="88777"/>
                  </a:moveTo>
                  <a:cubicBezTo>
                    <a:pt x="321815" y="100614"/>
                    <a:pt x="244135" y="112451"/>
                    <a:pt x="177553" y="97655"/>
                  </a:cubicBezTo>
                  <a:cubicBezTo>
                    <a:pt x="110970" y="8285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"/>
            <p:cNvSpPr/>
            <p:nvPr/>
          </p:nvSpPr>
          <p:spPr>
            <a:xfrm flipH="1">
              <a:off x="3944880" y="2347920"/>
              <a:ext cx="393840" cy="98280"/>
            </a:xfrm>
            <a:custGeom>
              <a:avLst/>
              <a:gdLst>
                <a:gd name="GluePoint1X" fmla="*/ 400050 w 399495"/>
                <a:gd name="GluePoint1Y" fmla="*/ 88960 h 104559"/>
                <a:gd name="GluePoint2X" fmla="*/ 177800 w 399495"/>
                <a:gd name="GluePoint2Y" fmla="*/ 97857 h 104559"/>
                <a:gd name="GluePoint3X" fmla="*/ 0 w 399495"/>
                <a:gd name="GluePoint3Y" fmla="*/ 0 h 104559"/>
                <a:gd name="GluePoint4X" fmla="*/ 0 w 399495"/>
                <a:gd name="GluePoint4Y" fmla="*/ 0 h 1045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99495" h="104559">
                  <a:moveTo>
                    <a:pt x="399495" y="88777"/>
                  </a:moveTo>
                  <a:cubicBezTo>
                    <a:pt x="321815" y="100614"/>
                    <a:pt x="244135" y="112451"/>
                    <a:pt x="177553" y="97655"/>
                  </a:cubicBezTo>
                  <a:cubicBezTo>
                    <a:pt x="110970" y="8285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2" name=""/>
          <p:cNvSpPr/>
          <p:nvPr/>
        </p:nvSpPr>
        <p:spPr>
          <a:xfrm>
            <a:off x="5622840" y="6024600"/>
            <a:ext cx="28353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TEA- tetraethylammonium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4-AP- 4-aminopyridine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3" name=""/>
          <p:cNvGrpSpPr/>
          <p:nvPr/>
        </p:nvGrpSpPr>
        <p:grpSpPr>
          <a:xfrm>
            <a:off x="1741320" y="3460680"/>
            <a:ext cx="4589640" cy="2620440"/>
            <a:chOff x="1741320" y="3460680"/>
            <a:chExt cx="4589640" cy="2620440"/>
          </a:xfrm>
        </p:grpSpPr>
        <p:grpSp>
          <p:nvGrpSpPr>
            <p:cNvPr id="1274" name=""/>
            <p:cNvGrpSpPr/>
            <p:nvPr/>
          </p:nvGrpSpPr>
          <p:grpSpPr>
            <a:xfrm>
              <a:off x="1938240" y="5400000"/>
              <a:ext cx="2282760" cy="681120"/>
              <a:chOff x="1938240" y="5400000"/>
              <a:chExt cx="2282760" cy="681120"/>
            </a:xfrm>
          </p:grpSpPr>
          <p:sp>
            <p:nvSpPr>
              <p:cNvPr id="1275" name=""/>
              <p:cNvSpPr/>
              <p:nvPr/>
            </p:nvSpPr>
            <p:spPr>
              <a:xfrm>
                <a:off x="1938240" y="5400000"/>
                <a:ext cx="2282760" cy="570240"/>
              </a:xfrm>
              <a:custGeom>
                <a:avLst/>
                <a:gdLst>
                  <a:gd name="GluePoint1X" fmla="*/ 0 w 5180397"/>
                  <a:gd name="GluePoint1Y" fmla="*/ 510848 h 2474181"/>
                  <a:gd name="GluePoint2X" fmla="*/ 204779 w 5180397"/>
                  <a:gd name="GluePoint2Y" fmla="*/ 507124 h 2474181"/>
                  <a:gd name="GluePoint3X" fmla="*/ 255217 w 5180397"/>
                  <a:gd name="GluePoint3Y" fmla="*/ 490365 h 2474181"/>
                  <a:gd name="GluePoint4X" fmla="*/ 266314 w 5180397"/>
                  <a:gd name="GluePoint4Y" fmla="*/ 402844 h 2474181"/>
                  <a:gd name="GluePoint5X" fmla="*/ 269340 w 5180397"/>
                  <a:gd name="GluePoint5Y" fmla="*/ 17380 h 2474181"/>
                  <a:gd name="GluePoint6X" fmla="*/ 269340 w 5180397"/>
                  <a:gd name="GluePoint6Y" fmla="*/ 17380 h 2474181"/>
                  <a:gd name="GluePoint7X" fmla="*/ 273375 w 5180397"/>
                  <a:gd name="GluePoint7Y" fmla="*/ 2483 h 2474181"/>
                  <a:gd name="GluePoint8X" fmla="*/ 274384 w 5180397"/>
                  <a:gd name="GluePoint8Y" fmla="*/ 2483 h 2474181"/>
                  <a:gd name="GluePoint9X" fmla="*/ 275392 w 5180397"/>
                  <a:gd name="GluePoint9Y" fmla="*/ 4345 h 2474181"/>
                  <a:gd name="GluePoint10X" fmla="*/ 278419 w 5180397"/>
                  <a:gd name="GluePoint10Y" fmla="*/ 17380 h 2474181"/>
                  <a:gd name="GluePoint11X" fmla="*/ 284471 w 5180397"/>
                  <a:gd name="GluePoint11Y" fmla="*/ 106763 h 2474181"/>
                  <a:gd name="GluePoint12X" fmla="*/ 294559 w 5180397"/>
                  <a:gd name="GluePoint12Y" fmla="*/ 259459 h 2474181"/>
                  <a:gd name="GluePoint13X" fmla="*/ 302629 w 5180397"/>
                  <a:gd name="GluePoint13Y" fmla="*/ 382360 h 2474181"/>
                  <a:gd name="GluePoint14X" fmla="*/ 309691 w 5180397"/>
                  <a:gd name="GluePoint14Y" fmla="*/ 495951 h 2474181"/>
                  <a:gd name="GluePoint15X" fmla="*/ 315743 w 5180397"/>
                  <a:gd name="GluePoint15Y" fmla="*/ 555540 h 2474181"/>
                  <a:gd name="GluePoint16X" fmla="*/ 329866 w 5180397"/>
                  <a:gd name="GluePoint16Y" fmla="*/ 576023 h 2474181"/>
                  <a:gd name="GluePoint17X" fmla="*/ 347015 w 5180397"/>
                  <a:gd name="GluePoint17Y" fmla="*/ 576023 h 2474181"/>
                  <a:gd name="GluePoint18X" fmla="*/ 372234 w 5180397"/>
                  <a:gd name="GluePoint18Y" fmla="*/ 557402 h 2474181"/>
                  <a:gd name="GluePoint19X" fmla="*/ 394427 w 5180397"/>
                  <a:gd name="GluePoint19Y" fmla="*/ 533194 h 2474181"/>
                  <a:gd name="GluePoint20X" fmla="*/ 424633 w 5180397"/>
                  <a:gd name="GluePoint20Y" fmla="*/ 504606 h 2474181"/>
                  <a:gd name="GluePoint21X" fmla="*/ 456244 w 5180397"/>
                  <a:gd name="GluePoint21Y" fmla="*/ 495118 h 2474181"/>
                  <a:gd name="GluePoint22X" fmla="*/ 657225 w 5180397"/>
                  <a:gd name="GluePoint22Y" fmla="*/ 495118 h 247418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l" t="t" r="r" b="b"/>
                <a:pathLst>
                  <a:path w="5180397" h="2474181">
                    <a:moveTo>
                      <a:pt x="0" y="2181308"/>
                    </a:moveTo>
                    <a:lnTo>
                      <a:pt x="1614115" y="2165406"/>
                    </a:lnTo>
                    <a:cubicBezTo>
                      <a:pt x="1949395" y="2150829"/>
                      <a:pt x="1930842" y="2168056"/>
                      <a:pt x="2011680" y="2093844"/>
                    </a:cubicBezTo>
                    <a:cubicBezTo>
                      <a:pt x="2092518" y="2019632"/>
                      <a:pt x="2080591" y="2056738"/>
                      <a:pt x="2099144" y="1720133"/>
                    </a:cubicBezTo>
                    <a:cubicBezTo>
                      <a:pt x="2117697" y="1383528"/>
                      <a:pt x="2122998" y="74213"/>
                      <a:pt x="2122998" y="74213"/>
                    </a:cubicBezTo>
                    <a:lnTo>
                      <a:pt x="2122998" y="74213"/>
                    </a:lnTo>
                    <a:cubicBezTo>
                      <a:pt x="2128299" y="63611"/>
                      <a:pt x="2148178" y="21204"/>
                      <a:pt x="2154804" y="10602"/>
                    </a:cubicBezTo>
                    <a:cubicBezTo>
                      <a:pt x="2161430" y="0"/>
                      <a:pt x="2160105" y="9277"/>
                      <a:pt x="2162755" y="10602"/>
                    </a:cubicBezTo>
                    <a:cubicBezTo>
                      <a:pt x="2165405" y="11927"/>
                      <a:pt x="2165405" y="7952"/>
                      <a:pt x="2170706" y="18554"/>
                    </a:cubicBezTo>
                    <a:cubicBezTo>
                      <a:pt x="2176007" y="29156"/>
                      <a:pt x="2182633" y="1326"/>
                      <a:pt x="2194560" y="74213"/>
                    </a:cubicBezTo>
                    <a:cubicBezTo>
                      <a:pt x="2206487" y="147100"/>
                      <a:pt x="2221065" y="283597"/>
                      <a:pt x="2242268" y="455875"/>
                    </a:cubicBezTo>
                    <a:cubicBezTo>
                      <a:pt x="2263471" y="628153"/>
                      <a:pt x="2297927" y="911750"/>
                      <a:pt x="2321781" y="1107882"/>
                    </a:cubicBezTo>
                    <a:cubicBezTo>
                      <a:pt x="2345635" y="1304014"/>
                      <a:pt x="2365513" y="1464365"/>
                      <a:pt x="2385391" y="1632668"/>
                    </a:cubicBezTo>
                    <a:cubicBezTo>
                      <a:pt x="2405269" y="1800971"/>
                      <a:pt x="2423823" y="1994453"/>
                      <a:pt x="2441051" y="2117698"/>
                    </a:cubicBezTo>
                    <a:cubicBezTo>
                      <a:pt x="2458279" y="2240943"/>
                      <a:pt x="2462254" y="2315156"/>
                      <a:pt x="2488758" y="2372140"/>
                    </a:cubicBezTo>
                    <a:cubicBezTo>
                      <a:pt x="2515262" y="2429124"/>
                      <a:pt x="2558995" y="2445027"/>
                      <a:pt x="2600077" y="2459604"/>
                    </a:cubicBezTo>
                    <a:cubicBezTo>
                      <a:pt x="2641159" y="2474181"/>
                      <a:pt x="2679590" y="2472856"/>
                      <a:pt x="2735249" y="2459604"/>
                    </a:cubicBezTo>
                    <a:cubicBezTo>
                      <a:pt x="2790908" y="2446352"/>
                      <a:pt x="2871746" y="2410571"/>
                      <a:pt x="2934031" y="2380091"/>
                    </a:cubicBezTo>
                    <a:cubicBezTo>
                      <a:pt x="2996316" y="2349611"/>
                      <a:pt x="3040123" y="2314297"/>
                      <a:pt x="3108960" y="2276724"/>
                    </a:cubicBezTo>
                    <a:cubicBezTo>
                      <a:pt x="3177797" y="2239151"/>
                      <a:pt x="3266215" y="2185135"/>
                      <a:pt x="3347053" y="2154655"/>
                    </a:cubicBezTo>
                    <a:cubicBezTo>
                      <a:pt x="3475599" y="2100321"/>
                      <a:pt x="3516708" y="2134019"/>
                      <a:pt x="3596221" y="2114141"/>
                    </a:cubicBezTo>
                    <a:cubicBezTo>
                      <a:pt x="3883793" y="2096913"/>
                      <a:pt x="4533028" y="2133356"/>
                      <a:pt x="5180397" y="2114141"/>
                    </a:cubicBezTo>
                  </a:path>
                </a:pathLst>
              </a:custGeom>
              <a:noFill/>
              <a:ln w="93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"/>
              <p:cNvSpPr/>
              <p:nvPr/>
            </p:nvSpPr>
            <p:spPr>
              <a:xfrm>
                <a:off x="1938240" y="5856120"/>
                <a:ext cx="682560" cy="225000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"/>
              <p:cNvSpPr/>
              <p:nvPr/>
            </p:nvSpPr>
            <p:spPr>
              <a:xfrm>
                <a:off x="3522600" y="5748480"/>
                <a:ext cx="682560" cy="224640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8" name=""/>
            <p:cNvSpPr/>
            <p:nvPr/>
          </p:nvSpPr>
          <p:spPr>
            <a:xfrm rot="16200000">
              <a:off x="3776400" y="2106000"/>
              <a:ext cx="644760" cy="4375440"/>
            </a:xfrm>
            <a:prstGeom prst="can">
              <a:avLst>
                <a:gd name="adj" fmla="val 3717"/>
              </a:avLst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"/>
            <p:cNvSpPr/>
            <p:nvPr/>
          </p:nvSpPr>
          <p:spPr>
            <a:xfrm>
              <a:off x="2148480" y="4061160"/>
              <a:ext cx="961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2000" b="1" u="none" strike="noStrike">
                  <a:solidFill>
                    <a:srgbClr val="FFFFFF"/>
                  </a:solidFill>
                  <a:effectLst/>
                  <a:uFillTx/>
                  <a:latin typeface="Comic Sans MS"/>
                </a:rPr>
                <a:t>AXON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"/>
            <p:cNvSpPr/>
            <p:nvPr/>
          </p:nvSpPr>
          <p:spPr>
            <a:xfrm>
              <a:off x="1741320" y="3564000"/>
              <a:ext cx="325440" cy="1475280"/>
            </a:xfrm>
            <a:custGeom>
              <a:avLst/>
              <a:gdLst>
                <a:gd name="GluePoint1X" fmla="*/ 233353 w 257092"/>
                <a:gd name="GluePoint1Y" fmla="*/ 0 h 1144988"/>
                <a:gd name="GluePoint2X" fmla="*/ 129935 w 257092"/>
                <a:gd name="GluePoint2Y" fmla="*/ 111341 h 1144988"/>
                <a:gd name="GluePoint3X" fmla="*/ 34473 w 257092"/>
                <a:gd name="GluePoint3Y" fmla="*/ 349931 h 1144988"/>
                <a:gd name="GluePoint4X" fmla="*/ 10607 w 257092"/>
                <a:gd name="GluePoint4Y" fmla="*/ 580567 h 1144988"/>
                <a:gd name="GluePoint5X" fmla="*/ 10607 w 257092"/>
                <a:gd name="GluePoint5Y" fmla="*/ 795297 h 1144988"/>
                <a:gd name="GluePoint6X" fmla="*/ 74249 w 257092"/>
                <a:gd name="GluePoint6Y" fmla="*/ 986170 h 1144988"/>
                <a:gd name="GluePoint7X" fmla="*/ 257219 w 257092"/>
                <a:gd name="GluePoint7Y" fmla="*/ 1145229 h 11449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257092" h="1144988">
                  <a:moveTo>
                    <a:pt x="233238" y="0"/>
                  </a:moveTo>
                  <a:cubicBezTo>
                    <a:pt x="198119" y="26504"/>
                    <a:pt x="163001" y="53009"/>
                    <a:pt x="129871" y="111318"/>
                  </a:cubicBezTo>
                  <a:cubicBezTo>
                    <a:pt x="96741" y="169627"/>
                    <a:pt x="54334" y="271669"/>
                    <a:pt x="34456" y="349857"/>
                  </a:cubicBezTo>
                  <a:cubicBezTo>
                    <a:pt x="14578" y="428045"/>
                    <a:pt x="14578" y="506233"/>
                    <a:pt x="10602" y="580445"/>
                  </a:cubicBezTo>
                  <a:cubicBezTo>
                    <a:pt x="6626" y="654657"/>
                    <a:pt x="0" y="727544"/>
                    <a:pt x="10602" y="795130"/>
                  </a:cubicBezTo>
                  <a:cubicBezTo>
                    <a:pt x="21204" y="862716"/>
                    <a:pt x="33130" y="927652"/>
                    <a:pt x="74212" y="985962"/>
                  </a:cubicBezTo>
                  <a:cubicBezTo>
                    <a:pt x="115294" y="1044272"/>
                    <a:pt x="186193" y="1094630"/>
                    <a:pt x="257092" y="1144988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"/>
            <p:cNvSpPr/>
            <p:nvPr/>
          </p:nvSpPr>
          <p:spPr>
            <a:xfrm>
              <a:off x="1801800" y="3666960"/>
              <a:ext cx="223920" cy="1251720"/>
            </a:xfrm>
            <a:custGeom>
              <a:avLst/>
              <a:gdLst>
                <a:gd name="GluePoint1X" fmla="*/ 179419 w 178905"/>
                <a:gd name="GluePoint1Y" fmla="*/ 0 h 970059"/>
                <a:gd name="GluePoint2X" fmla="*/ 75755 w 178905"/>
                <a:gd name="GluePoint2Y" fmla="*/ 159099 h 970059"/>
                <a:gd name="GluePoint3X" fmla="*/ 27910 w 178905"/>
                <a:gd name="GluePoint3Y" fmla="*/ 373883 h 970059"/>
                <a:gd name="GluePoint4X" fmla="*/ 3987 w 178905"/>
                <a:gd name="GluePoint4Y" fmla="*/ 636397 h 970059"/>
                <a:gd name="GluePoint5X" fmla="*/ 51832 w 178905"/>
                <a:gd name="GluePoint5Y" fmla="*/ 827317 h 970059"/>
                <a:gd name="GluePoint6X" fmla="*/ 179419 w 178905"/>
                <a:gd name="GluePoint6Y" fmla="*/ 970506 h 9700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78905" h="970059">
                  <a:moveTo>
                    <a:pt x="178905" y="0"/>
                  </a:moveTo>
                  <a:cubicBezTo>
                    <a:pt x="139811" y="48370"/>
                    <a:pt x="100717" y="96741"/>
                    <a:pt x="75538" y="159026"/>
                  </a:cubicBezTo>
                  <a:cubicBezTo>
                    <a:pt x="50359" y="221311"/>
                    <a:pt x="39757" y="294198"/>
                    <a:pt x="27830" y="373711"/>
                  </a:cubicBezTo>
                  <a:cubicBezTo>
                    <a:pt x="15903" y="453224"/>
                    <a:pt x="0" y="560566"/>
                    <a:pt x="3976" y="636104"/>
                  </a:cubicBezTo>
                  <a:cubicBezTo>
                    <a:pt x="7952" y="711642"/>
                    <a:pt x="22529" y="771277"/>
                    <a:pt x="51684" y="826936"/>
                  </a:cubicBezTo>
                  <a:cubicBezTo>
                    <a:pt x="80839" y="882595"/>
                    <a:pt x="129872" y="926327"/>
                    <a:pt x="178905" y="970059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"/>
            <p:cNvSpPr/>
            <p:nvPr/>
          </p:nvSpPr>
          <p:spPr>
            <a:xfrm>
              <a:off x="1846440" y="3841920"/>
              <a:ext cx="230040" cy="982800"/>
            </a:xfrm>
            <a:custGeom>
              <a:avLst/>
              <a:gdLst>
                <a:gd name="GluePoint1X" fmla="*/ 128530 w 184205"/>
                <a:gd name="GluePoint1Y" fmla="*/ 0 h 763325"/>
                <a:gd name="GluePoint2X" fmla="*/ 80828 w 184205"/>
                <a:gd name="GluePoint2Y" fmla="*/ 71627 h 763325"/>
                <a:gd name="GluePoint3X" fmla="*/ 33127 w 184205"/>
                <a:gd name="GluePoint3Y" fmla="*/ 175087 h 763325"/>
                <a:gd name="GluePoint4X" fmla="*/ 1325 w 184205"/>
                <a:gd name="GluePoint4Y" fmla="*/ 453635 h 763325"/>
                <a:gd name="GluePoint5X" fmla="*/ 41077 w 184205"/>
                <a:gd name="GluePoint5Y" fmla="*/ 596888 h 763325"/>
                <a:gd name="GluePoint6X" fmla="*/ 120580 w 184205"/>
                <a:gd name="GluePoint6Y" fmla="*/ 732182 h 763325"/>
                <a:gd name="GluePoint7X" fmla="*/ 184182 w 184205"/>
                <a:gd name="GluePoint7Y" fmla="*/ 764016 h 763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184205" h="763325">
                  <a:moveTo>
                    <a:pt x="128546" y="0"/>
                  </a:moveTo>
                  <a:cubicBezTo>
                    <a:pt x="112643" y="21203"/>
                    <a:pt x="96740" y="42407"/>
                    <a:pt x="80838" y="71562"/>
                  </a:cubicBezTo>
                  <a:cubicBezTo>
                    <a:pt x="64936" y="100717"/>
                    <a:pt x="46383" y="111319"/>
                    <a:pt x="33131" y="174929"/>
                  </a:cubicBezTo>
                  <a:cubicBezTo>
                    <a:pt x="19879" y="238540"/>
                    <a:pt x="0" y="382989"/>
                    <a:pt x="1325" y="453225"/>
                  </a:cubicBezTo>
                  <a:cubicBezTo>
                    <a:pt x="2650" y="523461"/>
                    <a:pt x="21204" y="549966"/>
                    <a:pt x="41082" y="596348"/>
                  </a:cubicBezTo>
                  <a:cubicBezTo>
                    <a:pt x="60960" y="642731"/>
                    <a:pt x="96741" y="703691"/>
                    <a:pt x="120595" y="731520"/>
                  </a:cubicBezTo>
                  <a:cubicBezTo>
                    <a:pt x="144449" y="759349"/>
                    <a:pt x="164327" y="761337"/>
                    <a:pt x="184205" y="763325"/>
                  </a:cubicBezTo>
                </a:path>
              </a:pathLst>
            </a:custGeom>
            <a:noFill/>
            <a:ln w="1908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"/>
            <p:cNvSpPr/>
            <p:nvPr/>
          </p:nvSpPr>
          <p:spPr>
            <a:xfrm>
              <a:off x="1881360" y="3924360"/>
              <a:ext cx="195120" cy="797400"/>
            </a:xfrm>
            <a:custGeom>
              <a:avLst/>
              <a:gdLst>
                <a:gd name="GluePoint1X" fmla="*/ 125487 w 157700"/>
                <a:gd name="GluePoint1Y" fmla="*/ 0 h 620201"/>
                <a:gd name="GluePoint2X" fmla="*/ 62083 w 157700"/>
                <a:gd name="GluePoint2Y" fmla="*/ 63698 h 620201"/>
                <a:gd name="GluePoint3X" fmla="*/ 6605 w 157700"/>
                <a:gd name="GluePoint3Y" fmla="*/ 254794 h 620201"/>
                <a:gd name="GluePoint4X" fmla="*/ 22455 w 157700"/>
                <a:gd name="GluePoint4Y" fmla="*/ 461814 h 620201"/>
                <a:gd name="GluePoint5X" fmla="*/ 85860 w 157700"/>
                <a:gd name="GluePoint5Y" fmla="*/ 581250 h 620201"/>
                <a:gd name="GluePoint6X" fmla="*/ 157189 w 157700"/>
                <a:gd name="GluePoint6Y" fmla="*/ 621061 h 6202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7700" h="620201">
                  <a:moveTo>
                    <a:pt x="125895" y="0"/>
                  </a:moveTo>
                  <a:cubicBezTo>
                    <a:pt x="104029" y="10601"/>
                    <a:pt x="82163" y="21203"/>
                    <a:pt x="62285" y="63610"/>
                  </a:cubicBezTo>
                  <a:cubicBezTo>
                    <a:pt x="42407" y="106017"/>
                    <a:pt x="13252" y="188180"/>
                    <a:pt x="6626" y="254441"/>
                  </a:cubicBezTo>
                  <a:cubicBezTo>
                    <a:pt x="0" y="320702"/>
                    <a:pt x="9276" y="406841"/>
                    <a:pt x="22528" y="461175"/>
                  </a:cubicBezTo>
                  <a:cubicBezTo>
                    <a:pt x="35780" y="515509"/>
                    <a:pt x="63610" y="553941"/>
                    <a:pt x="86139" y="580445"/>
                  </a:cubicBezTo>
                  <a:cubicBezTo>
                    <a:pt x="108668" y="606949"/>
                    <a:pt x="133184" y="613575"/>
                    <a:pt x="157700" y="620201"/>
                  </a:cubicBezTo>
                </a:path>
              </a:pathLst>
            </a:custGeom>
            <a:noFill/>
            <a:ln w="1260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"/>
            <p:cNvSpPr/>
            <p:nvPr/>
          </p:nvSpPr>
          <p:spPr>
            <a:xfrm rot="16440000">
              <a:off x="2313000" y="3562200"/>
              <a:ext cx="196560" cy="399960"/>
            </a:xfrm>
            <a:prstGeom prst="ellipse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"/>
            <p:cNvSpPr/>
            <p:nvPr/>
          </p:nvSpPr>
          <p:spPr>
            <a:xfrm flipV="1">
              <a:off x="2048040" y="4586400"/>
              <a:ext cx="4282920" cy="492120"/>
            </a:xfrm>
            <a:custGeom>
              <a:avLst/>
              <a:gdLst>
                <a:gd name="GluePoint1X" fmla="*/ 3226236 w 3314369"/>
                <a:gd name="GluePoint1Y" fmla="*/ 342208 h 385638"/>
                <a:gd name="GluePoint2X" fmla="*/ 3162639 w 3314369"/>
                <a:gd name="GluePoint2Y" fmla="*/ 143251 h 385638"/>
                <a:gd name="GluePoint3X" fmla="*/ 3059294 w 3314369"/>
                <a:gd name="GluePoint3Y" fmla="*/ 127333 h 385638"/>
                <a:gd name="GluePoint4X" fmla="*/ 2757206 w 3314369"/>
                <a:gd name="GluePoint4Y" fmla="*/ 135292 h 385638"/>
                <a:gd name="GluePoint5X" fmla="*/ 2653861 w 3314369"/>
                <a:gd name="GluePoint5Y" fmla="*/ 334250 h 385638"/>
                <a:gd name="GluePoint6X" fmla="*/ 2566415 w 3314369"/>
                <a:gd name="GluePoint6Y" fmla="*/ 342208 h 385638"/>
                <a:gd name="GluePoint7X" fmla="*/ 2502817 w 3314369"/>
                <a:gd name="GluePoint7Y" fmla="*/ 135292 h 385638"/>
                <a:gd name="GluePoint8X" fmla="*/ 2431271 w 3314369"/>
                <a:gd name="GluePoint8Y" fmla="*/ 127333 h 385638"/>
                <a:gd name="GluePoint9X" fmla="*/ 2097385 w 3314369"/>
                <a:gd name="GluePoint9Y" fmla="*/ 119375 h 385638"/>
                <a:gd name="GluePoint10X" fmla="*/ 2025838 w 3314369"/>
                <a:gd name="GluePoint10Y" fmla="*/ 238750 h 385638"/>
                <a:gd name="GluePoint11X" fmla="*/ 2017889 w 3314369"/>
                <a:gd name="GluePoint11Y" fmla="*/ 318333 h 385638"/>
                <a:gd name="GluePoint12X" fmla="*/ 1922492 w 3314369"/>
                <a:gd name="GluePoint12Y" fmla="*/ 334250 h 385638"/>
                <a:gd name="GluePoint13X" fmla="*/ 1866845 w 3314369"/>
                <a:gd name="GluePoint13Y" fmla="*/ 127333 h 385638"/>
                <a:gd name="GluePoint14X" fmla="*/ 1715801 w 3314369"/>
                <a:gd name="GluePoint14Y" fmla="*/ 103458 h 385638"/>
                <a:gd name="GluePoint15X" fmla="*/ 1389866 w 3314369"/>
                <a:gd name="GluePoint15Y" fmla="*/ 103458 h 385638"/>
                <a:gd name="GluePoint16X" fmla="*/ 1302419 w 3314369"/>
                <a:gd name="GluePoint16Y" fmla="*/ 278542 h 385638"/>
                <a:gd name="GluePoint17X" fmla="*/ 1294470 w 3314369"/>
                <a:gd name="GluePoint17Y" fmla="*/ 318333 h 385638"/>
                <a:gd name="GluePoint18X" fmla="*/ 1238822 w 3314369"/>
                <a:gd name="GluePoint18Y" fmla="*/ 326292 h 385638"/>
                <a:gd name="GluePoint19X" fmla="*/ 1183175 w 3314369"/>
                <a:gd name="GluePoint19Y" fmla="*/ 103458 h 385638"/>
                <a:gd name="GluePoint20X" fmla="*/ 1127527 w 3314369"/>
                <a:gd name="GluePoint20Y" fmla="*/ 79583 h 385638"/>
                <a:gd name="GluePoint21X" fmla="*/ 865189 w 3314369"/>
                <a:gd name="GluePoint21Y" fmla="*/ 71625 h 385638"/>
                <a:gd name="GluePoint22X" fmla="*/ 745943 w 3314369"/>
                <a:gd name="GluePoint22Y" fmla="*/ 63667 h 385638"/>
                <a:gd name="GluePoint23X" fmla="*/ 714145 w 3314369"/>
                <a:gd name="GluePoint23Y" fmla="*/ 87541 h 385638"/>
                <a:gd name="GluePoint24X" fmla="*/ 682347 w 3314369"/>
                <a:gd name="GluePoint24Y" fmla="*/ 230792 h 385638"/>
                <a:gd name="GluePoint25X" fmla="*/ 682347 w 3314369"/>
                <a:gd name="GluePoint25Y" fmla="*/ 294458 h 385638"/>
                <a:gd name="GluePoint26X" fmla="*/ 650547 w 3314369"/>
                <a:gd name="GluePoint26Y" fmla="*/ 310375 h 385638"/>
                <a:gd name="GluePoint27X" fmla="*/ 602850 w 3314369"/>
                <a:gd name="GluePoint27Y" fmla="*/ 214875 h 385638"/>
                <a:gd name="GluePoint28X" fmla="*/ 563101 w 3314369"/>
                <a:gd name="GluePoint28Y" fmla="*/ 87541 h 385638"/>
                <a:gd name="GluePoint29X" fmla="*/ 515403 w 3314369"/>
                <a:gd name="GluePoint29Y" fmla="*/ 55708 h 385638"/>
                <a:gd name="GluePoint30X" fmla="*/ 404108 w 3314369"/>
                <a:gd name="GluePoint30Y" fmla="*/ 47750 h 385638"/>
                <a:gd name="GluePoint31X" fmla="*/ 237166 w 3314369"/>
                <a:gd name="GluePoint31Y" fmla="*/ 47750 h 385638"/>
                <a:gd name="GluePoint32X" fmla="*/ 94071 w 3314369"/>
                <a:gd name="GluePoint32Y" fmla="*/ 47750 h 385638"/>
                <a:gd name="GluePoint33X" fmla="*/ 22524 w 3314369"/>
                <a:gd name="GluePoint33Y" fmla="*/ 47750 h 385638"/>
                <a:gd name="GluePoint34X" fmla="*/ 30475 w 3314369"/>
                <a:gd name="GluePoint34Y" fmla="*/ 334250 h 385638"/>
                <a:gd name="GluePoint35X" fmla="*/ 102021 w 3314369"/>
                <a:gd name="GluePoint35Y" fmla="*/ 358125 h 385638"/>
                <a:gd name="GluePoint36X" fmla="*/ 642598 w 3314369"/>
                <a:gd name="GluePoint36Y" fmla="*/ 334250 h 385638"/>
                <a:gd name="GluePoint37X" fmla="*/ 1262671 w 3314369"/>
                <a:gd name="GluePoint37Y" fmla="*/ 358125 h 385638"/>
                <a:gd name="GluePoint38X" fmla="*/ 1970191 w 3314369"/>
                <a:gd name="GluePoint38Y" fmla="*/ 350166 h 385638"/>
                <a:gd name="GluePoint39X" fmla="*/ 2637961 w 3314369"/>
                <a:gd name="GluePoint39Y" fmla="*/ 374041 h 385638"/>
                <a:gd name="GluePoint40X" fmla="*/ 3226236 w 3314369"/>
                <a:gd name="GluePoint40Y" fmla="*/ 342208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6" name=""/>
            <p:cNvSpPr/>
            <p:nvPr/>
          </p:nvSpPr>
          <p:spPr>
            <a:xfrm>
              <a:off x="2023920" y="3502080"/>
              <a:ext cx="4284720" cy="493560"/>
            </a:xfrm>
            <a:custGeom>
              <a:avLst/>
              <a:gdLst>
                <a:gd name="GluePoint1X" fmla="*/ 3226235 w 3314369"/>
                <a:gd name="GluePoint1Y" fmla="*/ 342207 h 385638"/>
                <a:gd name="GluePoint2X" fmla="*/ 3162638 w 3314369"/>
                <a:gd name="GluePoint2Y" fmla="*/ 143250 h 385638"/>
                <a:gd name="GluePoint3X" fmla="*/ 3059293 w 3314369"/>
                <a:gd name="GluePoint3Y" fmla="*/ 127333 h 385638"/>
                <a:gd name="GluePoint4X" fmla="*/ 2757206 w 3314369"/>
                <a:gd name="GluePoint4Y" fmla="*/ 135291 h 385638"/>
                <a:gd name="GluePoint5X" fmla="*/ 2653860 w 3314369"/>
                <a:gd name="GluePoint5Y" fmla="*/ 334249 h 385638"/>
                <a:gd name="GluePoint6X" fmla="*/ 2566414 w 3314369"/>
                <a:gd name="GluePoint6Y" fmla="*/ 342207 h 385638"/>
                <a:gd name="GluePoint7X" fmla="*/ 2502816 w 3314369"/>
                <a:gd name="GluePoint7Y" fmla="*/ 135291 h 385638"/>
                <a:gd name="GluePoint8X" fmla="*/ 2431270 w 3314369"/>
                <a:gd name="GluePoint8Y" fmla="*/ 127333 h 385638"/>
                <a:gd name="GluePoint9X" fmla="*/ 2097385 w 3314369"/>
                <a:gd name="GluePoint9Y" fmla="*/ 119375 h 385638"/>
                <a:gd name="GluePoint10X" fmla="*/ 2025837 w 3314369"/>
                <a:gd name="GluePoint10Y" fmla="*/ 238749 h 385638"/>
                <a:gd name="GluePoint11X" fmla="*/ 2017888 w 3314369"/>
                <a:gd name="GluePoint11Y" fmla="*/ 318332 h 385638"/>
                <a:gd name="GluePoint12X" fmla="*/ 1922492 w 3314369"/>
                <a:gd name="GluePoint12Y" fmla="*/ 334249 h 385638"/>
                <a:gd name="GluePoint13X" fmla="*/ 1866844 w 3314369"/>
                <a:gd name="GluePoint13Y" fmla="*/ 127333 h 385638"/>
                <a:gd name="GluePoint14X" fmla="*/ 1715801 w 3314369"/>
                <a:gd name="GluePoint14Y" fmla="*/ 103458 h 385638"/>
                <a:gd name="GluePoint15X" fmla="*/ 1389865 w 3314369"/>
                <a:gd name="GluePoint15Y" fmla="*/ 103458 h 385638"/>
                <a:gd name="GluePoint16X" fmla="*/ 1302419 w 3314369"/>
                <a:gd name="GluePoint16Y" fmla="*/ 278541 h 385638"/>
                <a:gd name="GluePoint17X" fmla="*/ 1294469 w 3314369"/>
                <a:gd name="GluePoint17Y" fmla="*/ 318332 h 385638"/>
                <a:gd name="GluePoint18X" fmla="*/ 1238822 w 3314369"/>
                <a:gd name="GluePoint18Y" fmla="*/ 326291 h 385638"/>
                <a:gd name="GluePoint19X" fmla="*/ 1183174 w 3314369"/>
                <a:gd name="GluePoint19Y" fmla="*/ 103458 h 385638"/>
                <a:gd name="GluePoint20X" fmla="*/ 1127527 w 3314369"/>
                <a:gd name="GluePoint20Y" fmla="*/ 79583 h 385638"/>
                <a:gd name="GluePoint21X" fmla="*/ 865188 w 3314369"/>
                <a:gd name="GluePoint21Y" fmla="*/ 71625 h 385638"/>
                <a:gd name="GluePoint22X" fmla="*/ 745943 w 3314369"/>
                <a:gd name="GluePoint22Y" fmla="*/ 63667 h 385638"/>
                <a:gd name="GluePoint23X" fmla="*/ 714145 w 3314369"/>
                <a:gd name="GluePoint23Y" fmla="*/ 87541 h 385638"/>
                <a:gd name="GluePoint24X" fmla="*/ 682346 w 3314369"/>
                <a:gd name="GluePoint24Y" fmla="*/ 230791 h 385638"/>
                <a:gd name="GluePoint25X" fmla="*/ 682346 w 3314369"/>
                <a:gd name="GluePoint25Y" fmla="*/ 294457 h 385638"/>
                <a:gd name="GluePoint26X" fmla="*/ 650547 w 3314369"/>
                <a:gd name="GluePoint26Y" fmla="*/ 310374 h 385638"/>
                <a:gd name="GluePoint27X" fmla="*/ 602850 w 3314369"/>
                <a:gd name="GluePoint27Y" fmla="*/ 214874 h 385638"/>
                <a:gd name="GluePoint28X" fmla="*/ 563101 w 3314369"/>
                <a:gd name="GluePoint28Y" fmla="*/ 87541 h 385638"/>
                <a:gd name="GluePoint29X" fmla="*/ 515403 w 3314369"/>
                <a:gd name="GluePoint29Y" fmla="*/ 55708 h 385638"/>
                <a:gd name="GluePoint30X" fmla="*/ 404108 w 3314369"/>
                <a:gd name="GluePoint30Y" fmla="*/ 47750 h 385638"/>
                <a:gd name="GluePoint31X" fmla="*/ 237166 w 3314369"/>
                <a:gd name="GluePoint31Y" fmla="*/ 47750 h 385638"/>
                <a:gd name="GluePoint32X" fmla="*/ 94071 w 3314369"/>
                <a:gd name="GluePoint32Y" fmla="*/ 47750 h 385638"/>
                <a:gd name="GluePoint33X" fmla="*/ 22524 w 3314369"/>
                <a:gd name="GluePoint33Y" fmla="*/ 47750 h 385638"/>
                <a:gd name="GluePoint34X" fmla="*/ 30475 w 3314369"/>
                <a:gd name="GluePoint34Y" fmla="*/ 334249 h 385638"/>
                <a:gd name="GluePoint35X" fmla="*/ 102021 w 3314369"/>
                <a:gd name="GluePoint35Y" fmla="*/ 358124 h 385638"/>
                <a:gd name="GluePoint36X" fmla="*/ 642598 w 3314369"/>
                <a:gd name="GluePoint36Y" fmla="*/ 334249 h 385638"/>
                <a:gd name="GluePoint37X" fmla="*/ 1262671 w 3314369"/>
                <a:gd name="GluePoint37Y" fmla="*/ 358124 h 385638"/>
                <a:gd name="GluePoint38X" fmla="*/ 1970190 w 3314369"/>
                <a:gd name="GluePoint38Y" fmla="*/ 350165 h 385638"/>
                <a:gd name="GluePoint39X" fmla="*/ 2637960 w 3314369"/>
                <a:gd name="GluePoint39Y" fmla="*/ 374040 h 385638"/>
                <a:gd name="GluePoint40X" fmla="*/ 3226235 w 3314369"/>
                <a:gd name="GluePoint40Y" fmla="*/ 342207 h 385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3314369" h="385638">
                  <a:moveTo>
                    <a:pt x="3226905" y="341906"/>
                  </a:moveTo>
                  <a:cubicBezTo>
                    <a:pt x="3314369" y="303475"/>
                    <a:pt x="3191125" y="178905"/>
                    <a:pt x="3163295" y="143124"/>
                  </a:cubicBezTo>
                  <a:cubicBezTo>
                    <a:pt x="3135466" y="107343"/>
                    <a:pt x="3059928" y="127221"/>
                    <a:pt x="3059928" y="127221"/>
                  </a:cubicBezTo>
                  <a:cubicBezTo>
                    <a:pt x="2992342" y="125896"/>
                    <a:pt x="2825364" y="100716"/>
                    <a:pt x="2757778" y="135172"/>
                  </a:cubicBezTo>
                  <a:cubicBezTo>
                    <a:pt x="2690192" y="169628"/>
                    <a:pt x="2686216" y="299499"/>
                    <a:pt x="2654411" y="333955"/>
                  </a:cubicBezTo>
                  <a:cubicBezTo>
                    <a:pt x="2622606" y="368411"/>
                    <a:pt x="2592126" y="375037"/>
                    <a:pt x="2566947" y="341906"/>
                  </a:cubicBezTo>
                  <a:cubicBezTo>
                    <a:pt x="2541768" y="308776"/>
                    <a:pt x="2525865" y="170953"/>
                    <a:pt x="2503336" y="135172"/>
                  </a:cubicBezTo>
                  <a:cubicBezTo>
                    <a:pt x="2480807" y="99391"/>
                    <a:pt x="2499361" y="129871"/>
                    <a:pt x="2431775" y="127221"/>
                  </a:cubicBezTo>
                  <a:cubicBezTo>
                    <a:pt x="2364189" y="124571"/>
                    <a:pt x="2165406" y="100717"/>
                    <a:pt x="2097820" y="119270"/>
                  </a:cubicBezTo>
                  <a:cubicBezTo>
                    <a:pt x="2030234" y="137823"/>
                    <a:pt x="2039510" y="205409"/>
                    <a:pt x="2026258" y="238539"/>
                  </a:cubicBezTo>
                  <a:cubicBezTo>
                    <a:pt x="2013006" y="271669"/>
                    <a:pt x="2035535" y="302149"/>
                    <a:pt x="2018307" y="318052"/>
                  </a:cubicBezTo>
                  <a:cubicBezTo>
                    <a:pt x="2001079" y="333955"/>
                    <a:pt x="1948070" y="365760"/>
                    <a:pt x="1922891" y="333955"/>
                  </a:cubicBezTo>
                  <a:cubicBezTo>
                    <a:pt x="1897712" y="302150"/>
                    <a:pt x="1901688" y="165652"/>
                    <a:pt x="1867232" y="127221"/>
                  </a:cubicBezTo>
                  <a:cubicBezTo>
                    <a:pt x="1832776" y="88790"/>
                    <a:pt x="1795670" y="107343"/>
                    <a:pt x="1716157" y="103367"/>
                  </a:cubicBezTo>
                  <a:cubicBezTo>
                    <a:pt x="1636644" y="99391"/>
                    <a:pt x="1459065" y="74212"/>
                    <a:pt x="1390154" y="103367"/>
                  </a:cubicBezTo>
                  <a:cubicBezTo>
                    <a:pt x="1321243" y="132522"/>
                    <a:pt x="1318592" y="242515"/>
                    <a:pt x="1302689" y="278296"/>
                  </a:cubicBezTo>
                  <a:cubicBezTo>
                    <a:pt x="1286786" y="314077"/>
                    <a:pt x="1305340" y="310101"/>
                    <a:pt x="1294738" y="318052"/>
                  </a:cubicBezTo>
                  <a:cubicBezTo>
                    <a:pt x="1284136" y="326003"/>
                    <a:pt x="1257632" y="361785"/>
                    <a:pt x="1239079" y="326004"/>
                  </a:cubicBezTo>
                  <a:cubicBezTo>
                    <a:pt x="1220526" y="290223"/>
                    <a:pt x="1201973" y="144449"/>
                    <a:pt x="1183420" y="103367"/>
                  </a:cubicBezTo>
                  <a:cubicBezTo>
                    <a:pt x="1164867" y="62285"/>
                    <a:pt x="1180770" y="84814"/>
                    <a:pt x="1127761" y="79513"/>
                  </a:cubicBezTo>
                  <a:cubicBezTo>
                    <a:pt x="1074752" y="74212"/>
                    <a:pt x="928978" y="74212"/>
                    <a:pt x="865368" y="71562"/>
                  </a:cubicBezTo>
                  <a:cubicBezTo>
                    <a:pt x="801758" y="68912"/>
                    <a:pt x="771277" y="60961"/>
                    <a:pt x="746098" y="63611"/>
                  </a:cubicBezTo>
                  <a:cubicBezTo>
                    <a:pt x="720919" y="66261"/>
                    <a:pt x="724895" y="59635"/>
                    <a:pt x="714293" y="87464"/>
                  </a:cubicBezTo>
                  <a:cubicBezTo>
                    <a:pt x="703691" y="115294"/>
                    <a:pt x="687789" y="196132"/>
                    <a:pt x="682488" y="230588"/>
                  </a:cubicBezTo>
                  <a:cubicBezTo>
                    <a:pt x="677187" y="265044"/>
                    <a:pt x="687789" y="280946"/>
                    <a:pt x="682488" y="294198"/>
                  </a:cubicBezTo>
                  <a:cubicBezTo>
                    <a:pt x="677187" y="307450"/>
                    <a:pt x="663934" y="323353"/>
                    <a:pt x="650682" y="310101"/>
                  </a:cubicBezTo>
                  <a:cubicBezTo>
                    <a:pt x="637430" y="296849"/>
                    <a:pt x="617552" y="251791"/>
                    <a:pt x="602975" y="214685"/>
                  </a:cubicBezTo>
                  <a:cubicBezTo>
                    <a:pt x="588398" y="177579"/>
                    <a:pt x="577795" y="113968"/>
                    <a:pt x="563218" y="87464"/>
                  </a:cubicBezTo>
                  <a:cubicBezTo>
                    <a:pt x="548641" y="60960"/>
                    <a:pt x="542014" y="62285"/>
                    <a:pt x="515510" y="55659"/>
                  </a:cubicBezTo>
                  <a:cubicBezTo>
                    <a:pt x="489006" y="49033"/>
                    <a:pt x="450574" y="49033"/>
                    <a:pt x="404192" y="47708"/>
                  </a:cubicBezTo>
                  <a:cubicBezTo>
                    <a:pt x="357810" y="46383"/>
                    <a:pt x="237215" y="47708"/>
                    <a:pt x="237215" y="47708"/>
                  </a:cubicBezTo>
                  <a:lnTo>
                    <a:pt x="94091" y="47708"/>
                  </a:lnTo>
                  <a:cubicBezTo>
                    <a:pt x="58310" y="47708"/>
                    <a:pt x="33131" y="0"/>
                    <a:pt x="22529" y="47708"/>
                  </a:cubicBezTo>
                  <a:cubicBezTo>
                    <a:pt x="11927" y="95416"/>
                    <a:pt x="17229" y="282272"/>
                    <a:pt x="30481" y="333955"/>
                  </a:cubicBezTo>
                  <a:cubicBezTo>
                    <a:pt x="43733" y="385638"/>
                    <a:pt x="0" y="357809"/>
                    <a:pt x="102042" y="357809"/>
                  </a:cubicBezTo>
                  <a:cubicBezTo>
                    <a:pt x="204084" y="357809"/>
                    <a:pt x="449249" y="333955"/>
                    <a:pt x="642731" y="333955"/>
                  </a:cubicBezTo>
                  <a:cubicBezTo>
                    <a:pt x="836213" y="333955"/>
                    <a:pt x="1262933" y="357809"/>
                    <a:pt x="1262933" y="357809"/>
                  </a:cubicBezTo>
                  <a:cubicBezTo>
                    <a:pt x="1484244" y="360459"/>
                    <a:pt x="1741337" y="347207"/>
                    <a:pt x="1970599" y="349857"/>
                  </a:cubicBezTo>
                  <a:cubicBezTo>
                    <a:pt x="2199861" y="352507"/>
                    <a:pt x="2431774" y="375036"/>
                    <a:pt x="2638508" y="373711"/>
                  </a:cubicBezTo>
                  <a:cubicBezTo>
                    <a:pt x="2845242" y="372386"/>
                    <a:pt x="3139441" y="380337"/>
                    <a:pt x="3226905" y="341906"/>
                  </a:cubicBezTo>
                  <a:close/>
                </a:path>
              </a:pathLst>
            </a:custGeom>
            <a:solidFill>
              <a:srgbClr val="92D050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7" name=""/>
            <p:cNvSpPr/>
            <p:nvPr/>
          </p:nvSpPr>
          <p:spPr>
            <a:xfrm>
              <a:off x="1860480" y="4010400"/>
              <a:ext cx="52560" cy="657720"/>
            </a:xfrm>
            <a:custGeom>
              <a:avLst/>
              <a:gdLst>
                <a:gd name="GluePoint1X" fmla="*/ 0 w 43732"/>
                <a:gd name="GluePoint1Y" fmla="*/ 0 h 278295"/>
                <a:gd name="GluePoint2X" fmla="*/ 41851 w 43732"/>
                <a:gd name="GluePoint2Y" fmla="*/ 263783 h 278295"/>
                <a:gd name="GluePoint3X" fmla="*/ 25111 w 43732"/>
                <a:gd name="GluePoint3Y" fmla="*/ 512912 h 2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w="43732" h="278295">
                  <a:moveTo>
                    <a:pt x="0" y="0"/>
                  </a:moveTo>
                  <a:cubicBezTo>
                    <a:pt x="17890" y="48370"/>
                    <a:pt x="35780" y="96741"/>
                    <a:pt x="39756" y="143123"/>
                  </a:cubicBezTo>
                  <a:cubicBezTo>
                    <a:pt x="43732" y="189506"/>
                    <a:pt x="33793" y="233900"/>
                    <a:pt x="23854" y="278295"/>
                  </a:cubicBezTo>
                </a:path>
              </a:pathLst>
            </a:cu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8" name=""/>
            <p:cNvSpPr/>
            <p:nvPr/>
          </p:nvSpPr>
          <p:spPr>
            <a:xfrm>
              <a:off x="2689200" y="4204080"/>
              <a:ext cx="399960" cy="47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9" name=""/>
            <p:cNvSpPr/>
            <p:nvPr/>
          </p:nvSpPr>
          <p:spPr>
            <a:xfrm>
              <a:off x="4608360" y="4634640"/>
              <a:ext cx="978120" cy="46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"/>
            <p:cNvSpPr/>
            <p:nvPr/>
          </p:nvSpPr>
          <p:spPr>
            <a:xfrm>
              <a:off x="4562640" y="3460680"/>
              <a:ext cx="977760" cy="46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"/>
            <p:cNvSpPr/>
            <p:nvPr/>
          </p:nvSpPr>
          <p:spPr>
            <a:xfrm flipH="1">
              <a:off x="3081240" y="5082840"/>
              <a:ext cx="393840" cy="98280"/>
            </a:xfrm>
            <a:custGeom>
              <a:avLst/>
              <a:gdLst>
                <a:gd name="GluePoint1X" fmla="*/ 400050 w 399495"/>
                <a:gd name="GluePoint1Y" fmla="*/ 88960 h 104559"/>
                <a:gd name="GluePoint2X" fmla="*/ 177800 w 399495"/>
                <a:gd name="GluePoint2Y" fmla="*/ 97857 h 104559"/>
                <a:gd name="GluePoint3X" fmla="*/ 0 w 399495"/>
                <a:gd name="GluePoint3Y" fmla="*/ 0 h 104559"/>
                <a:gd name="GluePoint4X" fmla="*/ 0 w 399495"/>
                <a:gd name="GluePoint4Y" fmla="*/ 0 h 1045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99495" h="104559">
                  <a:moveTo>
                    <a:pt x="399495" y="88777"/>
                  </a:moveTo>
                  <a:cubicBezTo>
                    <a:pt x="321815" y="100614"/>
                    <a:pt x="244135" y="112451"/>
                    <a:pt x="177553" y="97655"/>
                  </a:cubicBezTo>
                  <a:cubicBezTo>
                    <a:pt x="110970" y="8285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"/>
            <p:cNvSpPr/>
            <p:nvPr/>
          </p:nvSpPr>
          <p:spPr>
            <a:xfrm flipH="1">
              <a:off x="3944880" y="5082840"/>
              <a:ext cx="393840" cy="98280"/>
            </a:xfrm>
            <a:custGeom>
              <a:avLst/>
              <a:gdLst>
                <a:gd name="GluePoint1X" fmla="*/ 400050 w 399495"/>
                <a:gd name="GluePoint1Y" fmla="*/ 88960 h 104559"/>
                <a:gd name="GluePoint2X" fmla="*/ 177800 w 399495"/>
                <a:gd name="GluePoint2Y" fmla="*/ 97857 h 104559"/>
                <a:gd name="GluePoint3X" fmla="*/ 0 w 399495"/>
                <a:gd name="GluePoint3Y" fmla="*/ 0 h 104559"/>
                <a:gd name="GluePoint4X" fmla="*/ 0 w 399495"/>
                <a:gd name="GluePoint4Y" fmla="*/ 0 h 1045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99495" h="104559">
                  <a:moveTo>
                    <a:pt x="399495" y="88777"/>
                  </a:moveTo>
                  <a:cubicBezTo>
                    <a:pt x="321815" y="100614"/>
                    <a:pt x="244135" y="112451"/>
                    <a:pt x="177553" y="97655"/>
                  </a:cubicBezTo>
                  <a:cubicBezTo>
                    <a:pt x="110970" y="82859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2556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3" name=""/>
          <p:cNvSpPr/>
          <p:nvPr/>
        </p:nvSpPr>
        <p:spPr>
          <a:xfrm>
            <a:off x="5715000" y="5715000"/>
            <a:ext cx="1362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blockers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dur="indefinite" fill="hold">
                      <p:stCondLst>
                        <p:cond delay="indefinite"/>
                      </p:stCondLst>
                      <p:childTnLst>
                        <p:par>
                          <p:cTn id="15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dur="indefinite" fill="hold">
                      <p:stCondLst>
                        <p:cond delay="indefinite"/>
                      </p:stCondLst>
                      <p:childTnLst>
                        <p:par>
                          <p:cTn id="15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dur="indefinite" fill="hold">
                      <p:stCondLst>
                        <p:cond delay="indefinite"/>
                      </p:stCondLst>
                      <p:childTnLst>
                        <p:par>
                          <p:cTn id="16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63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dur="indefinite" fill="hold">
                      <p:stCondLst>
                        <p:cond delay="indefinite"/>
                      </p:stCondLst>
                      <p:childTnLst>
                        <p:par>
                          <p:cTn id="16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67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"/>
          <p:cNvSpPr/>
          <p:nvPr/>
        </p:nvSpPr>
        <p:spPr>
          <a:xfrm>
            <a:off x="2843280" y="1484280"/>
            <a:ext cx="1857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5" name=""/>
          <p:cNvPicPr/>
          <p:nvPr/>
        </p:nvPicPr>
        <p:blipFill>
          <a:blip r:embed="rId1"/>
          <a:stretch/>
        </p:blipFill>
        <p:spPr>
          <a:xfrm>
            <a:off x="1584360" y="2120760"/>
            <a:ext cx="6175440" cy="14335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"/>
          <p:cNvGrpSpPr/>
          <p:nvPr/>
        </p:nvGrpSpPr>
        <p:grpSpPr>
          <a:xfrm>
            <a:off x="1715760" y="2781360"/>
            <a:ext cx="6232320" cy="1651680"/>
            <a:chOff x="1715760" y="2781360"/>
            <a:chExt cx="6232320" cy="1651680"/>
          </a:xfrm>
        </p:grpSpPr>
        <p:sp>
          <p:nvSpPr>
            <p:cNvPr id="1297" name=""/>
            <p:cNvSpPr/>
            <p:nvPr/>
          </p:nvSpPr>
          <p:spPr>
            <a:xfrm>
              <a:off x="1716120" y="2781360"/>
              <a:ext cx="3981240" cy="164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"/>
            <p:cNvSpPr/>
            <p:nvPr/>
          </p:nvSpPr>
          <p:spPr>
            <a:xfrm>
              <a:off x="3731760" y="2781360"/>
              <a:ext cx="15840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"/>
            <p:cNvSpPr/>
            <p:nvPr/>
          </p:nvSpPr>
          <p:spPr>
            <a:xfrm>
              <a:off x="1945800" y="312588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"/>
            <p:cNvSpPr/>
            <p:nvPr/>
          </p:nvSpPr>
          <p:spPr>
            <a:xfrm>
              <a:off x="1715760" y="312588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"/>
            <p:cNvSpPr/>
            <p:nvPr/>
          </p:nvSpPr>
          <p:spPr>
            <a:xfrm>
              <a:off x="1860120" y="321624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"/>
            <p:cNvSpPr/>
            <p:nvPr/>
          </p:nvSpPr>
          <p:spPr>
            <a:xfrm>
              <a:off x="3731760" y="3470400"/>
              <a:ext cx="15840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"/>
            <p:cNvSpPr/>
            <p:nvPr/>
          </p:nvSpPr>
          <p:spPr>
            <a:xfrm>
              <a:off x="4733280" y="381492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4" name=""/>
            <p:cNvSpPr/>
            <p:nvPr/>
          </p:nvSpPr>
          <p:spPr>
            <a:xfrm>
              <a:off x="5328720" y="347040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5" name=""/>
            <p:cNvSpPr/>
            <p:nvPr/>
          </p:nvSpPr>
          <p:spPr>
            <a:xfrm>
              <a:off x="5473080" y="347040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"/>
            <p:cNvSpPr/>
            <p:nvPr/>
          </p:nvSpPr>
          <p:spPr>
            <a:xfrm>
              <a:off x="5616000" y="356076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7" name=""/>
            <p:cNvSpPr/>
            <p:nvPr/>
          </p:nvSpPr>
          <p:spPr>
            <a:xfrm>
              <a:off x="5328720" y="415908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8" name=""/>
            <p:cNvSpPr/>
            <p:nvPr/>
          </p:nvSpPr>
          <p:spPr>
            <a:xfrm>
              <a:off x="5473080" y="415908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9" name=""/>
            <p:cNvSpPr/>
            <p:nvPr/>
          </p:nvSpPr>
          <p:spPr>
            <a:xfrm>
              <a:off x="5616000" y="424980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0" name=""/>
            <p:cNvSpPr/>
            <p:nvPr/>
          </p:nvSpPr>
          <p:spPr>
            <a:xfrm flipH="1">
              <a:off x="2623680" y="2895480"/>
              <a:ext cx="392040" cy="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1" name=""/>
            <p:cNvSpPr/>
            <p:nvPr/>
          </p:nvSpPr>
          <p:spPr>
            <a:xfrm flipV="1">
              <a:off x="2416320" y="2901600"/>
              <a:ext cx="19512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2" name=""/>
            <p:cNvSpPr/>
            <p:nvPr/>
          </p:nvSpPr>
          <p:spPr>
            <a:xfrm flipV="1">
              <a:off x="2494080" y="2963880"/>
              <a:ext cx="15552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3" name=""/>
            <p:cNvSpPr/>
            <p:nvPr/>
          </p:nvSpPr>
          <p:spPr>
            <a:xfrm flipH="1" flipV="1">
              <a:off x="3022200" y="2901600"/>
              <a:ext cx="19044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4" name=""/>
            <p:cNvSpPr/>
            <p:nvPr/>
          </p:nvSpPr>
          <p:spPr>
            <a:xfrm flipH="1" flipV="1">
              <a:off x="2979720" y="2963880"/>
              <a:ext cx="16200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5" name=""/>
            <p:cNvSpPr/>
            <p:nvPr/>
          </p:nvSpPr>
          <p:spPr>
            <a:xfrm flipH="1" flipV="1">
              <a:off x="2422080" y="3246120"/>
              <a:ext cx="19548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6" name=""/>
            <p:cNvSpPr/>
            <p:nvPr/>
          </p:nvSpPr>
          <p:spPr>
            <a:xfrm flipV="1">
              <a:off x="3016080" y="3246120"/>
              <a:ext cx="19080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"/>
            <p:cNvSpPr/>
            <p:nvPr/>
          </p:nvSpPr>
          <p:spPr>
            <a:xfrm flipH="1">
              <a:off x="2623680" y="3584520"/>
              <a:ext cx="392040" cy="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"/>
            <p:cNvSpPr/>
            <p:nvPr/>
          </p:nvSpPr>
          <p:spPr>
            <a:xfrm flipH="1">
              <a:off x="2657520" y="3517920"/>
              <a:ext cx="325440" cy="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"/>
            <p:cNvSpPr/>
            <p:nvPr/>
          </p:nvSpPr>
          <p:spPr>
            <a:xfrm flipH="1">
              <a:off x="2116080" y="3240000"/>
              <a:ext cx="300240" cy="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0" name=""/>
            <p:cNvSpPr/>
            <p:nvPr/>
          </p:nvSpPr>
          <p:spPr>
            <a:xfrm>
              <a:off x="3213000" y="3240000"/>
              <a:ext cx="392040" cy="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1" name=""/>
            <p:cNvSpPr/>
            <p:nvPr/>
          </p:nvSpPr>
          <p:spPr>
            <a:xfrm>
              <a:off x="3611520" y="3240000"/>
              <a:ext cx="133560" cy="23328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2" name=""/>
            <p:cNvSpPr/>
            <p:nvPr/>
          </p:nvSpPr>
          <p:spPr>
            <a:xfrm>
              <a:off x="3908520" y="3584520"/>
              <a:ext cx="296640" cy="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"/>
            <p:cNvSpPr/>
            <p:nvPr/>
          </p:nvSpPr>
          <p:spPr>
            <a:xfrm flipH="1">
              <a:off x="3589200" y="2997360"/>
              <a:ext cx="122400" cy="21744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4" name=""/>
            <p:cNvSpPr/>
            <p:nvPr/>
          </p:nvSpPr>
          <p:spPr>
            <a:xfrm flipH="1">
              <a:off x="3646080" y="2997360"/>
              <a:ext cx="142920" cy="2505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5" name=""/>
            <p:cNvSpPr/>
            <p:nvPr/>
          </p:nvSpPr>
          <p:spPr>
            <a:xfrm>
              <a:off x="4211640" y="3584520"/>
              <a:ext cx="190440" cy="333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6" name=""/>
            <p:cNvSpPr/>
            <p:nvPr/>
          </p:nvSpPr>
          <p:spPr>
            <a:xfrm>
              <a:off x="4408560" y="3924360"/>
              <a:ext cx="299880" cy="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7" name=""/>
            <p:cNvSpPr/>
            <p:nvPr/>
          </p:nvSpPr>
          <p:spPr>
            <a:xfrm flipV="1">
              <a:off x="4869000" y="3591000"/>
              <a:ext cx="133200" cy="23328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8" name=""/>
            <p:cNvSpPr/>
            <p:nvPr/>
          </p:nvSpPr>
          <p:spPr>
            <a:xfrm>
              <a:off x="4869000" y="4030560"/>
              <a:ext cx="133200" cy="23184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"/>
            <p:cNvSpPr/>
            <p:nvPr/>
          </p:nvSpPr>
          <p:spPr>
            <a:xfrm>
              <a:off x="5008680" y="3584520"/>
              <a:ext cx="295200" cy="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"/>
            <p:cNvSpPr/>
            <p:nvPr/>
          </p:nvSpPr>
          <p:spPr>
            <a:xfrm>
              <a:off x="5008680" y="4268880"/>
              <a:ext cx="295200" cy="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"/>
            <p:cNvSpPr/>
            <p:nvPr/>
          </p:nvSpPr>
          <p:spPr>
            <a:xfrm>
              <a:off x="6573240" y="3716280"/>
              <a:ext cx="1374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PRO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CAINE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2" name=""/>
          <p:cNvGrpSpPr/>
          <p:nvPr/>
        </p:nvGrpSpPr>
        <p:grpSpPr>
          <a:xfrm>
            <a:off x="2268360" y="4713120"/>
            <a:ext cx="5773320" cy="1527480"/>
            <a:chOff x="2268360" y="4713120"/>
            <a:chExt cx="5773320" cy="1527480"/>
          </a:xfrm>
        </p:grpSpPr>
        <p:sp>
          <p:nvSpPr>
            <p:cNvPr id="1333" name=""/>
            <p:cNvSpPr/>
            <p:nvPr/>
          </p:nvSpPr>
          <p:spPr>
            <a:xfrm>
              <a:off x="2268360" y="4713120"/>
              <a:ext cx="3110040" cy="151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"/>
            <p:cNvSpPr/>
            <p:nvPr/>
          </p:nvSpPr>
          <p:spPr>
            <a:xfrm>
              <a:off x="3315960" y="510876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"/>
            <p:cNvSpPr/>
            <p:nvPr/>
          </p:nvSpPr>
          <p:spPr>
            <a:xfrm>
              <a:off x="3455640" y="510876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"/>
            <p:cNvSpPr/>
            <p:nvPr/>
          </p:nvSpPr>
          <p:spPr>
            <a:xfrm>
              <a:off x="3709440" y="5666400"/>
              <a:ext cx="15840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"/>
            <p:cNvSpPr/>
            <p:nvPr/>
          </p:nvSpPr>
          <p:spPr>
            <a:xfrm>
              <a:off x="4327200" y="528660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"/>
            <p:cNvSpPr/>
            <p:nvPr/>
          </p:nvSpPr>
          <p:spPr>
            <a:xfrm>
              <a:off x="5005080" y="526932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"/>
            <p:cNvSpPr/>
            <p:nvPr/>
          </p:nvSpPr>
          <p:spPr>
            <a:xfrm>
              <a:off x="5144760" y="526932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"/>
            <p:cNvSpPr/>
            <p:nvPr/>
          </p:nvSpPr>
          <p:spPr>
            <a:xfrm>
              <a:off x="5285880" y="535824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"/>
            <p:cNvSpPr/>
            <p:nvPr/>
          </p:nvSpPr>
          <p:spPr>
            <a:xfrm>
              <a:off x="4649400" y="588924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"/>
            <p:cNvSpPr/>
            <p:nvPr/>
          </p:nvSpPr>
          <p:spPr>
            <a:xfrm>
              <a:off x="4789080" y="588924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"/>
            <p:cNvSpPr/>
            <p:nvPr/>
          </p:nvSpPr>
          <p:spPr>
            <a:xfrm>
              <a:off x="4930200" y="597816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"/>
            <p:cNvSpPr/>
            <p:nvPr/>
          </p:nvSpPr>
          <p:spPr>
            <a:xfrm>
              <a:off x="3246120" y="596844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"/>
            <p:cNvSpPr/>
            <p:nvPr/>
          </p:nvSpPr>
          <p:spPr>
            <a:xfrm>
              <a:off x="3385800" y="596844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"/>
            <p:cNvSpPr/>
            <p:nvPr/>
          </p:nvSpPr>
          <p:spPr>
            <a:xfrm>
              <a:off x="3526920" y="605736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"/>
            <p:cNvSpPr/>
            <p:nvPr/>
          </p:nvSpPr>
          <p:spPr>
            <a:xfrm>
              <a:off x="2642760" y="471312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"/>
            <p:cNvSpPr/>
            <p:nvPr/>
          </p:nvSpPr>
          <p:spPr>
            <a:xfrm>
              <a:off x="2782440" y="4713120"/>
              <a:ext cx="14724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"/>
            <p:cNvSpPr/>
            <p:nvPr/>
          </p:nvSpPr>
          <p:spPr>
            <a:xfrm>
              <a:off x="2923560" y="4802040"/>
              <a:ext cx="8532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"/>
            <p:cNvSpPr/>
            <p:nvPr/>
          </p:nvSpPr>
          <p:spPr>
            <a:xfrm flipH="1">
              <a:off x="2714400" y="5803200"/>
              <a:ext cx="330120" cy="18252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"/>
            <p:cNvSpPr/>
            <p:nvPr/>
          </p:nvSpPr>
          <p:spPr>
            <a:xfrm>
              <a:off x="2371680" y="5796720"/>
              <a:ext cx="330120" cy="1872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"/>
            <p:cNvSpPr/>
            <p:nvPr/>
          </p:nvSpPr>
          <p:spPr>
            <a:xfrm>
              <a:off x="2432160" y="5755320"/>
              <a:ext cx="274680" cy="1540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"/>
            <p:cNvSpPr/>
            <p:nvPr/>
          </p:nvSpPr>
          <p:spPr>
            <a:xfrm>
              <a:off x="3049560" y="5413680"/>
              <a:ext cx="0" cy="3794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"/>
            <p:cNvSpPr/>
            <p:nvPr/>
          </p:nvSpPr>
          <p:spPr>
            <a:xfrm>
              <a:off x="2982960" y="5443920"/>
              <a:ext cx="0" cy="3189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"/>
            <p:cNvSpPr/>
            <p:nvPr/>
          </p:nvSpPr>
          <p:spPr>
            <a:xfrm>
              <a:off x="2374920" y="5405760"/>
              <a:ext cx="0" cy="383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"/>
            <p:cNvSpPr/>
            <p:nvPr/>
          </p:nvSpPr>
          <p:spPr>
            <a:xfrm>
              <a:off x="2717640" y="5212080"/>
              <a:ext cx="325440" cy="1954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"/>
            <p:cNvSpPr/>
            <p:nvPr/>
          </p:nvSpPr>
          <p:spPr>
            <a:xfrm flipH="1">
              <a:off x="2382840" y="5212080"/>
              <a:ext cx="334800" cy="1872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"/>
            <p:cNvSpPr/>
            <p:nvPr/>
          </p:nvSpPr>
          <p:spPr>
            <a:xfrm flipH="1">
              <a:off x="2443320" y="5286600"/>
              <a:ext cx="274320" cy="1494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"/>
            <p:cNvSpPr/>
            <p:nvPr/>
          </p:nvSpPr>
          <p:spPr>
            <a:xfrm flipV="1">
              <a:off x="3049560" y="5275440"/>
              <a:ext cx="241200" cy="13788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"/>
            <p:cNvSpPr/>
            <p:nvPr/>
          </p:nvSpPr>
          <p:spPr>
            <a:xfrm>
              <a:off x="3592440" y="5320080"/>
              <a:ext cx="128520" cy="651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8360" rIns="90000" bIns="18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"/>
            <p:cNvSpPr/>
            <p:nvPr/>
          </p:nvSpPr>
          <p:spPr>
            <a:xfrm flipV="1">
              <a:off x="3727440" y="5194800"/>
              <a:ext cx="331920" cy="1965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"/>
            <p:cNvSpPr/>
            <p:nvPr/>
          </p:nvSpPr>
          <p:spPr>
            <a:xfrm>
              <a:off x="3700440" y="5397840"/>
              <a:ext cx="30240" cy="27000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3" name=""/>
            <p:cNvSpPr/>
            <p:nvPr/>
          </p:nvSpPr>
          <p:spPr>
            <a:xfrm>
              <a:off x="3760920" y="5386680"/>
              <a:ext cx="39600" cy="2793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"/>
            <p:cNvSpPr/>
            <p:nvPr/>
          </p:nvSpPr>
          <p:spPr>
            <a:xfrm>
              <a:off x="4065480" y="5188320"/>
              <a:ext cx="236520" cy="144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"/>
            <p:cNvSpPr/>
            <p:nvPr/>
          </p:nvSpPr>
          <p:spPr>
            <a:xfrm flipV="1">
              <a:off x="4486320" y="5204160"/>
              <a:ext cx="241200" cy="13968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"/>
            <p:cNvSpPr/>
            <p:nvPr/>
          </p:nvSpPr>
          <p:spPr>
            <a:xfrm>
              <a:off x="4735440" y="5197680"/>
              <a:ext cx="246240" cy="12564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"/>
            <p:cNvSpPr/>
            <p:nvPr/>
          </p:nvSpPr>
          <p:spPr>
            <a:xfrm>
              <a:off x="4402080" y="5499720"/>
              <a:ext cx="0" cy="2811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"/>
            <p:cNvSpPr/>
            <p:nvPr/>
          </p:nvSpPr>
          <p:spPr>
            <a:xfrm>
              <a:off x="4402080" y="5788800"/>
              <a:ext cx="222480" cy="14292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"/>
            <p:cNvSpPr/>
            <p:nvPr/>
          </p:nvSpPr>
          <p:spPr>
            <a:xfrm>
              <a:off x="3044880" y="5803200"/>
              <a:ext cx="176040" cy="1774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"/>
            <p:cNvSpPr/>
            <p:nvPr/>
          </p:nvSpPr>
          <p:spPr>
            <a:xfrm flipV="1">
              <a:off x="2717640" y="4930920"/>
              <a:ext cx="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"/>
            <p:cNvSpPr/>
            <p:nvPr/>
          </p:nvSpPr>
          <p:spPr>
            <a:xfrm>
              <a:off x="6450840" y="5375520"/>
              <a:ext cx="159084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LIGNO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CAINE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(LIDO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CAINE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2" name=""/>
          <p:cNvSpPr/>
          <p:nvPr/>
        </p:nvSpPr>
        <p:spPr>
          <a:xfrm>
            <a:off x="725400" y="231840"/>
            <a:ext cx="8111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Local anaesthetics block conduction of action potentials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3" name=""/>
          <p:cNvGrpSpPr/>
          <p:nvPr/>
        </p:nvGrpSpPr>
        <p:grpSpPr>
          <a:xfrm>
            <a:off x="253440" y="1392120"/>
            <a:ext cx="6968160" cy="676440"/>
            <a:chOff x="253440" y="1392120"/>
            <a:chExt cx="6968160" cy="676440"/>
          </a:xfrm>
        </p:grpSpPr>
        <p:sp>
          <p:nvSpPr>
            <p:cNvPr id="1374" name=""/>
            <p:cNvSpPr/>
            <p:nvPr/>
          </p:nvSpPr>
          <p:spPr>
            <a:xfrm>
              <a:off x="1979640" y="1413000"/>
              <a:ext cx="1106640" cy="64116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"/>
            <p:cNvSpPr/>
            <p:nvPr/>
          </p:nvSpPr>
          <p:spPr>
            <a:xfrm>
              <a:off x="3790800" y="1413000"/>
              <a:ext cx="1106640" cy="64116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"/>
            <p:cNvSpPr/>
            <p:nvPr/>
          </p:nvSpPr>
          <p:spPr>
            <a:xfrm>
              <a:off x="5416560" y="1413000"/>
              <a:ext cx="1805040" cy="64116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"/>
            <p:cNvSpPr/>
            <p:nvPr/>
          </p:nvSpPr>
          <p:spPr>
            <a:xfrm>
              <a:off x="2002680" y="1392120"/>
              <a:ext cx="108252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Aromatic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Group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"/>
            <p:cNvSpPr/>
            <p:nvPr/>
          </p:nvSpPr>
          <p:spPr>
            <a:xfrm>
              <a:off x="3891960" y="1413000"/>
              <a:ext cx="104472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Ester or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Amide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"/>
            <p:cNvSpPr/>
            <p:nvPr/>
          </p:nvSpPr>
          <p:spPr>
            <a:xfrm>
              <a:off x="5379120" y="1392120"/>
              <a:ext cx="183276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Basic side chain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2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</a:rPr>
                <a:t>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/3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</a:rPr>
                <a:t>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</a:rPr>
                <a:t> amine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"/>
            <p:cNvSpPr/>
            <p:nvPr/>
          </p:nvSpPr>
          <p:spPr>
            <a:xfrm flipV="1">
              <a:off x="3094200" y="1711080"/>
              <a:ext cx="698400" cy="32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3560" rIns="90000" bIns="-435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"/>
            <p:cNvSpPr/>
            <p:nvPr/>
          </p:nvSpPr>
          <p:spPr>
            <a:xfrm>
              <a:off x="4913280" y="1711440"/>
              <a:ext cx="503280" cy="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"/>
            <p:cNvSpPr/>
            <p:nvPr/>
          </p:nvSpPr>
          <p:spPr>
            <a:xfrm>
              <a:off x="253440" y="1413000"/>
              <a:ext cx="119700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Chemical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Structure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7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3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5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77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8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0"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8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3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5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3" name=""/>
          <p:cNvGrpSpPr/>
          <p:nvPr/>
        </p:nvGrpSpPr>
        <p:grpSpPr>
          <a:xfrm>
            <a:off x="2533680" y="981000"/>
            <a:ext cx="5192640" cy="5043600"/>
            <a:chOff x="2533680" y="981000"/>
            <a:chExt cx="5192640" cy="5043600"/>
          </a:xfrm>
        </p:grpSpPr>
        <p:sp>
          <p:nvSpPr>
            <p:cNvPr id="1384" name=""/>
            <p:cNvSpPr/>
            <p:nvPr/>
          </p:nvSpPr>
          <p:spPr>
            <a:xfrm>
              <a:off x="4713120" y="3206880"/>
              <a:ext cx="1960560" cy="1839960"/>
            </a:xfrm>
            <a:prstGeom prst="ellipse">
              <a:avLst/>
            </a:prstGeom>
            <a:solidFill>
              <a:srgbClr val="0070C0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"/>
            <p:cNvSpPr/>
            <p:nvPr/>
          </p:nvSpPr>
          <p:spPr>
            <a:xfrm>
              <a:off x="3924360" y="1123920"/>
              <a:ext cx="3463920" cy="4900680"/>
            </a:xfrm>
            <a:custGeom>
              <a:avLst/>
              <a:gdLst>
                <a:gd name="GluePoint1X" fmla="*/ 49802 w 1901901"/>
                <a:gd name="GluePoint1Y" fmla="*/ 15065 h 3250331"/>
                <a:gd name="GluePoint2X" fmla="*/ 49802 w 1901901"/>
                <a:gd name="GluePoint2Y" fmla="*/ 510956 h 3250331"/>
                <a:gd name="GluePoint3X" fmla="*/ 49802 w 1901901"/>
                <a:gd name="GluePoint3Y" fmla="*/ 1542945 h 3250331"/>
                <a:gd name="GluePoint4X" fmla="*/ 33604 w 1901901"/>
                <a:gd name="GluePoint4Y" fmla="*/ 3298667 h 3250331"/>
                <a:gd name="GluePoint5X" fmla="*/ 49803 w 1901901"/>
                <a:gd name="GluePoint5Y" fmla="*/ 4598704 h 3250331"/>
                <a:gd name="GluePoint6X" fmla="*/ 33604 w 1901901"/>
                <a:gd name="GluePoint6Y" fmla="*/ 4839948 h 3250331"/>
                <a:gd name="GluePoint7X" fmla="*/ 1572463 w 1901901"/>
                <a:gd name="GluePoint7Y" fmla="*/ 4853350 h 3250331"/>
                <a:gd name="GluePoint8X" fmla="*/ 3111320 w 1901901"/>
                <a:gd name="GluePoint8Y" fmla="*/ 4839948 h 3250331"/>
                <a:gd name="GluePoint9X" fmla="*/ 3257107 w 1901901"/>
                <a:gd name="GluePoint9Y" fmla="*/ 4839948 h 3250331"/>
                <a:gd name="GluePoint10X" fmla="*/ 3419092 w 1901901"/>
                <a:gd name="GluePoint10Y" fmla="*/ 3928581 h 3250331"/>
                <a:gd name="GluePoint11X" fmla="*/ 3467688 w 1901901"/>
                <a:gd name="GluePoint11Y" fmla="*/ 3539911 h 3250331"/>
                <a:gd name="GluePoint12X" fmla="*/ 3354298 w 1901901"/>
                <a:gd name="GluePoint12Y" fmla="*/ 3392483 h 3250331"/>
                <a:gd name="GluePoint13X" fmla="*/ 3159916 w 1901901"/>
                <a:gd name="GluePoint13Y" fmla="*/ 3419289 h 3250331"/>
                <a:gd name="GluePoint14X" fmla="*/ 2949336 w 1901901"/>
                <a:gd name="GluePoint14Y" fmla="*/ 3888374 h 3250331"/>
                <a:gd name="GluePoint15X" fmla="*/ 2609168 w 1901901"/>
                <a:gd name="GluePoint15Y" fmla="*/ 4250240 h 3250331"/>
                <a:gd name="GluePoint16X" fmla="*/ 2139410 w 1901901"/>
                <a:gd name="GluePoint16Y" fmla="*/ 4451276 h 3250331"/>
                <a:gd name="GluePoint17X" fmla="*/ 1556264 w 1901901"/>
                <a:gd name="GluePoint17Y" fmla="*/ 4357460 h 3250331"/>
                <a:gd name="GluePoint18X" fmla="*/ 713941 w 1901901"/>
                <a:gd name="GluePoint18Y" fmla="*/ 4022399 h 3250331"/>
                <a:gd name="GluePoint19X" fmla="*/ 341376 w 1901901"/>
                <a:gd name="GluePoint19Y" fmla="*/ 3325471 h 3250331"/>
                <a:gd name="GluePoint20X" fmla="*/ 535758 w 1901901"/>
                <a:gd name="GluePoint20Y" fmla="*/ 2159458 h 3250331"/>
                <a:gd name="GluePoint21X" fmla="*/ 1378081 w 1901901"/>
                <a:gd name="GluePoint21Y" fmla="*/ 1730579 h 3250331"/>
                <a:gd name="GluePoint22X" fmla="*/ 1880233 w 1901901"/>
                <a:gd name="GluePoint22Y" fmla="*/ 1690372 h 3250331"/>
                <a:gd name="GluePoint23X" fmla="*/ 2301396 w 1901901"/>
                <a:gd name="GluePoint23Y" fmla="*/ 1824397 h 3250331"/>
                <a:gd name="GluePoint24X" fmla="*/ 2609168 w 1901901"/>
                <a:gd name="GluePoint24Y" fmla="*/ 2199666 h 3250331"/>
                <a:gd name="GluePoint25X" fmla="*/ 2754954 w 1901901"/>
                <a:gd name="GluePoint25Y" fmla="*/ 2293482 h 3250331"/>
                <a:gd name="GluePoint26X" fmla="*/ 3176115 w 1901901"/>
                <a:gd name="GluePoint26Y" fmla="*/ 2306885 h 3250331"/>
                <a:gd name="GluePoint27X" fmla="*/ 3224710 w 1901901"/>
                <a:gd name="GluePoint27Y" fmla="*/ 2132652 h 3250331"/>
                <a:gd name="GluePoint28X" fmla="*/ 2511977 w 1901901"/>
                <a:gd name="GluePoint28Y" fmla="*/ 1181079 h 3250331"/>
                <a:gd name="GluePoint29X" fmla="*/ 1523868 w 1901901"/>
                <a:gd name="GluePoint29Y" fmla="*/ 510956 h 3250331"/>
                <a:gd name="GluePoint30X" fmla="*/ 713941 w 1901901"/>
                <a:gd name="GluePoint30Y" fmla="*/ 162493 h 3250331"/>
                <a:gd name="GluePoint31X" fmla="*/ 49802 w 1901901"/>
                <a:gd name="GluePoint31Y" fmla="*/ 15065 h 32503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l" t="t" r="r" b="b"/>
              <a:pathLst>
                <a:path w="1901901" h="3250331">
                  <a:moveTo>
                    <a:pt x="27294" y="9979"/>
                  </a:moveTo>
                  <a:cubicBezTo>
                    <a:pt x="-33370" y="48449"/>
                    <a:pt x="25815" y="165338"/>
                    <a:pt x="27294" y="338453"/>
                  </a:cubicBezTo>
                  <a:cubicBezTo>
                    <a:pt x="28774" y="511568"/>
                    <a:pt x="22855" y="714275"/>
                    <a:pt x="27294" y="1022034"/>
                  </a:cubicBezTo>
                  <a:cubicBezTo>
                    <a:pt x="31733" y="1329793"/>
                    <a:pt x="18417" y="1847658"/>
                    <a:pt x="18417" y="2185009"/>
                  </a:cubicBezTo>
                  <a:cubicBezTo>
                    <a:pt x="18417" y="2522360"/>
                    <a:pt x="27295" y="2875988"/>
                    <a:pt x="27295" y="3046143"/>
                  </a:cubicBezTo>
                  <a:cubicBezTo>
                    <a:pt x="27295" y="3216298"/>
                    <a:pt x="-23011" y="3142318"/>
                    <a:pt x="18417" y="3205941"/>
                  </a:cubicBezTo>
                  <a:cubicBezTo>
                    <a:pt x="59845" y="3269564"/>
                    <a:pt x="580670" y="3214818"/>
                    <a:pt x="861796" y="3214818"/>
                  </a:cubicBezTo>
                  <a:cubicBezTo>
                    <a:pt x="1142922" y="3214818"/>
                    <a:pt x="1705174" y="3205941"/>
                    <a:pt x="1705174" y="3205941"/>
                  </a:cubicBezTo>
                  <a:cubicBezTo>
                    <a:pt x="1859053" y="3204462"/>
                    <a:pt x="1756960" y="3306555"/>
                    <a:pt x="1785073" y="3205941"/>
                  </a:cubicBezTo>
                  <a:cubicBezTo>
                    <a:pt x="1813186" y="3105327"/>
                    <a:pt x="1854615" y="2745781"/>
                    <a:pt x="1873850" y="2602259"/>
                  </a:cubicBezTo>
                  <a:cubicBezTo>
                    <a:pt x="1893085" y="2458737"/>
                    <a:pt x="1906401" y="2403991"/>
                    <a:pt x="1900483" y="2344807"/>
                  </a:cubicBezTo>
                  <a:cubicBezTo>
                    <a:pt x="1894565" y="2285623"/>
                    <a:pt x="1866452" y="2260468"/>
                    <a:pt x="1838339" y="2247152"/>
                  </a:cubicBezTo>
                  <a:cubicBezTo>
                    <a:pt x="1810226" y="2233836"/>
                    <a:pt x="1768797" y="2210162"/>
                    <a:pt x="1731807" y="2264908"/>
                  </a:cubicBezTo>
                  <a:cubicBezTo>
                    <a:pt x="1694817" y="2319654"/>
                    <a:pt x="1666705" y="2483890"/>
                    <a:pt x="1616398" y="2575626"/>
                  </a:cubicBezTo>
                  <a:cubicBezTo>
                    <a:pt x="1566091" y="2667362"/>
                    <a:pt x="1503948" y="2753179"/>
                    <a:pt x="1429967" y="2815323"/>
                  </a:cubicBezTo>
                  <a:cubicBezTo>
                    <a:pt x="1355986" y="2877467"/>
                    <a:pt x="1268689" y="2936651"/>
                    <a:pt x="1172514" y="2948488"/>
                  </a:cubicBezTo>
                  <a:cubicBezTo>
                    <a:pt x="1076339" y="2960325"/>
                    <a:pt x="983124" y="2933692"/>
                    <a:pt x="852918" y="2886345"/>
                  </a:cubicBezTo>
                  <a:cubicBezTo>
                    <a:pt x="722712" y="2838998"/>
                    <a:pt x="502250" y="2778333"/>
                    <a:pt x="391279" y="2664403"/>
                  </a:cubicBezTo>
                  <a:cubicBezTo>
                    <a:pt x="280308" y="2550473"/>
                    <a:pt x="203369" y="2408430"/>
                    <a:pt x="187093" y="2202764"/>
                  </a:cubicBezTo>
                  <a:cubicBezTo>
                    <a:pt x="170817" y="1997098"/>
                    <a:pt x="198930" y="1606481"/>
                    <a:pt x="293625" y="1430407"/>
                  </a:cubicBezTo>
                  <a:cubicBezTo>
                    <a:pt x="388320" y="1254333"/>
                    <a:pt x="632456" y="1198107"/>
                    <a:pt x="755264" y="1146321"/>
                  </a:cubicBezTo>
                  <a:cubicBezTo>
                    <a:pt x="878072" y="1094535"/>
                    <a:pt x="946133" y="1109331"/>
                    <a:pt x="1030471" y="1119688"/>
                  </a:cubicBezTo>
                  <a:cubicBezTo>
                    <a:pt x="1114809" y="1130045"/>
                    <a:pt x="1194708" y="1152240"/>
                    <a:pt x="1261291" y="1208465"/>
                  </a:cubicBezTo>
                  <a:cubicBezTo>
                    <a:pt x="1327874" y="1264690"/>
                    <a:pt x="1388538" y="1405254"/>
                    <a:pt x="1429967" y="1457040"/>
                  </a:cubicBezTo>
                  <a:cubicBezTo>
                    <a:pt x="1471396" y="1508826"/>
                    <a:pt x="1458080" y="1507346"/>
                    <a:pt x="1509866" y="1519183"/>
                  </a:cubicBezTo>
                  <a:cubicBezTo>
                    <a:pt x="1561652" y="1531020"/>
                    <a:pt x="1697776" y="1545816"/>
                    <a:pt x="1740685" y="1528061"/>
                  </a:cubicBezTo>
                  <a:cubicBezTo>
                    <a:pt x="1783594" y="1510306"/>
                    <a:pt x="1827982" y="1536938"/>
                    <a:pt x="1767318" y="1412651"/>
                  </a:cubicBezTo>
                  <a:cubicBezTo>
                    <a:pt x="1706654" y="1288364"/>
                    <a:pt x="1532060" y="961370"/>
                    <a:pt x="1376701" y="782337"/>
                  </a:cubicBezTo>
                  <a:cubicBezTo>
                    <a:pt x="1221342" y="603304"/>
                    <a:pt x="999400" y="450903"/>
                    <a:pt x="835163" y="338453"/>
                  </a:cubicBezTo>
                  <a:cubicBezTo>
                    <a:pt x="670926" y="226003"/>
                    <a:pt x="525924" y="162380"/>
                    <a:pt x="391279" y="107634"/>
                  </a:cubicBezTo>
                  <a:cubicBezTo>
                    <a:pt x="256634" y="52888"/>
                    <a:pt x="87958" y="-28491"/>
                    <a:pt x="27294" y="9979"/>
                  </a:cubicBezTo>
                  <a:close/>
                </a:path>
              </a:pathLst>
            </a:custGeom>
            <a:solidFill>
              <a:srgbClr val="EBF1DE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"/>
            <p:cNvSpPr/>
            <p:nvPr/>
          </p:nvSpPr>
          <p:spPr>
            <a:xfrm>
              <a:off x="2533680" y="2097000"/>
              <a:ext cx="1384200" cy="496800"/>
            </a:xfrm>
            <a:prstGeom prst="line">
              <a:avLst/>
            </a:prstGeom>
            <a:ln w="28440">
              <a:solidFill>
                <a:srgbClr val="0000FF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"/>
            <p:cNvSpPr/>
            <p:nvPr/>
          </p:nvSpPr>
          <p:spPr>
            <a:xfrm rot="7140000">
              <a:off x="6442920" y="4149000"/>
              <a:ext cx="288720" cy="496800"/>
            </a:xfrm>
            <a:prstGeom prst="can">
              <a:avLst>
                <a:gd name="adj" fmla="val 14666"/>
              </a:avLst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"/>
            <p:cNvSpPr/>
            <p:nvPr/>
          </p:nvSpPr>
          <p:spPr>
            <a:xfrm>
              <a:off x="3927600" y="981000"/>
              <a:ext cx="3798720" cy="4997520"/>
            </a:xfrm>
            <a:prstGeom prst="rect">
              <a:avLst/>
            </a:prstGeom>
            <a:noFill/>
            <a:ln w="25560">
              <a:solidFill>
                <a:srgbClr val="0000FF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"/>
            <p:cNvSpPr/>
            <p:nvPr/>
          </p:nvSpPr>
          <p:spPr>
            <a:xfrm>
              <a:off x="6465240" y="4654440"/>
              <a:ext cx="981360" cy="65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Na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rPr>
                <a:t>channel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0" name=""/>
          <p:cNvSpPr/>
          <p:nvPr/>
        </p:nvSpPr>
        <p:spPr>
          <a:xfrm>
            <a:off x="2050560" y="231840"/>
            <a:ext cx="5018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Local anaesthetics: Site of 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1" name=""/>
          <p:cNvGrpSpPr/>
          <p:nvPr/>
        </p:nvGrpSpPr>
        <p:grpSpPr>
          <a:xfrm>
            <a:off x="331920" y="1108080"/>
            <a:ext cx="3020040" cy="1889280"/>
            <a:chOff x="331920" y="1108080"/>
            <a:chExt cx="3020040" cy="1889280"/>
          </a:xfrm>
        </p:grpSpPr>
        <p:sp>
          <p:nvSpPr>
            <p:cNvPr id="1392" name=""/>
            <p:cNvSpPr/>
            <p:nvPr/>
          </p:nvSpPr>
          <p:spPr>
            <a:xfrm>
              <a:off x="2629080" y="1515960"/>
              <a:ext cx="722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Axon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"/>
            <p:cNvSpPr/>
            <p:nvPr/>
          </p:nvSpPr>
          <p:spPr>
            <a:xfrm flipH="1">
              <a:off x="2218320" y="1701720"/>
              <a:ext cx="42552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"/>
            <p:cNvSpPr/>
            <p:nvPr/>
          </p:nvSpPr>
          <p:spPr>
            <a:xfrm>
              <a:off x="331920" y="2629080"/>
              <a:ext cx="16059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Schwann cell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"/>
            <p:cNvSpPr/>
            <p:nvPr/>
          </p:nvSpPr>
          <p:spPr>
            <a:xfrm flipV="1">
              <a:off x="826920" y="2139480"/>
              <a:ext cx="282600" cy="46044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96" name=""/>
            <p:cNvGrpSpPr/>
            <p:nvPr/>
          </p:nvGrpSpPr>
          <p:grpSpPr>
            <a:xfrm>
              <a:off x="901800" y="1108080"/>
              <a:ext cx="1625760" cy="1485720"/>
              <a:chOff x="901800" y="1108080"/>
              <a:chExt cx="1625760" cy="1485720"/>
            </a:xfrm>
          </p:grpSpPr>
          <p:grpSp>
            <p:nvGrpSpPr>
              <p:cNvPr id="1397" name=""/>
              <p:cNvGrpSpPr/>
              <p:nvPr/>
            </p:nvGrpSpPr>
            <p:grpSpPr>
              <a:xfrm>
                <a:off x="901800" y="1108080"/>
                <a:ext cx="1563480" cy="1485720"/>
                <a:chOff x="901800" y="1108080"/>
                <a:chExt cx="1563480" cy="1485720"/>
              </a:xfrm>
            </p:grpSpPr>
            <p:sp>
              <p:nvSpPr>
                <p:cNvPr id="1398" name=""/>
                <p:cNvSpPr/>
                <p:nvPr/>
              </p:nvSpPr>
              <p:spPr>
                <a:xfrm>
                  <a:off x="1116000" y="1268280"/>
                  <a:ext cx="353880" cy="35424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9" name=""/>
                <p:cNvSpPr/>
                <p:nvPr/>
              </p:nvSpPr>
              <p:spPr>
                <a:xfrm>
                  <a:off x="1979640" y="1557360"/>
                  <a:ext cx="353880" cy="35244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0" name=""/>
                <p:cNvSpPr/>
                <p:nvPr/>
              </p:nvSpPr>
              <p:spPr>
                <a:xfrm>
                  <a:off x="1258920" y="2060640"/>
                  <a:ext cx="353880" cy="35388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1" name=""/>
                <p:cNvSpPr/>
                <p:nvPr/>
              </p:nvSpPr>
              <p:spPr>
                <a:xfrm>
                  <a:off x="901800" y="1108080"/>
                  <a:ext cx="1563480" cy="1485720"/>
                </a:xfrm>
                <a:custGeom>
                  <a:avLst/>
                  <a:gdLst>
                    <a:gd name="GluePoint1X" fmla="*/ 1515049 w 1570382"/>
                    <a:gd name="GluePoint1Y" fmla="*/ 461192 h 1492195"/>
                    <a:gd name="GluePoint2X" fmla="*/ 1348181 w 1570382"/>
                    <a:gd name="GluePoint2Y" fmla="*/ 238548 h 1492195"/>
                    <a:gd name="GluePoint3X" fmla="*/ 1046231 w 1570382"/>
                    <a:gd name="GluePoint3Y" fmla="*/ 71564 h 1492195"/>
                    <a:gd name="GluePoint4X" fmla="*/ 696604 w 1570382"/>
                    <a:gd name="GluePoint4Y" fmla="*/ 7951 h 1492195"/>
                    <a:gd name="GluePoint5X" fmla="*/ 370816 w 1570382"/>
                    <a:gd name="GluePoint5Y" fmla="*/ 23855 h 1492195"/>
                    <a:gd name="GluePoint6X" fmla="*/ 164219 w 1570382"/>
                    <a:gd name="GluePoint6Y" fmla="*/ 103371 h 1492195"/>
                    <a:gd name="GluePoint7X" fmla="*/ 227787 w 1570382"/>
                    <a:gd name="GluePoint7Y" fmla="*/ 143128 h 1492195"/>
                    <a:gd name="GluePoint8X" fmla="*/ 346978 w 1570382"/>
                    <a:gd name="GluePoint8Y" fmla="*/ 95419 h 1492195"/>
                    <a:gd name="GluePoint9X" fmla="*/ 482061 w 1570382"/>
                    <a:gd name="GluePoint9Y" fmla="*/ 111322 h 1492195"/>
                    <a:gd name="GluePoint10X" fmla="*/ 625089 w 1570382"/>
                    <a:gd name="GluePoint10Y" fmla="*/ 246499 h 1492195"/>
                    <a:gd name="GluePoint11X" fmla="*/ 640982 w 1570382"/>
                    <a:gd name="GluePoint11Y" fmla="*/ 445289 h 1492195"/>
                    <a:gd name="GluePoint12X" fmla="*/ 585360 w 1570382"/>
                    <a:gd name="GluePoint12Y" fmla="*/ 556612 h 1492195"/>
                    <a:gd name="GluePoint13X" fmla="*/ 331085 w 1570382"/>
                    <a:gd name="GluePoint13Y" fmla="*/ 620224 h 1492195"/>
                    <a:gd name="GluePoint14X" fmla="*/ 196003 w 1570382"/>
                    <a:gd name="GluePoint14Y" fmla="*/ 532757 h 1492195"/>
                    <a:gd name="GluePoint15X" fmla="*/ 156272 w 1570382"/>
                    <a:gd name="GluePoint15Y" fmla="*/ 349870 h 1492195"/>
                    <a:gd name="GluePoint16X" fmla="*/ 132435 w 1570382"/>
                    <a:gd name="GluePoint16Y" fmla="*/ 262403 h 1492195"/>
                    <a:gd name="GluePoint17X" fmla="*/ 84758 w 1570382"/>
                    <a:gd name="GluePoint17Y" fmla="*/ 246499 h 1492195"/>
                    <a:gd name="GluePoint18X" fmla="*/ 29136 w 1570382"/>
                    <a:gd name="GluePoint18Y" fmla="*/ 365773 h 1492195"/>
                    <a:gd name="GluePoint19X" fmla="*/ 5298 w 1570382"/>
                    <a:gd name="GluePoint19Y" fmla="*/ 596369 h 1492195"/>
                    <a:gd name="GluePoint20X" fmla="*/ 60920 w 1570382"/>
                    <a:gd name="GluePoint20Y" fmla="*/ 954191 h 1492195"/>
                    <a:gd name="GluePoint21X" fmla="*/ 172164 w 1570382"/>
                    <a:gd name="GluePoint21Y" fmla="*/ 1224545 h 1492195"/>
                    <a:gd name="GluePoint22X" fmla="*/ 394654 w 1570382"/>
                    <a:gd name="GluePoint22Y" fmla="*/ 1431287 h 1492195"/>
                    <a:gd name="GluePoint23X" fmla="*/ 585360 w 1570382"/>
                    <a:gd name="GluePoint23Y" fmla="*/ 1486949 h 1492195"/>
                    <a:gd name="GluePoint24X" fmla="*/ 577414 w 1570382"/>
                    <a:gd name="GluePoint24Y" fmla="*/ 1399481 h 1492195"/>
                    <a:gd name="GluePoint25X" fmla="*/ 458223 w 1570382"/>
                    <a:gd name="GluePoint25Y" fmla="*/ 1367674 h 1492195"/>
                    <a:gd name="GluePoint26X" fmla="*/ 307247 w 1570382"/>
                    <a:gd name="GluePoint26Y" fmla="*/ 1192739 h 1492195"/>
                    <a:gd name="GluePoint27X" fmla="*/ 339031 w 1570382"/>
                    <a:gd name="GluePoint27Y" fmla="*/ 946240 h 1492195"/>
                    <a:gd name="GluePoint28X" fmla="*/ 505899 w 1570382"/>
                    <a:gd name="GluePoint28Y" fmla="*/ 882627 h 1492195"/>
                    <a:gd name="GluePoint29X" fmla="*/ 744281 w 1570382"/>
                    <a:gd name="GluePoint29Y" fmla="*/ 922385 h 1492195"/>
                    <a:gd name="GluePoint30X" fmla="*/ 815795 w 1570382"/>
                    <a:gd name="GluePoint30Y" fmla="*/ 1105272 h 1492195"/>
                    <a:gd name="GluePoint31X" fmla="*/ 776065 w 1570382"/>
                    <a:gd name="GluePoint31Y" fmla="*/ 1288158 h 1492195"/>
                    <a:gd name="GluePoint32X" fmla="*/ 712497 w 1570382"/>
                    <a:gd name="GluePoint32Y" fmla="*/ 1351771 h 1492195"/>
                    <a:gd name="GluePoint33X" fmla="*/ 712497 w 1570382"/>
                    <a:gd name="GluePoint33Y" fmla="*/ 1463094 h 1492195"/>
                    <a:gd name="GluePoint34X" fmla="*/ 895256 w 1570382"/>
                    <a:gd name="GluePoint34Y" fmla="*/ 1455142 h 1492195"/>
                    <a:gd name="GluePoint35X" fmla="*/ 1101854 w 1570382"/>
                    <a:gd name="GluePoint35Y" fmla="*/ 1423335 h 1492195"/>
                    <a:gd name="GluePoint36X" fmla="*/ 1348181 w 1570382"/>
                    <a:gd name="GluePoint36Y" fmla="*/ 1327916 h 1492195"/>
                    <a:gd name="GluePoint37X" fmla="*/ 1475318 w 1570382"/>
                    <a:gd name="GluePoint37Y" fmla="*/ 1168884 h 1492195"/>
                    <a:gd name="GluePoint38X" fmla="*/ 1546833 w 1570382"/>
                    <a:gd name="GluePoint38Y" fmla="*/ 866724 h 1492195"/>
                    <a:gd name="GluePoint39X" fmla="*/ 1562724 w 1570382"/>
                    <a:gd name="GluePoint39Y" fmla="*/ 739498 h 1492195"/>
                    <a:gd name="GluePoint40X" fmla="*/ 1507102 w 1570382"/>
                    <a:gd name="GluePoint40Y" fmla="*/ 723595 h 1492195"/>
                    <a:gd name="GluePoint41X" fmla="*/ 1435587 w 1570382"/>
                    <a:gd name="GluePoint41Y" fmla="*/ 834918 h 1492195"/>
                    <a:gd name="GluePoint42X" fmla="*/ 1292559 w 1570382"/>
                    <a:gd name="GluePoint42Y" fmla="*/ 906481 h 1492195"/>
                    <a:gd name="GluePoint43X" fmla="*/ 1062123 w 1570382"/>
                    <a:gd name="GluePoint43Y" fmla="*/ 819014 h 1492195"/>
                    <a:gd name="GluePoint44X" fmla="*/ 998555 w 1570382"/>
                    <a:gd name="GluePoint44Y" fmla="*/ 652031 h 1492195"/>
                    <a:gd name="GluePoint45X" fmla="*/ 1030339 w 1570382"/>
                    <a:gd name="GluePoint45Y" fmla="*/ 469144 h 1492195"/>
                    <a:gd name="GluePoint46X" fmla="*/ 1149530 w 1570382"/>
                    <a:gd name="GluePoint46Y" fmla="*/ 389628 h 1492195"/>
                    <a:gd name="GluePoint47X" fmla="*/ 1324343 w 1570382"/>
                    <a:gd name="GluePoint47Y" fmla="*/ 381676 h 1492195"/>
                    <a:gd name="GluePoint48X" fmla="*/ 1427642 w 1570382"/>
                    <a:gd name="GluePoint48Y" fmla="*/ 485047 h 1492195"/>
                    <a:gd name="GluePoint49X" fmla="*/ 1515049 w 1570382"/>
                    <a:gd name="GluePoint49Y" fmla="*/ 461192 h 149219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</a:cxnLst>
                  <a:rect l="l" t="t" r="r" b="b"/>
                  <a:pathLst>
                    <a:path w="1570382" h="1492195">
                      <a:moveTo>
                        <a:pt x="1516049" y="461175"/>
                      </a:moveTo>
                      <a:cubicBezTo>
                        <a:pt x="1502797" y="420093"/>
                        <a:pt x="1427259" y="303475"/>
                        <a:pt x="1349071" y="238539"/>
                      </a:cubicBezTo>
                      <a:cubicBezTo>
                        <a:pt x="1270883" y="173603"/>
                        <a:pt x="1155590" y="109992"/>
                        <a:pt x="1046922" y="71561"/>
                      </a:cubicBezTo>
                      <a:cubicBezTo>
                        <a:pt x="938254" y="33130"/>
                        <a:pt x="809707" y="15902"/>
                        <a:pt x="697064" y="7951"/>
                      </a:cubicBezTo>
                      <a:cubicBezTo>
                        <a:pt x="584421" y="0"/>
                        <a:pt x="459851" y="7951"/>
                        <a:pt x="371061" y="23854"/>
                      </a:cubicBezTo>
                      <a:cubicBezTo>
                        <a:pt x="282271" y="39757"/>
                        <a:pt x="188181" y="83489"/>
                        <a:pt x="164327" y="103367"/>
                      </a:cubicBezTo>
                      <a:cubicBezTo>
                        <a:pt x="140473" y="123245"/>
                        <a:pt x="197457" y="144448"/>
                        <a:pt x="227937" y="143123"/>
                      </a:cubicBezTo>
                      <a:cubicBezTo>
                        <a:pt x="258417" y="141798"/>
                        <a:pt x="304800" y="100716"/>
                        <a:pt x="347207" y="95415"/>
                      </a:cubicBezTo>
                      <a:cubicBezTo>
                        <a:pt x="389614" y="90114"/>
                        <a:pt x="435997" y="86139"/>
                        <a:pt x="482379" y="111318"/>
                      </a:cubicBezTo>
                      <a:cubicBezTo>
                        <a:pt x="528762" y="136497"/>
                        <a:pt x="598998" y="190831"/>
                        <a:pt x="625502" y="246490"/>
                      </a:cubicBezTo>
                      <a:cubicBezTo>
                        <a:pt x="652006" y="302149"/>
                        <a:pt x="648031" y="393590"/>
                        <a:pt x="641405" y="445273"/>
                      </a:cubicBezTo>
                      <a:cubicBezTo>
                        <a:pt x="634779" y="496956"/>
                        <a:pt x="637430" y="527436"/>
                        <a:pt x="585746" y="556591"/>
                      </a:cubicBezTo>
                      <a:cubicBezTo>
                        <a:pt x="534063" y="585746"/>
                        <a:pt x="396240" y="624177"/>
                        <a:pt x="331304" y="620201"/>
                      </a:cubicBezTo>
                      <a:cubicBezTo>
                        <a:pt x="266368" y="616225"/>
                        <a:pt x="225287" y="577794"/>
                        <a:pt x="196132" y="532737"/>
                      </a:cubicBezTo>
                      <a:cubicBezTo>
                        <a:pt x="166977" y="487680"/>
                        <a:pt x="166977" y="394914"/>
                        <a:pt x="156375" y="349857"/>
                      </a:cubicBezTo>
                      <a:cubicBezTo>
                        <a:pt x="145773" y="304800"/>
                        <a:pt x="144449" y="279621"/>
                        <a:pt x="132522" y="262393"/>
                      </a:cubicBezTo>
                      <a:cubicBezTo>
                        <a:pt x="120595" y="245165"/>
                        <a:pt x="102042" y="229262"/>
                        <a:pt x="84814" y="246490"/>
                      </a:cubicBezTo>
                      <a:cubicBezTo>
                        <a:pt x="67586" y="263718"/>
                        <a:pt x="42407" y="307451"/>
                        <a:pt x="29155" y="365760"/>
                      </a:cubicBezTo>
                      <a:cubicBezTo>
                        <a:pt x="15903" y="424069"/>
                        <a:pt x="0" y="498281"/>
                        <a:pt x="5301" y="596347"/>
                      </a:cubicBezTo>
                      <a:cubicBezTo>
                        <a:pt x="10602" y="694413"/>
                        <a:pt x="33131" y="849464"/>
                        <a:pt x="60960" y="954156"/>
                      </a:cubicBezTo>
                      <a:cubicBezTo>
                        <a:pt x="88790" y="1058848"/>
                        <a:pt x="116619" y="1144987"/>
                        <a:pt x="172278" y="1224500"/>
                      </a:cubicBezTo>
                      <a:cubicBezTo>
                        <a:pt x="227937" y="1304013"/>
                        <a:pt x="326004" y="1387502"/>
                        <a:pt x="394915" y="1431234"/>
                      </a:cubicBezTo>
                      <a:cubicBezTo>
                        <a:pt x="463826" y="1474966"/>
                        <a:pt x="555266" y="1492195"/>
                        <a:pt x="585746" y="1486894"/>
                      </a:cubicBezTo>
                      <a:cubicBezTo>
                        <a:pt x="616226" y="1481593"/>
                        <a:pt x="598999" y="1419307"/>
                        <a:pt x="577795" y="1399429"/>
                      </a:cubicBezTo>
                      <a:cubicBezTo>
                        <a:pt x="556591" y="1379551"/>
                        <a:pt x="503582" y="1402080"/>
                        <a:pt x="458525" y="1367624"/>
                      </a:cubicBezTo>
                      <a:cubicBezTo>
                        <a:pt x="413468" y="1333168"/>
                        <a:pt x="327328" y="1262932"/>
                        <a:pt x="307450" y="1192695"/>
                      </a:cubicBezTo>
                      <a:cubicBezTo>
                        <a:pt x="287572" y="1122459"/>
                        <a:pt x="306125" y="997888"/>
                        <a:pt x="339255" y="946205"/>
                      </a:cubicBezTo>
                      <a:cubicBezTo>
                        <a:pt x="372385" y="894522"/>
                        <a:pt x="438647" y="886570"/>
                        <a:pt x="506233" y="882594"/>
                      </a:cubicBezTo>
                      <a:cubicBezTo>
                        <a:pt x="573819" y="878618"/>
                        <a:pt x="693089" y="885245"/>
                        <a:pt x="744772" y="922351"/>
                      </a:cubicBezTo>
                      <a:cubicBezTo>
                        <a:pt x="796455" y="959457"/>
                        <a:pt x="811033" y="1044271"/>
                        <a:pt x="816334" y="1105231"/>
                      </a:cubicBezTo>
                      <a:cubicBezTo>
                        <a:pt x="821635" y="1166191"/>
                        <a:pt x="793805" y="1247029"/>
                        <a:pt x="776577" y="1288111"/>
                      </a:cubicBezTo>
                      <a:cubicBezTo>
                        <a:pt x="759349" y="1329193"/>
                        <a:pt x="723569" y="1322566"/>
                        <a:pt x="712967" y="1351721"/>
                      </a:cubicBezTo>
                      <a:cubicBezTo>
                        <a:pt x="702365" y="1380876"/>
                        <a:pt x="682487" y="1445812"/>
                        <a:pt x="712967" y="1463040"/>
                      </a:cubicBezTo>
                      <a:cubicBezTo>
                        <a:pt x="743447" y="1480268"/>
                        <a:pt x="830911" y="1461714"/>
                        <a:pt x="895847" y="1455088"/>
                      </a:cubicBezTo>
                      <a:cubicBezTo>
                        <a:pt x="960783" y="1448462"/>
                        <a:pt x="1027044" y="1444487"/>
                        <a:pt x="1102581" y="1423283"/>
                      </a:cubicBezTo>
                      <a:cubicBezTo>
                        <a:pt x="1178118" y="1402079"/>
                        <a:pt x="1286786" y="1370274"/>
                        <a:pt x="1349071" y="1327867"/>
                      </a:cubicBezTo>
                      <a:cubicBezTo>
                        <a:pt x="1411356" y="1285460"/>
                        <a:pt x="1443162" y="1245704"/>
                        <a:pt x="1476292" y="1168841"/>
                      </a:cubicBezTo>
                      <a:cubicBezTo>
                        <a:pt x="1509423" y="1091979"/>
                        <a:pt x="1533277" y="938254"/>
                        <a:pt x="1547854" y="866692"/>
                      </a:cubicBezTo>
                      <a:cubicBezTo>
                        <a:pt x="1562431" y="795130"/>
                        <a:pt x="1570382" y="763325"/>
                        <a:pt x="1563756" y="739471"/>
                      </a:cubicBezTo>
                      <a:cubicBezTo>
                        <a:pt x="1557130" y="715617"/>
                        <a:pt x="1529300" y="707665"/>
                        <a:pt x="1508097" y="723568"/>
                      </a:cubicBezTo>
                      <a:cubicBezTo>
                        <a:pt x="1486894" y="739471"/>
                        <a:pt x="1472316" y="804407"/>
                        <a:pt x="1436535" y="834887"/>
                      </a:cubicBezTo>
                      <a:cubicBezTo>
                        <a:pt x="1400754" y="865367"/>
                        <a:pt x="1355697" y="909098"/>
                        <a:pt x="1293412" y="906448"/>
                      </a:cubicBezTo>
                      <a:cubicBezTo>
                        <a:pt x="1231127" y="903798"/>
                        <a:pt x="1111857" y="861391"/>
                        <a:pt x="1062824" y="818984"/>
                      </a:cubicBezTo>
                      <a:cubicBezTo>
                        <a:pt x="1013791" y="776577"/>
                        <a:pt x="1004515" y="710316"/>
                        <a:pt x="999214" y="652007"/>
                      </a:cubicBezTo>
                      <a:cubicBezTo>
                        <a:pt x="993913" y="593698"/>
                        <a:pt x="1005840" y="512859"/>
                        <a:pt x="1031019" y="469127"/>
                      </a:cubicBezTo>
                      <a:cubicBezTo>
                        <a:pt x="1056198" y="425395"/>
                        <a:pt x="1101256" y="404191"/>
                        <a:pt x="1150289" y="389614"/>
                      </a:cubicBezTo>
                      <a:cubicBezTo>
                        <a:pt x="1199322" y="375037"/>
                        <a:pt x="1278835" y="365760"/>
                        <a:pt x="1325217" y="381662"/>
                      </a:cubicBezTo>
                      <a:cubicBezTo>
                        <a:pt x="1371600" y="397565"/>
                        <a:pt x="1395454" y="473102"/>
                        <a:pt x="1428584" y="485029"/>
                      </a:cubicBezTo>
                      <a:cubicBezTo>
                        <a:pt x="1461714" y="496956"/>
                        <a:pt x="1529301" y="502257"/>
                        <a:pt x="1516049" y="4611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44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402" name=""/>
              <p:cNvSpPr/>
              <p:nvPr/>
            </p:nvSpPr>
            <p:spPr>
              <a:xfrm>
                <a:off x="1837080" y="1125360"/>
                <a:ext cx="690480" cy="965520"/>
              </a:xfrm>
              <a:prstGeom prst="rect">
                <a:avLst/>
              </a:prstGeom>
              <a:noFill/>
              <a:ln w="25560">
                <a:solidFill>
                  <a:srgbClr val="0000FF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3" name=""/>
          <p:cNvSpPr/>
          <p:nvPr/>
        </p:nvSpPr>
        <p:spPr>
          <a:xfrm>
            <a:off x="5945040" y="4030560"/>
            <a:ext cx="381240" cy="363600"/>
          </a:xfrm>
          <a:custGeom>
            <a:avLst/>
            <a:gdLst>
              <a:gd name="GluePoint1X" fmla="*/ 0 w 381740"/>
              <a:gd name="GluePoint1Y" fmla="*/ 0 h 363984"/>
              <a:gd name="GluePoint2X" fmla="*/ 70883 w 381740"/>
              <a:gd name="GluePoint2Y" fmla="*/ 203936 h 363984"/>
              <a:gd name="GluePoint3X" fmla="*/ 381000 w 381740"/>
              <a:gd name="GluePoint3Y" fmla="*/ 363538 h 3639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381740" h="363984">
                <a:moveTo>
                  <a:pt x="0" y="0"/>
                </a:moveTo>
                <a:cubicBezTo>
                  <a:pt x="3699" y="71761"/>
                  <a:pt x="7398" y="143522"/>
                  <a:pt x="71021" y="204186"/>
                </a:cubicBezTo>
                <a:cubicBezTo>
                  <a:pt x="134644" y="264850"/>
                  <a:pt x="258192" y="314417"/>
                  <a:pt x="381740" y="363984"/>
                </a:cubicBezTo>
              </a:path>
            </a:pathLst>
          </a:custGeom>
          <a:noFill/>
          <a:ln w="5724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"/>
          <p:cNvSpPr/>
          <p:nvPr/>
        </p:nvSpPr>
        <p:spPr>
          <a:xfrm rot="3120000">
            <a:off x="6980400" y="4342320"/>
            <a:ext cx="393840" cy="452520"/>
          </a:xfrm>
          <a:custGeom>
            <a:avLst/>
            <a:gdLst>
              <a:gd name="GluePoint1X" fmla="*/ 92116 w 394035"/>
              <a:gd name="GluePoint1Y" fmla="*/ 0 h 452761"/>
              <a:gd name="GluePoint2X" fmla="*/ 3414 w 394035"/>
              <a:gd name="GluePoint2Y" fmla="*/ 354854 h 452761"/>
              <a:gd name="GluePoint3X" fmla="*/ 56635 w 394035"/>
              <a:gd name="GluePoint3Y" fmla="*/ 452438 h 452761"/>
              <a:gd name="GluePoint4X" fmla="*/ 393700 w 394035"/>
              <a:gd name="GluePoint4Y" fmla="*/ 354854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94035" h="452761">
                <a:moveTo>
                  <a:pt x="92194" y="0"/>
                </a:moveTo>
                <a:cubicBezTo>
                  <a:pt x="50764" y="139823"/>
                  <a:pt x="9335" y="279647"/>
                  <a:pt x="3417" y="355107"/>
                </a:cubicBezTo>
                <a:cubicBezTo>
                  <a:pt x="-2502" y="430567"/>
                  <a:pt x="-8420" y="452761"/>
                  <a:pt x="56683" y="452761"/>
                </a:cubicBezTo>
                <a:cubicBezTo>
                  <a:pt x="121786" y="452761"/>
                  <a:pt x="257910" y="403934"/>
                  <a:pt x="394035" y="355107"/>
                </a:cubicBez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"/>
          <p:cNvSpPr/>
          <p:nvPr/>
        </p:nvSpPr>
        <p:spPr>
          <a:xfrm>
            <a:off x="7245360" y="4140360"/>
            <a:ext cx="550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"/>
          <p:cNvSpPr/>
          <p:nvPr/>
        </p:nvSpPr>
        <p:spPr>
          <a:xfrm>
            <a:off x="4114800" y="-644400"/>
            <a:ext cx="539640" cy="1440"/>
          </a:xfrm>
          <a:prstGeom prst="line">
            <a:avLst/>
          </a:prstGeom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07" name=""/>
          <p:cNvGrpSpPr/>
          <p:nvPr/>
        </p:nvGrpSpPr>
        <p:grpSpPr>
          <a:xfrm>
            <a:off x="4632480" y="938160"/>
            <a:ext cx="1836720" cy="363600"/>
            <a:chOff x="4632480" y="938160"/>
            <a:chExt cx="1836720" cy="363600"/>
          </a:xfrm>
        </p:grpSpPr>
        <p:sp>
          <p:nvSpPr>
            <p:cNvPr id="1408" name=""/>
            <p:cNvSpPr/>
            <p:nvPr/>
          </p:nvSpPr>
          <p:spPr>
            <a:xfrm>
              <a:off x="4632480" y="938160"/>
              <a:ext cx="99684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9" name=""/>
            <p:cNvSpPr/>
            <p:nvPr/>
          </p:nvSpPr>
          <p:spPr>
            <a:xfrm>
              <a:off x="5934240" y="939960"/>
              <a:ext cx="534960" cy="36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"/>
            <p:cNvSpPr/>
            <p:nvPr/>
          </p:nvSpPr>
          <p:spPr>
            <a:xfrm>
              <a:off x="5500800" y="1131840"/>
              <a:ext cx="453960" cy="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1" name=""/>
          <p:cNvSpPr/>
          <p:nvPr/>
        </p:nvSpPr>
        <p:spPr>
          <a:xfrm>
            <a:off x="4800600" y="1251000"/>
            <a:ext cx="25560" cy="105876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2" name=""/>
          <p:cNvGrpSpPr/>
          <p:nvPr/>
        </p:nvGrpSpPr>
        <p:grpSpPr>
          <a:xfrm>
            <a:off x="4703760" y="2341440"/>
            <a:ext cx="1836720" cy="363600"/>
            <a:chOff x="4703760" y="2341440"/>
            <a:chExt cx="1836720" cy="363600"/>
          </a:xfrm>
        </p:grpSpPr>
        <p:sp>
          <p:nvSpPr>
            <p:cNvPr id="1413" name=""/>
            <p:cNvSpPr/>
            <p:nvPr/>
          </p:nvSpPr>
          <p:spPr>
            <a:xfrm>
              <a:off x="4703760" y="2341440"/>
              <a:ext cx="99540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"/>
            <p:cNvSpPr/>
            <p:nvPr/>
          </p:nvSpPr>
          <p:spPr>
            <a:xfrm>
              <a:off x="6005520" y="2344680"/>
              <a:ext cx="53496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5" name=""/>
            <p:cNvSpPr/>
            <p:nvPr/>
          </p:nvSpPr>
          <p:spPr>
            <a:xfrm>
              <a:off x="5570640" y="2535120"/>
              <a:ext cx="453960" cy="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6" name=""/>
          <p:cNvSpPr/>
          <p:nvPr/>
        </p:nvSpPr>
        <p:spPr>
          <a:xfrm>
            <a:off x="4800600" y="2706840"/>
            <a:ext cx="1440" cy="117936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7" name=""/>
          <p:cNvGrpSpPr/>
          <p:nvPr/>
        </p:nvGrpSpPr>
        <p:grpSpPr>
          <a:xfrm>
            <a:off x="4703760" y="3781440"/>
            <a:ext cx="1836720" cy="363600"/>
            <a:chOff x="4703760" y="3781440"/>
            <a:chExt cx="1836720" cy="363600"/>
          </a:xfrm>
        </p:grpSpPr>
        <p:sp>
          <p:nvSpPr>
            <p:cNvPr id="1418" name=""/>
            <p:cNvSpPr/>
            <p:nvPr/>
          </p:nvSpPr>
          <p:spPr>
            <a:xfrm>
              <a:off x="4703760" y="3781440"/>
              <a:ext cx="99540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9" name=""/>
            <p:cNvSpPr/>
            <p:nvPr/>
          </p:nvSpPr>
          <p:spPr>
            <a:xfrm>
              <a:off x="6005520" y="3784680"/>
              <a:ext cx="53496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0" name=""/>
            <p:cNvSpPr/>
            <p:nvPr/>
          </p:nvSpPr>
          <p:spPr>
            <a:xfrm>
              <a:off x="5570640" y="3975120"/>
              <a:ext cx="453960" cy="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dur="indefinite" fill="hold">
                      <p:stCondLst>
                        <p:cond delay="indefinite"/>
                      </p:stCondLst>
                      <p:childTnLst>
                        <p:par>
                          <p:cTn id="18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9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dur="indefinite" fill="hold">
                      <p:stCondLst>
                        <p:cond delay="indefinite"/>
                      </p:stCondLst>
                      <p:childTnLst>
                        <p:par>
                          <p:cTn id="19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94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6" dur="500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" dur="500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dur="indefinite" fill="hold">
                      <p:stCondLst>
                        <p:cond delay="indefinite"/>
                      </p:stCondLst>
                      <p:childTnLst>
                        <p:par>
                          <p:cTn id="20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0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dur="indefinite" fill="hold">
                      <p:stCondLst>
                        <p:cond delay="indefinite"/>
                      </p:stCondLst>
                      <p:childTnLst>
                        <p:par>
                          <p:cTn id="20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0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dur="indefinite" fill="hold">
                      <p:stCondLst>
                        <p:cond delay="indefinite"/>
                      </p:stCondLst>
                      <p:childTnLst>
                        <p:par>
                          <p:cTn id="22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2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dur="indefinite" fill="hold">
                      <p:stCondLst>
                        <p:cond delay="indefinite"/>
                      </p:stCondLst>
                      <p:childTnLst>
                        <p:par>
                          <p:cTn id="22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2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1" name=""/>
          <p:cNvGrpSpPr/>
          <p:nvPr/>
        </p:nvGrpSpPr>
        <p:grpSpPr>
          <a:xfrm>
            <a:off x="2845800" y="826920"/>
            <a:ext cx="3301920" cy="5241960"/>
            <a:chOff x="2845800" y="826920"/>
            <a:chExt cx="3301920" cy="5241960"/>
          </a:xfrm>
        </p:grpSpPr>
        <p:sp>
          <p:nvSpPr>
            <p:cNvPr id="1422" name=""/>
            <p:cNvSpPr/>
            <p:nvPr/>
          </p:nvSpPr>
          <p:spPr>
            <a:xfrm>
              <a:off x="4210200" y="1268280"/>
              <a:ext cx="927000" cy="1217880"/>
            </a:xfrm>
            <a:custGeom>
              <a:avLst/>
              <a:gdLst>
                <a:gd name="textAreaLeft" fmla="*/ 0 w 927000"/>
                <a:gd name="textAreaRight" fmla="*/ 927360 w 927000"/>
                <a:gd name="textAreaTop" fmla="*/ 0 h 1217880"/>
                <a:gd name="textAreaBottom" fmla="*/ 1218240 h 1217880"/>
              </a:gdLst>
              <a:ahLst/>
              <a:cxnLst/>
              <a:rect l="textAreaLeft" t="textAreaTop" r="textAreaRight" b="textAreaBottom"/>
              <a:pathLst>
                <a:path w="21600" h="28375">
                  <a:moveTo>
                    <a:pt x="0" y="0"/>
                  </a:moveTo>
                  <a:arcTo wR="0" hR="0" stAng="16200000" swAng="-5400000"/>
                  <a:lnTo>
                    <a:pt x="0" y="28375"/>
                  </a:lnTo>
                  <a:arcTo wR="0" hR="0" stAng="10800000" swAng="-5400000"/>
                  <a:lnTo>
                    <a:pt x="21600" y="28375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3" name=""/>
            <p:cNvSpPr/>
            <p:nvPr/>
          </p:nvSpPr>
          <p:spPr>
            <a:xfrm>
              <a:off x="4210200" y="3301920"/>
              <a:ext cx="927000" cy="984240"/>
            </a:xfrm>
            <a:custGeom>
              <a:avLst/>
              <a:gdLst>
                <a:gd name="textAreaLeft" fmla="*/ 0 w 927000"/>
                <a:gd name="textAreaRight" fmla="*/ 927360 w 927000"/>
                <a:gd name="textAreaTop" fmla="*/ 0 h 984240"/>
                <a:gd name="textAreaBottom" fmla="*/ 984600 h 984240"/>
              </a:gdLst>
              <a:ahLst/>
              <a:cxnLst/>
              <a:rect l="textAreaLeft" t="textAreaTop" r="textAreaRight" b="textAreaBottom"/>
              <a:pathLst>
                <a:path w="21600" h="22933">
                  <a:moveTo>
                    <a:pt x="0" y="0"/>
                  </a:moveTo>
                  <a:arcTo wR="0" hR="0" stAng="16200000" swAng="-5400000"/>
                  <a:lnTo>
                    <a:pt x="0" y="22933"/>
                  </a:lnTo>
                  <a:arcTo wR="0" hR="0" stAng="10800000" swAng="-5400000"/>
                  <a:lnTo>
                    <a:pt x="21600" y="22933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4" name=""/>
            <p:cNvSpPr/>
            <p:nvPr/>
          </p:nvSpPr>
          <p:spPr>
            <a:xfrm>
              <a:off x="4210200" y="5084640"/>
              <a:ext cx="927000" cy="984240"/>
            </a:xfrm>
            <a:custGeom>
              <a:avLst/>
              <a:gdLst>
                <a:gd name="textAreaLeft" fmla="*/ 0 w 927000"/>
                <a:gd name="textAreaRight" fmla="*/ 927360 w 927000"/>
                <a:gd name="textAreaTop" fmla="*/ 0 h 984240"/>
                <a:gd name="textAreaBottom" fmla="*/ 984600 h 984240"/>
              </a:gdLst>
              <a:ahLst/>
              <a:cxnLst/>
              <a:rect l="textAreaLeft" t="textAreaTop" r="textAreaRight" b="textAreaBottom"/>
              <a:pathLst>
                <a:path w="21600" h="22933">
                  <a:moveTo>
                    <a:pt x="0" y="0"/>
                  </a:moveTo>
                  <a:arcTo wR="0" hR="0" stAng="16200000" swAng="-5400000"/>
                  <a:lnTo>
                    <a:pt x="0" y="22933"/>
                  </a:lnTo>
                  <a:arcTo wR="0" hR="0" stAng="10800000" swAng="-5400000"/>
                  <a:lnTo>
                    <a:pt x="21600" y="22933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5" name=""/>
            <p:cNvSpPr/>
            <p:nvPr/>
          </p:nvSpPr>
          <p:spPr>
            <a:xfrm>
              <a:off x="3951360" y="2500200"/>
              <a:ext cx="1834920" cy="439920"/>
            </a:xfrm>
            <a:custGeom>
              <a:avLst/>
              <a:gdLst>
                <a:gd name="GluePoint1X" fmla="*/ 1793426 w 2176976"/>
                <a:gd name="GluePoint1Y" fmla="*/ 277334 h 447425"/>
                <a:gd name="GluePoint2X" fmla="*/ 1455202 w 2176976"/>
                <a:gd name="GluePoint2Y" fmla="*/ 56056 h 447425"/>
                <a:gd name="GluePoint3X" fmla="*/ 1034302 w 2176976"/>
                <a:gd name="GluePoint3Y" fmla="*/ 11801 h 447425"/>
                <a:gd name="GluePoint4X" fmla="*/ 448048 w 2176976"/>
                <a:gd name="GluePoint4Y" fmla="*/ 11801 h 447425"/>
                <a:gd name="GluePoint5X" fmla="*/ 57212 w 2176976"/>
                <a:gd name="GluePoint5Y" fmla="*/ 11801 h 447425"/>
                <a:gd name="GluePoint6X" fmla="*/ 49696 w 2176976"/>
                <a:gd name="GluePoint6Y" fmla="*/ 171121 h 447425"/>
                <a:gd name="GluePoint7X" fmla="*/ 508176 w 2176976"/>
                <a:gd name="GluePoint7Y" fmla="*/ 188823 h 447425"/>
                <a:gd name="GluePoint8X" fmla="*/ 1297365 w 2176976"/>
                <a:gd name="GluePoint8Y" fmla="*/ 162269 h 447425"/>
                <a:gd name="GluePoint9X" fmla="*/ 1613040 w 2176976"/>
                <a:gd name="GluePoint9Y" fmla="*/ 321589 h 447425"/>
                <a:gd name="GluePoint10X" fmla="*/ 1823490 w 2176976"/>
                <a:gd name="GluePoint10Y" fmla="*/ 445506 h 447425"/>
                <a:gd name="GluePoint11X" fmla="*/ 1793426 w 2176976"/>
                <a:gd name="GluePoint11Y" fmla="*/ 277334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l" t="t" r="r" b="b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"/>
            <p:cNvSpPr/>
            <p:nvPr/>
          </p:nvSpPr>
          <p:spPr>
            <a:xfrm flipH="1" flipV="1">
              <a:off x="3488760" y="2851200"/>
              <a:ext cx="1833480" cy="441360"/>
            </a:xfrm>
            <a:custGeom>
              <a:avLst/>
              <a:gdLst>
                <a:gd name="GluePoint1X" fmla="*/ 1791881 w 2176976"/>
                <a:gd name="GluePoint1Y" fmla="*/ 278321 h 447425"/>
                <a:gd name="GluePoint2X" fmla="*/ 1453949 w 2176976"/>
                <a:gd name="GluePoint2Y" fmla="*/ 56255 h 447425"/>
                <a:gd name="GluePoint3X" fmla="*/ 1033411 w 2176976"/>
                <a:gd name="GluePoint3Y" fmla="*/ 11843 h 447425"/>
                <a:gd name="GluePoint4X" fmla="*/ 447662 w 2176976"/>
                <a:gd name="GluePoint4Y" fmla="*/ 11843 h 447425"/>
                <a:gd name="GluePoint5X" fmla="*/ 57162 w 2176976"/>
                <a:gd name="GluePoint5Y" fmla="*/ 11843 h 447425"/>
                <a:gd name="GluePoint6X" fmla="*/ 49653 w 2176976"/>
                <a:gd name="GluePoint6Y" fmla="*/ 171730 h 447425"/>
                <a:gd name="GluePoint7X" fmla="*/ 507739 w 2176976"/>
                <a:gd name="GluePoint7Y" fmla="*/ 189495 h 447425"/>
                <a:gd name="GluePoint8X" fmla="*/ 1296248 w 2176976"/>
                <a:gd name="GluePoint8Y" fmla="*/ 162847 h 447425"/>
                <a:gd name="GluePoint9X" fmla="*/ 1611651 w 2176976"/>
                <a:gd name="GluePoint9Y" fmla="*/ 322734 h 447425"/>
                <a:gd name="GluePoint10X" fmla="*/ 1821920 w 2176976"/>
                <a:gd name="GluePoint10Y" fmla="*/ 447092 h 447425"/>
                <a:gd name="GluePoint11X" fmla="*/ 1791881 w 2176976"/>
                <a:gd name="GluePoint11Y" fmla="*/ 278321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l" t="t" r="r" b="b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"/>
            <p:cNvSpPr/>
            <p:nvPr/>
          </p:nvSpPr>
          <p:spPr>
            <a:xfrm>
              <a:off x="3951360" y="4302000"/>
              <a:ext cx="1834920" cy="441360"/>
            </a:xfrm>
            <a:custGeom>
              <a:avLst/>
              <a:gdLst>
                <a:gd name="GluePoint1X" fmla="*/ 1793426 w 2176976"/>
                <a:gd name="GluePoint1Y" fmla="*/ 278321 h 447425"/>
                <a:gd name="GluePoint2X" fmla="*/ 1455202 w 2176976"/>
                <a:gd name="GluePoint2Y" fmla="*/ 56255 h 447425"/>
                <a:gd name="GluePoint3X" fmla="*/ 1034302 w 2176976"/>
                <a:gd name="GluePoint3Y" fmla="*/ 11843 h 447425"/>
                <a:gd name="GluePoint4X" fmla="*/ 448048 w 2176976"/>
                <a:gd name="GluePoint4Y" fmla="*/ 11843 h 447425"/>
                <a:gd name="GluePoint5X" fmla="*/ 57212 w 2176976"/>
                <a:gd name="GluePoint5Y" fmla="*/ 11843 h 447425"/>
                <a:gd name="GluePoint6X" fmla="*/ 49696 w 2176976"/>
                <a:gd name="GluePoint6Y" fmla="*/ 171730 h 447425"/>
                <a:gd name="GluePoint7X" fmla="*/ 508176 w 2176976"/>
                <a:gd name="GluePoint7Y" fmla="*/ 189495 h 447425"/>
                <a:gd name="GluePoint8X" fmla="*/ 1297365 w 2176976"/>
                <a:gd name="GluePoint8Y" fmla="*/ 162847 h 447425"/>
                <a:gd name="GluePoint9X" fmla="*/ 1613040 w 2176976"/>
                <a:gd name="GluePoint9Y" fmla="*/ 322734 h 447425"/>
                <a:gd name="GluePoint10X" fmla="*/ 1823490 w 2176976"/>
                <a:gd name="GluePoint10Y" fmla="*/ 447092 h 447425"/>
                <a:gd name="GluePoint11X" fmla="*/ 1793426 w 2176976"/>
                <a:gd name="GluePoint11Y" fmla="*/ 278321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l" t="t" r="r" b="b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8" name=""/>
            <p:cNvSpPr/>
            <p:nvPr/>
          </p:nvSpPr>
          <p:spPr>
            <a:xfrm flipH="1" flipV="1">
              <a:off x="3996720" y="4542840"/>
              <a:ext cx="1330200" cy="556920"/>
            </a:xfrm>
            <a:custGeom>
              <a:avLst/>
              <a:gdLst>
                <a:gd name="GluePoint1X" fmla="*/ 1313683 w 1578787"/>
                <a:gd name="GluePoint1Y" fmla="*/ 227384 h 563823"/>
                <a:gd name="GluePoint2X" fmla="*/ 1170919 w 1578787"/>
                <a:gd name="GluePoint2Y" fmla="*/ 23292 h 563823"/>
                <a:gd name="GluePoint3X" fmla="*/ 741122 w 1578787"/>
                <a:gd name="GluePoint3Y" fmla="*/ 5545 h 563823"/>
                <a:gd name="GluePoint4X" fmla="*/ 448058 w 1578787"/>
                <a:gd name="GluePoint4Y" fmla="*/ 32166 h 563823"/>
                <a:gd name="GluePoint5X" fmla="*/ 57213 w 1578787"/>
                <a:gd name="GluePoint5Y" fmla="*/ 32166 h 563823"/>
                <a:gd name="GluePoint6X" fmla="*/ 49697 w 1578787"/>
                <a:gd name="GluePoint6Y" fmla="*/ 191890 h 563823"/>
                <a:gd name="GluePoint7X" fmla="*/ 508188 w 1578787"/>
                <a:gd name="GluePoint7Y" fmla="*/ 209637 h 563823"/>
                <a:gd name="GluePoint8X" fmla="*/ 1066388 w 1578787"/>
                <a:gd name="GluePoint8Y" fmla="*/ 183017 h 563823"/>
                <a:gd name="GluePoint9X" fmla="*/ 1124933 w 1578787"/>
                <a:gd name="GluePoint9Y" fmla="*/ 367885 h 563823"/>
                <a:gd name="GluePoint10X" fmla="*/ 1124407 w 1578787"/>
                <a:gd name="GluePoint10Y" fmla="*/ 555707 h 563823"/>
                <a:gd name="GluePoint11X" fmla="*/ 1317092 w 1578787"/>
                <a:gd name="GluePoint11Y" fmla="*/ 529086 h 563823"/>
                <a:gd name="GluePoint12X" fmla="*/ 1313683 w 1578787"/>
                <a:gd name="GluePoint12Y" fmla="*/ 227384 h 5638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l" t="t" r="r" b="b"/>
              <a:pathLst>
                <a:path w="1578787" h="563823">
                  <a:moveTo>
                    <a:pt x="1551630" y="227489"/>
                  </a:moveTo>
                  <a:cubicBezTo>
                    <a:pt x="1522855" y="143151"/>
                    <a:pt x="1495719" y="60293"/>
                    <a:pt x="1383008" y="23303"/>
                  </a:cubicBezTo>
                  <a:cubicBezTo>
                    <a:pt x="1270297" y="-13687"/>
                    <a:pt x="1017661" y="4068"/>
                    <a:pt x="875362" y="5548"/>
                  </a:cubicBezTo>
                  <a:cubicBezTo>
                    <a:pt x="733063" y="7028"/>
                    <a:pt x="663846" y="27742"/>
                    <a:pt x="529215" y="32181"/>
                  </a:cubicBezTo>
                  <a:cubicBezTo>
                    <a:pt x="394584" y="36620"/>
                    <a:pt x="145995" y="5548"/>
                    <a:pt x="67576" y="32181"/>
                  </a:cubicBezTo>
                  <a:cubicBezTo>
                    <a:pt x="-10843" y="58814"/>
                    <a:pt x="-30078" y="162387"/>
                    <a:pt x="58699" y="191979"/>
                  </a:cubicBezTo>
                  <a:cubicBezTo>
                    <a:pt x="147476" y="221571"/>
                    <a:pt x="400095" y="211214"/>
                    <a:pt x="600236" y="209734"/>
                  </a:cubicBezTo>
                  <a:cubicBezTo>
                    <a:pt x="800377" y="208254"/>
                    <a:pt x="1138134" y="156714"/>
                    <a:pt x="1259543" y="183101"/>
                  </a:cubicBezTo>
                  <a:cubicBezTo>
                    <a:pt x="1380952" y="209488"/>
                    <a:pt x="1313773" y="328106"/>
                    <a:pt x="1328692" y="368055"/>
                  </a:cubicBezTo>
                  <a:cubicBezTo>
                    <a:pt x="1343612" y="408005"/>
                    <a:pt x="1293742" y="554237"/>
                    <a:pt x="1328071" y="555963"/>
                  </a:cubicBezTo>
                  <a:cubicBezTo>
                    <a:pt x="1362400" y="557689"/>
                    <a:pt x="1518397" y="584076"/>
                    <a:pt x="1555657" y="529330"/>
                  </a:cubicBezTo>
                  <a:cubicBezTo>
                    <a:pt x="1592917" y="474584"/>
                    <a:pt x="1580405" y="311827"/>
                    <a:pt x="1551630" y="227489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"/>
            <p:cNvSpPr/>
            <p:nvPr/>
          </p:nvSpPr>
          <p:spPr>
            <a:xfrm>
              <a:off x="2845800" y="826920"/>
              <a:ext cx="9684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Outside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0" name=""/>
            <p:cNvSpPr/>
            <p:nvPr/>
          </p:nvSpPr>
          <p:spPr>
            <a:xfrm>
              <a:off x="5357160" y="826920"/>
              <a:ext cx="790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"/>
            <p:cNvSpPr/>
            <p:nvPr/>
          </p:nvSpPr>
          <p:spPr>
            <a:xfrm>
              <a:off x="4122000" y="907920"/>
              <a:ext cx="1149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Membrane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2" name=""/>
          <p:cNvSpPr/>
          <p:nvPr/>
        </p:nvSpPr>
        <p:spPr>
          <a:xfrm>
            <a:off x="1735200" y="115920"/>
            <a:ext cx="5966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Local anaesthetics: Mechanism of 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7394400" y="2492280"/>
            <a:ext cx="118440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OPEN 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"/>
          <p:cNvSpPr/>
          <p:nvPr/>
        </p:nvSpPr>
        <p:spPr>
          <a:xfrm>
            <a:off x="7397640" y="4365720"/>
            <a:ext cx="147636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CLOSED 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2571840" y="2411280"/>
            <a:ext cx="550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"/>
          <p:cNvSpPr/>
          <p:nvPr/>
        </p:nvSpPr>
        <p:spPr>
          <a:xfrm>
            <a:off x="3116160" y="2414520"/>
            <a:ext cx="773280" cy="366840"/>
          </a:xfrm>
          <a:custGeom>
            <a:avLst/>
            <a:gdLst>
              <a:gd name="GluePoint1X" fmla="*/ 0 w 772539"/>
              <a:gd name="GluePoint1Y" fmla="*/ 212707 h 367327"/>
              <a:gd name="GluePoint2X" fmla="*/ 257644 w 772539"/>
              <a:gd name="GluePoint2Y" fmla="*/ 239296 h 367327"/>
              <a:gd name="GluePoint3X" fmla="*/ 666319 w 772539"/>
              <a:gd name="GluePoint3Y" fmla="*/ 345649 h 367327"/>
              <a:gd name="GluePoint4X" fmla="*/ 719624 w 772539"/>
              <a:gd name="GluePoint4Y" fmla="*/ 363376 h 367327"/>
              <a:gd name="GluePoint5X" fmla="*/ 746277 w 772539"/>
              <a:gd name="GluePoint5Y" fmla="*/ 301336 h 367327"/>
              <a:gd name="GluePoint6X" fmla="*/ 310949 w 772539"/>
              <a:gd name="GluePoint6Y" fmla="*/ 0 h 36732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72539" h="367327">
                <a:moveTo>
                  <a:pt x="0" y="213064"/>
                </a:moveTo>
                <a:cubicBezTo>
                  <a:pt x="73241" y="215283"/>
                  <a:pt x="146482" y="217503"/>
                  <a:pt x="257453" y="239697"/>
                </a:cubicBezTo>
                <a:cubicBezTo>
                  <a:pt x="368424" y="261891"/>
                  <a:pt x="588885" y="325514"/>
                  <a:pt x="665825" y="346229"/>
                </a:cubicBezTo>
                <a:cubicBezTo>
                  <a:pt x="742765" y="366944"/>
                  <a:pt x="705775" y="371383"/>
                  <a:pt x="719091" y="363985"/>
                </a:cubicBezTo>
                <a:cubicBezTo>
                  <a:pt x="732407" y="356587"/>
                  <a:pt x="813786" y="362505"/>
                  <a:pt x="745724" y="301841"/>
                </a:cubicBezTo>
                <a:cubicBezTo>
                  <a:pt x="677662" y="241177"/>
                  <a:pt x="494190" y="120588"/>
                  <a:pt x="310719" y="0"/>
                </a:cubicBezTo>
              </a:path>
            </a:pathLst>
          </a:custGeom>
          <a:noFill/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690480" y="2492280"/>
            <a:ext cx="131148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Hydrophilic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pathway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"/>
          <p:cNvSpPr/>
          <p:nvPr/>
        </p:nvSpPr>
        <p:spPr>
          <a:xfrm>
            <a:off x="691920" y="4438800"/>
            <a:ext cx="146412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Hydrophobic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pathway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"/>
          <p:cNvSpPr/>
          <p:nvPr/>
        </p:nvSpPr>
        <p:spPr>
          <a:xfrm>
            <a:off x="3308400" y="1397160"/>
            <a:ext cx="460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"/>
          <p:cNvSpPr/>
          <p:nvPr/>
        </p:nvSpPr>
        <p:spPr>
          <a:xfrm>
            <a:off x="3886200" y="1600200"/>
            <a:ext cx="1828800" cy="144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"/>
          <p:cNvSpPr/>
          <p:nvPr/>
        </p:nvSpPr>
        <p:spPr>
          <a:xfrm>
            <a:off x="5721480" y="1397160"/>
            <a:ext cx="96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+ H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"/>
          <p:cNvSpPr/>
          <p:nvPr/>
        </p:nvSpPr>
        <p:spPr>
          <a:xfrm>
            <a:off x="6400800" y="1762200"/>
            <a:ext cx="1440" cy="120960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6116760" y="2981160"/>
            <a:ext cx="7412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"/>
          <p:cNvSpPr/>
          <p:nvPr/>
        </p:nvSpPr>
        <p:spPr>
          <a:xfrm flipH="1" flipV="1">
            <a:off x="4803480" y="2854440"/>
            <a:ext cx="1315800" cy="3492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"/>
          <p:cNvSpPr/>
          <p:nvPr/>
        </p:nvSpPr>
        <p:spPr>
          <a:xfrm>
            <a:off x="3381480" y="5429160"/>
            <a:ext cx="460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"/>
          <p:cNvSpPr/>
          <p:nvPr/>
        </p:nvSpPr>
        <p:spPr>
          <a:xfrm>
            <a:off x="3768840" y="5630760"/>
            <a:ext cx="803160" cy="180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"/>
          <p:cNvSpPr/>
          <p:nvPr/>
        </p:nvSpPr>
        <p:spPr>
          <a:xfrm>
            <a:off x="4497480" y="5429160"/>
            <a:ext cx="460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"/>
          <p:cNvSpPr/>
          <p:nvPr/>
        </p:nvSpPr>
        <p:spPr>
          <a:xfrm flipV="1">
            <a:off x="4800600" y="4803480"/>
            <a:ext cx="1440" cy="66492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"/>
          <p:cNvSpPr/>
          <p:nvPr/>
        </p:nvSpPr>
        <p:spPr>
          <a:xfrm>
            <a:off x="4568760" y="4494240"/>
            <a:ext cx="760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30" dur="indefinite" restart="never" nodeType="tmRoot">
          <p:childTnLst>
            <p:seq>
              <p:cTn id="231" dur="indefinite" nodeType="mainSeq">
                <p:childTnLst>
                  <p:par>
                    <p:cTn id="232" dur="indefinite" fill="hold">
                      <p:stCondLst>
                        <p:cond delay="0"/>
                      </p:stCondLst>
                      <p:childTnLst>
                        <p:par>
                          <p:cTn id="23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34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236" dur="5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239"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242"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245"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dur="indefinite" fill="hold">
                      <p:stCondLst>
                        <p:cond delay="indefinite"/>
                      </p:stCondLst>
                      <p:childTnLst>
                        <p:par>
                          <p:cTn id="247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48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dur="indefinite" fill="hold">
                      <p:stCondLst>
                        <p:cond delay="indefinite"/>
                      </p:stCondLst>
                      <p:childTnLst>
                        <p:par>
                          <p:cTn id="26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6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"/>
          <p:cNvSpPr/>
          <p:nvPr/>
        </p:nvSpPr>
        <p:spPr>
          <a:xfrm>
            <a:off x="1731960" y="303120"/>
            <a:ext cx="5413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Administration of Local anaesthetics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"/>
          <p:cNvSpPr/>
          <p:nvPr/>
        </p:nvSpPr>
        <p:spPr>
          <a:xfrm>
            <a:off x="23760" y="1514520"/>
            <a:ext cx="93693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Comic Sans MS"/>
              <a:buAutoNum type="alphaLcParenR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TOPICAL – Skin, Cornea, Oropharynx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(b) INFILTRATION – Injection around nerve endings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(c) PERIPHERAL NERVE BLOCK – Injection close to major sensory nerve trunks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(d) CENTRAL NERVE BLOCK – Injection into: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Comic Sans MS"/>
              <a:buAutoNum type="romanLcParenR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Subarachnoid space to produce SPINAL anaesthesia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(ii) EPIDURAL anaesthesia to anaesthetise specific nerve roots in the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lumber region of the vertebral column.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2" name=""/>
          <p:cNvPicPr/>
          <p:nvPr/>
        </p:nvPicPr>
        <p:blipFill>
          <a:blip r:embed="rId1"/>
          <a:srcRect l="9662" t="11206" r="5457" b="26434"/>
          <a:stretch/>
        </p:blipFill>
        <p:spPr>
          <a:xfrm rot="19320000">
            <a:off x="5151240" y="2787120"/>
            <a:ext cx="1114200" cy="48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3" name=""/>
          <p:cNvSpPr/>
          <p:nvPr/>
        </p:nvSpPr>
        <p:spPr>
          <a:xfrm>
            <a:off x="3124080" y="3365640"/>
            <a:ext cx="3461040" cy="19080"/>
          </a:xfrm>
          <a:custGeom>
            <a:avLst/>
            <a:gdLst>
              <a:gd name="GluePoint1X" fmla="*/ 3460750 w 4615543"/>
              <a:gd name="GluePoint1Y" fmla="*/ 12700 h 26126"/>
              <a:gd name="GluePoint2X" fmla="*/ 2696773 w 4615543"/>
              <a:gd name="GluePoint2Y" fmla="*/ 0 h 26126"/>
              <a:gd name="GluePoint3X" fmla="*/ 1919737 w 4615543"/>
              <a:gd name="GluePoint3Y" fmla="*/ 12700 h 26126"/>
              <a:gd name="GluePoint4X" fmla="*/ 861922 w 4615543"/>
              <a:gd name="GluePoint4Y" fmla="*/ 19050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7720" rIns="90000" bIns="-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"/>
          <p:cNvSpPr/>
          <p:nvPr/>
        </p:nvSpPr>
        <p:spPr>
          <a:xfrm>
            <a:off x="3127320" y="3473280"/>
            <a:ext cx="3460680" cy="19080"/>
          </a:xfrm>
          <a:custGeom>
            <a:avLst/>
            <a:gdLst>
              <a:gd name="GluePoint1X" fmla="*/ 3460750 w 4615543"/>
              <a:gd name="GluePoint1Y" fmla="*/ 12700 h 26126"/>
              <a:gd name="GluePoint2X" fmla="*/ 2696773 w 4615543"/>
              <a:gd name="GluePoint2Y" fmla="*/ 0 h 26126"/>
              <a:gd name="GluePoint3X" fmla="*/ 1919737 w 4615543"/>
              <a:gd name="GluePoint3Y" fmla="*/ 12700 h 26126"/>
              <a:gd name="GluePoint4X" fmla="*/ 861922 w 4615543"/>
              <a:gd name="GluePoint4Y" fmla="*/ 19050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7720" rIns="90000" bIns="-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"/>
          <p:cNvSpPr/>
          <p:nvPr/>
        </p:nvSpPr>
        <p:spPr>
          <a:xfrm>
            <a:off x="3139920" y="3851280"/>
            <a:ext cx="3462480" cy="20520"/>
          </a:xfrm>
          <a:custGeom>
            <a:avLst/>
            <a:gdLst>
              <a:gd name="GluePoint1X" fmla="*/ 3462338 w 4615543"/>
              <a:gd name="GluePoint1Y" fmla="*/ 13758 h 26126"/>
              <a:gd name="GluePoint2X" fmla="*/ 2698010 w 4615543"/>
              <a:gd name="GluePoint2Y" fmla="*/ 0 h 26126"/>
              <a:gd name="GluePoint3X" fmla="*/ 1920618 w 4615543"/>
              <a:gd name="GluePoint3Y" fmla="*/ 13758 h 26126"/>
              <a:gd name="GluePoint4X" fmla="*/ 862318 w 4615543"/>
              <a:gd name="GluePoint4Y" fmla="*/ 20638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6280" rIns="90000" bIns="-26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"/>
          <p:cNvSpPr/>
          <p:nvPr/>
        </p:nvSpPr>
        <p:spPr>
          <a:xfrm>
            <a:off x="3152880" y="4608360"/>
            <a:ext cx="3462120" cy="20880"/>
          </a:xfrm>
          <a:custGeom>
            <a:avLst/>
            <a:gdLst>
              <a:gd name="GluePoint1X" fmla="*/ 3462338 w 4615543"/>
              <a:gd name="GluePoint1Y" fmla="*/ 13758 h 26126"/>
              <a:gd name="GluePoint2X" fmla="*/ 2698010 w 4615543"/>
              <a:gd name="GluePoint2Y" fmla="*/ 0 h 26126"/>
              <a:gd name="GluePoint3X" fmla="*/ 1920618 w 4615543"/>
              <a:gd name="GluePoint3Y" fmla="*/ 13758 h 26126"/>
              <a:gd name="GluePoint4X" fmla="*/ 862318 w 4615543"/>
              <a:gd name="GluePoint4Y" fmla="*/ 20637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5920" rIns="90000" bIns="-25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"/>
          <p:cNvSpPr/>
          <p:nvPr/>
        </p:nvSpPr>
        <p:spPr>
          <a:xfrm flipH="1">
            <a:off x="5630760" y="4714920"/>
            <a:ext cx="96048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"/>
          <p:cNvSpPr/>
          <p:nvPr/>
        </p:nvSpPr>
        <p:spPr>
          <a:xfrm flipH="1">
            <a:off x="5213160" y="4802040"/>
            <a:ext cx="101916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"/>
          <p:cNvSpPr/>
          <p:nvPr/>
        </p:nvSpPr>
        <p:spPr>
          <a:xfrm flipH="1">
            <a:off x="4579920" y="4714920"/>
            <a:ext cx="71928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"/>
          <p:cNvSpPr/>
          <p:nvPr/>
        </p:nvSpPr>
        <p:spPr>
          <a:xfrm flipH="1">
            <a:off x="4665240" y="4932360"/>
            <a:ext cx="84132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"/>
          <p:cNvSpPr/>
          <p:nvPr/>
        </p:nvSpPr>
        <p:spPr>
          <a:xfrm flipH="1">
            <a:off x="3940200" y="4802040"/>
            <a:ext cx="98568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"/>
          <p:cNvSpPr/>
          <p:nvPr/>
        </p:nvSpPr>
        <p:spPr>
          <a:xfrm flipH="1">
            <a:off x="2953800" y="4932360"/>
            <a:ext cx="135756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"/>
          <p:cNvSpPr/>
          <p:nvPr/>
        </p:nvSpPr>
        <p:spPr>
          <a:xfrm flipH="1">
            <a:off x="2973240" y="4714920"/>
            <a:ext cx="75744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"/>
          <p:cNvSpPr/>
          <p:nvPr/>
        </p:nvSpPr>
        <p:spPr>
          <a:xfrm flipH="1">
            <a:off x="2529000" y="4802040"/>
            <a:ext cx="94752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"/>
          <p:cNvSpPr/>
          <p:nvPr/>
        </p:nvSpPr>
        <p:spPr>
          <a:xfrm>
            <a:off x="1682640" y="3224160"/>
            <a:ext cx="1231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Epidermis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"/>
          <p:cNvSpPr/>
          <p:nvPr/>
        </p:nvSpPr>
        <p:spPr>
          <a:xfrm>
            <a:off x="1684440" y="3691080"/>
            <a:ext cx="933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Dermis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"/>
          <p:cNvSpPr/>
          <p:nvPr/>
        </p:nvSpPr>
        <p:spPr>
          <a:xfrm>
            <a:off x="1689120" y="4110120"/>
            <a:ext cx="1649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Subcutaneous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"/>
          <p:cNvSpPr/>
          <p:nvPr/>
        </p:nvSpPr>
        <p:spPr>
          <a:xfrm>
            <a:off x="1684440" y="4626000"/>
            <a:ext cx="918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"/>
          <p:cNvSpPr/>
          <p:nvPr/>
        </p:nvSpPr>
        <p:spPr>
          <a:xfrm>
            <a:off x="5500800" y="3529080"/>
            <a:ext cx="1312920" cy="763560"/>
          </a:xfrm>
          <a:custGeom>
            <a:avLst/>
            <a:gdLst>
              <a:gd name="GluePoint1X" fmla="*/ 1312862 w 1750423"/>
              <a:gd name="GluePoint1Y" fmla="*/ 763587 h 1017108"/>
              <a:gd name="GluePoint2X" fmla="*/ 947090 w 1750423"/>
              <a:gd name="GluePoint2Y" fmla="*/ 704746 h 1017108"/>
              <a:gd name="GluePoint3X" fmla="*/ 594380 w 1750423"/>
              <a:gd name="GluePoint3Y" fmla="*/ 502071 h 1017108"/>
              <a:gd name="GluePoint4X" fmla="*/ 398431 w 1750423"/>
              <a:gd name="GluePoint4Y" fmla="*/ 135948 h 1017108"/>
              <a:gd name="GluePoint5X" fmla="*/ 320051 w 1750423"/>
              <a:gd name="GluePoint5Y" fmla="*/ 11728 h 1017108"/>
              <a:gd name="GluePoint6X" fmla="*/ 176354 w 1750423"/>
              <a:gd name="GluePoint6Y" fmla="*/ 5191 h 1017108"/>
              <a:gd name="GluePoint7X" fmla="*/ 0 w 1750423"/>
              <a:gd name="GluePoint7Y" fmla="*/ 11728 h 101710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1750423" h="1017108">
                <a:moveTo>
                  <a:pt x="1750423" y="1017108"/>
                </a:moveTo>
                <a:cubicBezTo>
                  <a:pt x="1586411" y="1006948"/>
                  <a:pt x="1422400" y="996788"/>
                  <a:pt x="1262743" y="938731"/>
                </a:cubicBezTo>
                <a:cubicBezTo>
                  <a:pt x="1103086" y="880674"/>
                  <a:pt x="914400" y="795039"/>
                  <a:pt x="792480" y="668765"/>
                </a:cubicBezTo>
                <a:cubicBezTo>
                  <a:pt x="670560" y="542491"/>
                  <a:pt x="592183" y="289942"/>
                  <a:pt x="531223" y="181085"/>
                </a:cubicBezTo>
                <a:cubicBezTo>
                  <a:pt x="470263" y="72228"/>
                  <a:pt x="476069" y="44650"/>
                  <a:pt x="426720" y="15622"/>
                </a:cubicBezTo>
                <a:cubicBezTo>
                  <a:pt x="377371" y="-13406"/>
                  <a:pt x="306251" y="6914"/>
                  <a:pt x="235131" y="6914"/>
                </a:cubicBezTo>
                <a:cubicBezTo>
                  <a:pt x="164011" y="6914"/>
                  <a:pt x="82005" y="11268"/>
                  <a:pt x="0" y="15622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"/>
          <p:cNvSpPr/>
          <p:nvPr/>
        </p:nvSpPr>
        <p:spPr>
          <a:xfrm>
            <a:off x="5915160" y="3529080"/>
            <a:ext cx="193680" cy="142920"/>
          </a:xfrm>
          <a:custGeom>
            <a:avLst/>
            <a:gdLst>
              <a:gd name="GluePoint1X" fmla="*/ 4768 w 258922"/>
              <a:gd name="GluePoint1Y" fmla="*/ 142875 h 191589"/>
              <a:gd name="GluePoint2X" fmla="*/ 24309 w 258922"/>
              <a:gd name="GluePoint2Y" fmla="*/ 45460 h 191589"/>
              <a:gd name="GluePoint3X" fmla="*/ 193675 w 258922"/>
              <a:gd name="GluePoint3Y" fmla="*/ 0 h 1915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58922" h="191589">
                <a:moveTo>
                  <a:pt x="6374" y="191589"/>
                </a:moveTo>
                <a:cubicBezTo>
                  <a:pt x="-1609" y="142240"/>
                  <a:pt x="-9592" y="92891"/>
                  <a:pt x="32499" y="60960"/>
                </a:cubicBezTo>
                <a:cubicBezTo>
                  <a:pt x="74590" y="29029"/>
                  <a:pt x="166756" y="14514"/>
                  <a:pt x="258922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"/>
          <p:cNvSpPr/>
          <p:nvPr/>
        </p:nvSpPr>
        <p:spPr>
          <a:xfrm>
            <a:off x="5559480" y="3424320"/>
            <a:ext cx="183960" cy="117360"/>
          </a:xfrm>
          <a:custGeom>
            <a:avLst/>
            <a:gdLst>
              <a:gd name="GluePoint1X" fmla="*/ 184150 w 243840"/>
              <a:gd name="GluePoint1Y" fmla="*/ 117475 h 156754"/>
              <a:gd name="GluePoint2X" fmla="*/ 0 w 243840"/>
              <a:gd name="GluePoint2Y" fmla="*/ 0 h 156754"/>
              <a:gd name="GluePoint3X" fmla="*/ 0 w 243840"/>
              <a:gd name="GluePoint3Y" fmla="*/ 0 h 1567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243840" h="156754">
                <a:moveTo>
                  <a:pt x="243840" y="15675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"/>
          <p:cNvSpPr/>
          <p:nvPr/>
        </p:nvSpPr>
        <p:spPr>
          <a:xfrm>
            <a:off x="5846760" y="3409920"/>
            <a:ext cx="131760" cy="150840"/>
          </a:xfrm>
          <a:custGeom>
            <a:avLst/>
            <a:gdLst>
              <a:gd name="GluePoint1X" fmla="*/ 0 w 174172"/>
              <a:gd name="GluePoint1Y" fmla="*/ 150813 h 200297"/>
              <a:gd name="GluePoint2X" fmla="*/ 32941 w 174172"/>
              <a:gd name="GluePoint2Y" fmla="*/ 45900 h 200297"/>
              <a:gd name="GluePoint3X" fmla="*/ 131762 w 174172"/>
              <a:gd name="GluePoint3Y" fmla="*/ 0 h 2002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74172" h="200297">
                <a:moveTo>
                  <a:pt x="0" y="200297"/>
                </a:moveTo>
                <a:cubicBezTo>
                  <a:pt x="7257" y="147320"/>
                  <a:pt x="14514" y="94343"/>
                  <a:pt x="43543" y="60960"/>
                </a:cubicBezTo>
                <a:cubicBezTo>
                  <a:pt x="72572" y="27577"/>
                  <a:pt x="123372" y="13788"/>
                  <a:pt x="174172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"/>
          <p:cNvSpPr/>
          <p:nvPr/>
        </p:nvSpPr>
        <p:spPr>
          <a:xfrm>
            <a:off x="5200560" y="3508200"/>
            <a:ext cx="432000" cy="79560"/>
          </a:xfrm>
          <a:custGeom>
            <a:avLst/>
            <a:gdLst>
              <a:gd name="GluePoint1X" fmla="*/ 431800 w 574765"/>
              <a:gd name="GluePoint1Y" fmla="*/ 33009 h 104705"/>
              <a:gd name="GluePoint2X" fmla="*/ 300952 w 574765"/>
              <a:gd name="GluePoint2Y" fmla="*/ 79222 h 104705"/>
              <a:gd name="GluePoint3X" fmla="*/ 71967 w 574765"/>
              <a:gd name="GluePoint3Y" fmla="*/ 46213 h 104705"/>
              <a:gd name="GluePoint4X" fmla="*/ 0 w 574765"/>
              <a:gd name="GluePoint4Y" fmla="*/ 0 h 10470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574765" h="104705">
                <a:moveTo>
                  <a:pt x="574765" y="43543"/>
                </a:moveTo>
                <a:cubicBezTo>
                  <a:pt x="527593" y="72571"/>
                  <a:pt x="480422" y="101600"/>
                  <a:pt x="400594" y="104503"/>
                </a:cubicBezTo>
                <a:cubicBezTo>
                  <a:pt x="320766" y="107406"/>
                  <a:pt x="162560" y="78377"/>
                  <a:pt x="95794" y="60960"/>
                </a:cubicBezTo>
                <a:cubicBezTo>
                  <a:pt x="29028" y="43543"/>
                  <a:pt x="14514" y="21771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2760" rIns="90000" bIns="32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"/>
          <p:cNvSpPr/>
          <p:nvPr/>
        </p:nvSpPr>
        <p:spPr>
          <a:xfrm>
            <a:off x="2986200" y="3672000"/>
            <a:ext cx="1717560" cy="685800"/>
          </a:xfrm>
          <a:custGeom>
            <a:avLst/>
            <a:gdLst>
              <a:gd name="GluePoint1X" fmla="*/ 0 w 2290354"/>
              <a:gd name="GluePoint1Y" fmla="*/ 685800 h 914400"/>
              <a:gd name="GluePoint2X" fmla="*/ 450645 w 2290354"/>
              <a:gd name="GluePoint2Y" fmla="*/ 450668 h 914400"/>
              <a:gd name="GluePoint3X" fmla="*/ 920883 w 2290354"/>
              <a:gd name="GluePoint3Y" fmla="*/ 300446 h 914400"/>
              <a:gd name="GluePoint4X" fmla="*/ 1149471 w 2290354"/>
              <a:gd name="GluePoint4Y" fmla="*/ 111034 h 914400"/>
              <a:gd name="GluePoint5X" fmla="*/ 1430307 w 2290354"/>
              <a:gd name="GluePoint5Y" fmla="*/ 26126 h 914400"/>
              <a:gd name="GluePoint6X" fmla="*/ 1717675 w 2290354"/>
              <a:gd name="GluePoint6Y" fmla="*/ 0 h 9144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290354" h="914400">
                <a:moveTo>
                  <a:pt x="0" y="914400"/>
                </a:moveTo>
                <a:cubicBezTo>
                  <a:pt x="198120" y="800462"/>
                  <a:pt x="396240" y="686525"/>
                  <a:pt x="600891" y="600891"/>
                </a:cubicBezTo>
                <a:cubicBezTo>
                  <a:pt x="805542" y="515257"/>
                  <a:pt x="1072606" y="476068"/>
                  <a:pt x="1227909" y="400594"/>
                </a:cubicBezTo>
                <a:cubicBezTo>
                  <a:pt x="1383212" y="325120"/>
                  <a:pt x="1419498" y="209005"/>
                  <a:pt x="1532709" y="148045"/>
                </a:cubicBezTo>
                <a:cubicBezTo>
                  <a:pt x="1645920" y="87085"/>
                  <a:pt x="1780903" y="59508"/>
                  <a:pt x="1907177" y="34834"/>
                </a:cubicBezTo>
                <a:cubicBezTo>
                  <a:pt x="2033451" y="10160"/>
                  <a:pt x="2161902" y="5080"/>
                  <a:pt x="2290354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3508200" y="3646440"/>
            <a:ext cx="576360" cy="155520"/>
          </a:xfrm>
          <a:custGeom>
            <a:avLst/>
            <a:gdLst>
              <a:gd name="GluePoint1X" fmla="*/ 576263 w 766354"/>
              <a:gd name="GluePoint1Y" fmla="*/ 155575 h 209006"/>
              <a:gd name="GluePoint2X" fmla="*/ 379810 w 766354"/>
              <a:gd name="GluePoint2Y" fmla="*/ 90752 h 209006"/>
              <a:gd name="GluePoint3X" fmla="*/ 111323 w 766354"/>
              <a:gd name="GluePoint3Y" fmla="*/ 45376 h 209006"/>
              <a:gd name="GluePoint4X" fmla="*/ 0 w 766354"/>
              <a:gd name="GluePoint4Y" fmla="*/ 0 h 20900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766354" h="209006">
                <a:moveTo>
                  <a:pt x="766354" y="209006"/>
                </a:moveTo>
                <a:cubicBezTo>
                  <a:pt x="687251" y="177800"/>
                  <a:pt x="608149" y="146594"/>
                  <a:pt x="505097" y="121920"/>
                </a:cubicBezTo>
                <a:cubicBezTo>
                  <a:pt x="402045" y="97246"/>
                  <a:pt x="232228" y="81280"/>
                  <a:pt x="148045" y="60960"/>
                </a:cubicBezTo>
                <a:cubicBezTo>
                  <a:pt x="63862" y="40640"/>
                  <a:pt x="31931" y="20320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"/>
          <p:cNvSpPr/>
          <p:nvPr/>
        </p:nvSpPr>
        <p:spPr>
          <a:xfrm>
            <a:off x="4187880" y="3594240"/>
            <a:ext cx="243000" cy="169560"/>
          </a:xfrm>
          <a:custGeom>
            <a:avLst/>
            <a:gdLst>
              <a:gd name="GluePoint1X" fmla="*/ 0 w 322217"/>
              <a:gd name="GluePoint1Y" fmla="*/ 169863 h 226423"/>
              <a:gd name="GluePoint2X" fmla="*/ 78775 w 322217"/>
              <a:gd name="GluePoint2Y" fmla="*/ 58799 h 226423"/>
              <a:gd name="GluePoint3X" fmla="*/ 242888 w 322217"/>
              <a:gd name="GluePoint3Y" fmla="*/ 0 h 2264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322217" h="226423">
                <a:moveTo>
                  <a:pt x="0" y="226423"/>
                </a:moveTo>
                <a:cubicBezTo>
                  <a:pt x="25400" y="171268"/>
                  <a:pt x="50800" y="116114"/>
                  <a:pt x="104503" y="78377"/>
                </a:cubicBezTo>
                <a:cubicBezTo>
                  <a:pt x="158206" y="40640"/>
                  <a:pt x="240211" y="20320"/>
                  <a:pt x="322217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"/>
          <p:cNvSpPr/>
          <p:nvPr/>
        </p:nvSpPr>
        <p:spPr>
          <a:xfrm>
            <a:off x="3921120" y="3600360"/>
            <a:ext cx="227160" cy="189000"/>
          </a:xfrm>
          <a:custGeom>
            <a:avLst/>
            <a:gdLst>
              <a:gd name="GluePoint1X" fmla="*/ 195215 w 303813"/>
              <a:gd name="GluePoint1Y" fmla="*/ 188913 h 252549"/>
              <a:gd name="GluePoint2X" fmla="*/ 221243 w 303813"/>
              <a:gd name="GluePoint2Y" fmla="*/ 84685 h 252549"/>
              <a:gd name="GluePoint3X" fmla="*/ 97607 w 303813"/>
              <a:gd name="GluePoint3Y" fmla="*/ 39086 h 252549"/>
              <a:gd name="GluePoint4X" fmla="*/ 0 w 303813"/>
              <a:gd name="GluePoint4Y" fmla="*/ 0 h 25254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303813" h="252549">
                <a:moveTo>
                  <a:pt x="261257" y="252549"/>
                </a:moveTo>
                <a:cubicBezTo>
                  <a:pt x="289560" y="199572"/>
                  <a:pt x="317863" y="146595"/>
                  <a:pt x="296091" y="113212"/>
                </a:cubicBezTo>
                <a:cubicBezTo>
                  <a:pt x="274319" y="79829"/>
                  <a:pt x="179976" y="71121"/>
                  <a:pt x="130628" y="52252"/>
                </a:cubicBezTo>
                <a:cubicBezTo>
                  <a:pt x="81280" y="33383"/>
                  <a:pt x="40640" y="16691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"/>
          <p:cNvSpPr/>
          <p:nvPr/>
        </p:nvSpPr>
        <p:spPr>
          <a:xfrm>
            <a:off x="3554280" y="3567240"/>
            <a:ext cx="235080" cy="144360"/>
          </a:xfrm>
          <a:custGeom>
            <a:avLst/>
            <a:gdLst>
              <a:gd name="GluePoint1X" fmla="*/ 234950 w 313508"/>
              <a:gd name="GluePoint1Y" fmla="*/ 144462 h 191588"/>
              <a:gd name="GluePoint2X" fmla="*/ 0 w 313508"/>
              <a:gd name="GluePoint2Y" fmla="*/ 0 h 1915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l" t="t" r="r" b="b"/>
            <a:pathLst>
              <a:path w="313508" h="191588">
                <a:moveTo>
                  <a:pt x="313508" y="191588"/>
                </a:moveTo>
                <a:lnTo>
                  <a:pt x="0" y="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9" name=""/>
          <p:cNvGrpSpPr/>
          <p:nvPr/>
        </p:nvGrpSpPr>
        <p:grpSpPr>
          <a:xfrm>
            <a:off x="6192720" y="1294200"/>
            <a:ext cx="1693800" cy="2701080"/>
            <a:chOff x="6192720" y="1294200"/>
            <a:chExt cx="1693800" cy="2701080"/>
          </a:xfrm>
        </p:grpSpPr>
        <p:pic>
          <p:nvPicPr>
            <p:cNvPr id="1480" name=""/>
            <p:cNvPicPr/>
            <p:nvPr/>
          </p:nvPicPr>
          <p:blipFill>
            <a:blip r:embed="rId2"/>
            <a:srcRect l="9662" t="11206" r="5457" b="26434"/>
            <a:stretch/>
          </p:blipFill>
          <p:spPr>
            <a:xfrm rot="19440000">
              <a:off x="6355800" y="1614240"/>
              <a:ext cx="1390680" cy="927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81" name=""/>
            <p:cNvSpPr/>
            <p:nvPr/>
          </p:nvSpPr>
          <p:spPr>
            <a:xfrm flipH="1">
              <a:off x="6192720" y="2656800"/>
              <a:ext cx="607680" cy="13384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2" name=""/>
          <p:cNvSpPr/>
          <p:nvPr/>
        </p:nvSpPr>
        <p:spPr>
          <a:xfrm>
            <a:off x="963720" y="1077840"/>
            <a:ext cx="71276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1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Local anaesthetics routes of administration - Peripheral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"/>
          <p:cNvSpPr/>
          <p:nvPr/>
        </p:nvSpPr>
        <p:spPr>
          <a:xfrm>
            <a:off x="4586040" y="2755800"/>
            <a:ext cx="1486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Intradermal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"/>
          <p:cNvSpPr/>
          <p:nvPr/>
        </p:nvSpPr>
        <p:spPr>
          <a:xfrm>
            <a:off x="7037280" y="2755800"/>
            <a:ext cx="1649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Subcutaneous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5" name=""/>
          <p:cNvPicPr/>
          <p:nvPr/>
        </p:nvPicPr>
        <p:blipFill>
          <a:blip r:embed="rId3"/>
          <a:srcRect l="38871" t="7660" r="41794" b="0"/>
          <a:stretch/>
        </p:blipFill>
        <p:spPr>
          <a:xfrm rot="7260000">
            <a:off x="2521440" y="1929240"/>
            <a:ext cx="311400" cy="14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6" name=""/>
          <p:cNvSpPr/>
          <p:nvPr/>
        </p:nvSpPr>
        <p:spPr>
          <a:xfrm>
            <a:off x="3135240" y="2359080"/>
            <a:ext cx="939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Topical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"/>
          <p:cNvSpPr/>
          <p:nvPr/>
        </p:nvSpPr>
        <p:spPr>
          <a:xfrm>
            <a:off x="3205080" y="3281400"/>
            <a:ext cx="638280" cy="95040"/>
          </a:xfrm>
          <a:custGeom>
            <a:avLst/>
            <a:gdLst>
              <a:gd name="GluePoint1X" fmla="*/ 638175 w 850793"/>
              <a:gd name="GluePoint1Y" fmla="*/ 63774 h 128701"/>
              <a:gd name="GluePoint2X" fmla="*/ 343085 w 850793"/>
              <a:gd name="GluePoint2Y" fmla="*/ 821 h 128701"/>
              <a:gd name="GluePoint3X" fmla="*/ 55970 w 850793"/>
              <a:gd name="GluePoint3Y" fmla="*/ 32297 h 128701"/>
              <a:gd name="GluePoint4X" fmla="*/ 142 w 850793"/>
              <a:gd name="GluePoint4Y" fmla="*/ 95250 h 1287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850793" h="128701">
                <a:moveTo>
                  <a:pt x="850793" y="86171"/>
                </a:moveTo>
                <a:cubicBezTo>
                  <a:pt x="718772" y="47184"/>
                  <a:pt x="586752" y="8198"/>
                  <a:pt x="457389" y="1110"/>
                </a:cubicBezTo>
                <a:cubicBezTo>
                  <a:pt x="328026" y="-5978"/>
                  <a:pt x="150817" y="22375"/>
                  <a:pt x="74617" y="43640"/>
                </a:cubicBezTo>
                <a:cubicBezTo>
                  <a:pt x="-1583" y="64905"/>
                  <a:pt x="-697" y="96803"/>
                  <a:pt x="189" y="128701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"/>
          <p:cNvPicPr/>
          <p:nvPr/>
        </p:nvPicPr>
        <p:blipFill>
          <a:blip r:embed="rId1"/>
          <a:srcRect l="9662" t="11206" r="5457" b="26434"/>
          <a:stretch/>
        </p:blipFill>
        <p:spPr>
          <a:xfrm rot="1800000">
            <a:off x="5372280" y="3571560"/>
            <a:ext cx="1116000" cy="48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9" name=""/>
          <p:cNvSpPr/>
          <p:nvPr/>
        </p:nvSpPr>
        <p:spPr>
          <a:xfrm flipH="1" flipV="1">
            <a:off x="4314960" y="3519000"/>
            <a:ext cx="1177920" cy="22716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0" name=""/>
          <p:cNvPicPr/>
          <p:nvPr/>
        </p:nvPicPr>
        <p:blipFill>
          <a:blip r:embed="rId2"/>
          <a:srcRect l="9662" t="11206" r="5457" b="26434"/>
          <a:stretch/>
        </p:blipFill>
        <p:spPr>
          <a:xfrm rot="1800000">
            <a:off x="5238720" y="4098960"/>
            <a:ext cx="11160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1" name=""/>
          <p:cNvSpPr/>
          <p:nvPr/>
        </p:nvSpPr>
        <p:spPr>
          <a:xfrm>
            <a:off x="3759120" y="2533680"/>
            <a:ext cx="476280" cy="2808360"/>
          </a:xfrm>
          <a:custGeom>
            <a:avLst/>
            <a:gdLst>
              <a:gd name="GluePoint1X" fmla="*/ 1142 w 634021"/>
              <a:gd name="GluePoint1Y" fmla="*/ 22757 h 3744092"/>
              <a:gd name="GluePoint2X" fmla="*/ 55013 w 634021"/>
              <a:gd name="GluePoint2Y" fmla="*/ 264823 h 3744092"/>
              <a:gd name="GluePoint3X" fmla="*/ 50524 w 634021"/>
              <a:gd name="GluePoint3Y" fmla="*/ 471027 h 3744092"/>
              <a:gd name="GluePoint4X" fmla="*/ 63991 w 634021"/>
              <a:gd name="GluePoint4Y" fmla="*/ 878953 h 3744092"/>
              <a:gd name="GluePoint5X" fmla="*/ 68481 w 634021"/>
              <a:gd name="GluePoint5Y" fmla="*/ 1259983 h 3744092"/>
              <a:gd name="GluePoint6X" fmla="*/ 72970 w 634021"/>
              <a:gd name="GluePoint6Y" fmla="*/ 1757563 h 3744092"/>
              <a:gd name="GluePoint7X" fmla="*/ 77459 w 634021"/>
              <a:gd name="GluePoint7Y" fmla="*/ 2313418 h 3744092"/>
              <a:gd name="GluePoint8X" fmla="*/ 59502 w 634021"/>
              <a:gd name="GluePoint8Y" fmla="*/ 2694448 h 3744092"/>
              <a:gd name="GluePoint9X" fmla="*/ 90927 w 634021"/>
              <a:gd name="GluePoint9Y" fmla="*/ 2788585 h 3744092"/>
              <a:gd name="GluePoint10X" fmla="*/ 445579 w 634021"/>
              <a:gd name="GluePoint10Y" fmla="*/ 2788585 h 3744092"/>
              <a:gd name="GluePoint11X" fmla="*/ 454558 w 634021"/>
              <a:gd name="GluePoint11Y" fmla="*/ 2577898 h 3744092"/>
              <a:gd name="GluePoint12X" fmla="*/ 418644 w 634021"/>
              <a:gd name="GluePoint12Y" fmla="*/ 2259625 h 3744092"/>
              <a:gd name="GluePoint13X" fmla="*/ 414155 w 634021"/>
              <a:gd name="GluePoint13Y" fmla="*/ 1977216 h 3744092"/>
              <a:gd name="GluePoint14X" fmla="*/ 423133 w 634021"/>
              <a:gd name="GluePoint14Y" fmla="*/ 1466187 h 3744092"/>
              <a:gd name="GluePoint15X" fmla="*/ 423133 w 634021"/>
              <a:gd name="GluePoint15Y" fmla="*/ 1080675 h 3744092"/>
              <a:gd name="GluePoint16X" fmla="*/ 463537 w 634021"/>
              <a:gd name="GluePoint16Y" fmla="*/ 869988 h 3744092"/>
              <a:gd name="GluePoint17X" fmla="*/ 441091 w 634021"/>
              <a:gd name="GluePoint17Y" fmla="*/ 690679 h 3744092"/>
              <a:gd name="GluePoint18X" fmla="*/ 445579 w 634021"/>
              <a:gd name="GluePoint18Y" fmla="*/ 533785 h 3744092"/>
              <a:gd name="GluePoint19X" fmla="*/ 427623 w 634021"/>
              <a:gd name="GluePoint19Y" fmla="*/ 408270 h 3744092"/>
              <a:gd name="GluePoint20X" fmla="*/ 414155 w 634021"/>
              <a:gd name="GluePoint20Y" fmla="*/ 148273 h 3744092"/>
              <a:gd name="GluePoint21X" fmla="*/ 418644 w 634021"/>
              <a:gd name="GluePoint21Y" fmla="*/ 54136 h 3744092"/>
              <a:gd name="GluePoint22X" fmla="*/ 113374 w 634021"/>
              <a:gd name="GluePoint22Y" fmla="*/ 13791 h 3744092"/>
              <a:gd name="GluePoint23X" fmla="*/ 1142 w 634021"/>
              <a:gd name="GluePoint23Y" fmla="*/ 22757 h 37440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l" t="t" r="r" b="b"/>
            <a:pathLst>
              <a:path w="634021" h="3744092">
                <a:moveTo>
                  <a:pt x="1520" y="30340"/>
                </a:moveTo>
                <a:cubicBezTo>
                  <a:pt x="-11429" y="86120"/>
                  <a:pt x="62280" y="253462"/>
                  <a:pt x="73237" y="353070"/>
                </a:cubicBezTo>
                <a:cubicBezTo>
                  <a:pt x="84194" y="452678"/>
                  <a:pt x="65269" y="491524"/>
                  <a:pt x="67261" y="627987"/>
                </a:cubicBezTo>
                <a:cubicBezTo>
                  <a:pt x="69253" y="764450"/>
                  <a:pt x="81206" y="996536"/>
                  <a:pt x="85190" y="1171846"/>
                </a:cubicBezTo>
                <a:cubicBezTo>
                  <a:pt x="89174" y="1347156"/>
                  <a:pt x="89175" y="1484615"/>
                  <a:pt x="91167" y="1679846"/>
                </a:cubicBezTo>
                <a:cubicBezTo>
                  <a:pt x="93159" y="1875077"/>
                  <a:pt x="95151" y="2109156"/>
                  <a:pt x="97143" y="2343234"/>
                </a:cubicBezTo>
                <a:cubicBezTo>
                  <a:pt x="99135" y="2577313"/>
                  <a:pt x="106108" y="2876137"/>
                  <a:pt x="103120" y="3084317"/>
                </a:cubicBezTo>
                <a:cubicBezTo>
                  <a:pt x="100132" y="3292497"/>
                  <a:pt x="76226" y="3486733"/>
                  <a:pt x="79214" y="3592317"/>
                </a:cubicBezTo>
                <a:cubicBezTo>
                  <a:pt x="82202" y="3697901"/>
                  <a:pt x="35386" y="3696905"/>
                  <a:pt x="121049" y="3717823"/>
                </a:cubicBezTo>
                <a:cubicBezTo>
                  <a:pt x="206712" y="3738741"/>
                  <a:pt x="512508" y="3764639"/>
                  <a:pt x="593190" y="3717823"/>
                </a:cubicBezTo>
                <a:cubicBezTo>
                  <a:pt x="673872" y="3671007"/>
                  <a:pt x="611119" y="3554466"/>
                  <a:pt x="605143" y="3436929"/>
                </a:cubicBezTo>
                <a:cubicBezTo>
                  <a:pt x="599167" y="3319392"/>
                  <a:pt x="566297" y="3146074"/>
                  <a:pt x="557332" y="3012599"/>
                </a:cubicBezTo>
                <a:cubicBezTo>
                  <a:pt x="548367" y="2879125"/>
                  <a:pt x="550359" y="2812388"/>
                  <a:pt x="551355" y="2636082"/>
                </a:cubicBezTo>
                <a:cubicBezTo>
                  <a:pt x="552351" y="2459776"/>
                  <a:pt x="561316" y="2153980"/>
                  <a:pt x="563308" y="1954764"/>
                </a:cubicBezTo>
                <a:cubicBezTo>
                  <a:pt x="565300" y="1755548"/>
                  <a:pt x="554343" y="1573265"/>
                  <a:pt x="563308" y="1440787"/>
                </a:cubicBezTo>
                <a:cubicBezTo>
                  <a:pt x="572273" y="1308309"/>
                  <a:pt x="613112" y="1246552"/>
                  <a:pt x="617096" y="1159893"/>
                </a:cubicBezTo>
                <a:cubicBezTo>
                  <a:pt x="621080" y="1073234"/>
                  <a:pt x="591198" y="995540"/>
                  <a:pt x="587214" y="920834"/>
                </a:cubicBezTo>
                <a:cubicBezTo>
                  <a:pt x="583230" y="846128"/>
                  <a:pt x="596178" y="774411"/>
                  <a:pt x="593190" y="711658"/>
                </a:cubicBezTo>
                <a:cubicBezTo>
                  <a:pt x="590202" y="648905"/>
                  <a:pt x="576258" y="629980"/>
                  <a:pt x="569285" y="544317"/>
                </a:cubicBezTo>
                <a:cubicBezTo>
                  <a:pt x="562312" y="458654"/>
                  <a:pt x="553347" y="276372"/>
                  <a:pt x="551355" y="197682"/>
                </a:cubicBezTo>
                <a:cubicBezTo>
                  <a:pt x="549363" y="118992"/>
                  <a:pt x="624069" y="102058"/>
                  <a:pt x="557332" y="72176"/>
                </a:cubicBezTo>
                <a:cubicBezTo>
                  <a:pt x="490595" y="42294"/>
                  <a:pt x="239583" y="25360"/>
                  <a:pt x="150932" y="18387"/>
                </a:cubicBezTo>
                <a:cubicBezTo>
                  <a:pt x="62281" y="11414"/>
                  <a:pt x="14469" y="-25440"/>
                  <a:pt x="1520" y="30340"/>
                </a:cubicBezTo>
                <a:close/>
              </a:path>
            </a:pathLst>
          </a:custGeom>
          <a:solidFill>
            <a:srgbClr val="FFFF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"/>
          <p:cNvSpPr/>
          <p:nvPr/>
        </p:nvSpPr>
        <p:spPr>
          <a:xfrm>
            <a:off x="960480" y="349200"/>
            <a:ext cx="676944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1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Local anaesthetics routes of administration - Central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"/>
          <p:cNvSpPr/>
          <p:nvPr/>
        </p:nvSpPr>
        <p:spPr>
          <a:xfrm rot="660000">
            <a:off x="3182400" y="2501640"/>
            <a:ext cx="546120" cy="507960"/>
          </a:xfrm>
          <a:custGeom>
            <a:avLst/>
            <a:gdLst>
              <a:gd name="GluePoint1X" fmla="*/ 436054 w 729429"/>
              <a:gd name="GluePoint1Y" fmla="*/ 36065 h 676966"/>
              <a:gd name="GluePoint2X" fmla="*/ 535889 w 729429"/>
              <a:gd name="GluePoint2Y" fmla="*/ 386298 h 676966"/>
              <a:gd name="GluePoint3X" fmla="*/ 193598 w 729429"/>
              <a:gd name="GluePoint3Y" fmla="*/ 507808 h 676966"/>
              <a:gd name="GluePoint4X" fmla="*/ 36715 w 729429"/>
              <a:gd name="GluePoint4Y" fmla="*/ 364855 h 676966"/>
              <a:gd name="GluePoint5X" fmla="*/ 15321 w 729429"/>
              <a:gd name="GluePoint5Y" fmla="*/ 121836 h 676966"/>
              <a:gd name="GluePoint6X" fmla="*/ 229253 w 729429"/>
              <a:gd name="GluePoint6Y" fmla="*/ 21769 h 676966"/>
              <a:gd name="GluePoint7X" fmla="*/ 436054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"/>
          <p:cNvSpPr/>
          <p:nvPr/>
        </p:nvSpPr>
        <p:spPr>
          <a:xfrm rot="660000">
            <a:off x="3188880" y="3059280"/>
            <a:ext cx="547560" cy="507960"/>
          </a:xfrm>
          <a:custGeom>
            <a:avLst/>
            <a:gdLst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"/>
          <p:cNvSpPr/>
          <p:nvPr/>
        </p:nvSpPr>
        <p:spPr>
          <a:xfrm rot="660000">
            <a:off x="3188880" y="3616200"/>
            <a:ext cx="547560" cy="507960"/>
          </a:xfrm>
          <a:custGeom>
            <a:avLst/>
            <a:gdLst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"/>
          <p:cNvSpPr/>
          <p:nvPr/>
        </p:nvSpPr>
        <p:spPr>
          <a:xfrm rot="660000">
            <a:off x="3188880" y="4187880"/>
            <a:ext cx="547560" cy="507960"/>
          </a:xfrm>
          <a:custGeom>
            <a:avLst/>
            <a:gdLst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 rot="660000">
            <a:off x="3188880" y="4759200"/>
            <a:ext cx="547560" cy="507960"/>
          </a:xfrm>
          <a:custGeom>
            <a:avLst/>
            <a:gdLst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"/>
          <p:cNvSpPr/>
          <p:nvPr/>
        </p:nvSpPr>
        <p:spPr>
          <a:xfrm>
            <a:off x="4255920" y="2563920"/>
            <a:ext cx="965520" cy="465120"/>
          </a:xfrm>
          <a:custGeom>
            <a:avLst/>
            <a:gdLst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5 h 621036"/>
              <a:gd name="GluePoint5X" fmla="*/ 930208 w 1286485"/>
              <a:gd name="GluePoint5Y" fmla="*/ 386582 h 621036"/>
              <a:gd name="GluePoint6X" fmla="*/ 715821 w 1286485"/>
              <a:gd name="GluePoint6Y" fmla="*/ 465055 h 621036"/>
              <a:gd name="GluePoint7X" fmla="*/ 372801 w 1286485"/>
              <a:gd name="GluePoint7Y" fmla="*/ 400850 h 621036"/>
              <a:gd name="GluePoint8X" fmla="*/ 65513 w 1286485"/>
              <a:gd name="GluePoint8Y" fmla="*/ 365180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"/>
          <p:cNvSpPr/>
          <p:nvPr/>
        </p:nvSpPr>
        <p:spPr>
          <a:xfrm>
            <a:off x="4278240" y="3092400"/>
            <a:ext cx="965160" cy="465120"/>
          </a:xfrm>
          <a:custGeom>
            <a:avLst/>
            <a:gdLst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6 h 621036"/>
              <a:gd name="GluePoint5X" fmla="*/ 930208 w 1286485"/>
              <a:gd name="GluePoint5Y" fmla="*/ 386583 h 621036"/>
              <a:gd name="GluePoint6X" fmla="*/ 715821 w 1286485"/>
              <a:gd name="GluePoint6Y" fmla="*/ 465056 h 621036"/>
              <a:gd name="GluePoint7X" fmla="*/ 372801 w 1286485"/>
              <a:gd name="GluePoint7Y" fmla="*/ 400851 h 621036"/>
              <a:gd name="GluePoint8X" fmla="*/ 65513 w 1286485"/>
              <a:gd name="GluePoint8Y" fmla="*/ 365181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"/>
          <p:cNvSpPr/>
          <p:nvPr/>
        </p:nvSpPr>
        <p:spPr>
          <a:xfrm>
            <a:off x="4255920" y="3639960"/>
            <a:ext cx="965520" cy="466920"/>
          </a:xfrm>
          <a:custGeom>
            <a:avLst/>
            <a:gdLst>
              <a:gd name="GluePoint1X" fmla="*/ 108390 w 1286485"/>
              <a:gd name="GluePoint1Y" fmla="*/ 1354 h 621036"/>
              <a:gd name="GluePoint2X" fmla="*/ 515726 w 1286485"/>
              <a:gd name="GluePoint2Y" fmla="*/ 44304 h 621036"/>
              <a:gd name="GluePoint3X" fmla="*/ 794429 w 1286485"/>
              <a:gd name="GluePoint3Y" fmla="*/ 115887 h 621036"/>
              <a:gd name="GluePoint4X" fmla="*/ 951647 w 1286485"/>
              <a:gd name="GluePoint4Y" fmla="*/ 266211 h 621036"/>
              <a:gd name="GluePoint5X" fmla="*/ 930208 w 1286485"/>
              <a:gd name="GluePoint5Y" fmla="*/ 387902 h 621036"/>
              <a:gd name="GluePoint6X" fmla="*/ 715821 w 1286485"/>
              <a:gd name="GluePoint6Y" fmla="*/ 466643 h 621036"/>
              <a:gd name="GluePoint7X" fmla="*/ 372801 w 1286485"/>
              <a:gd name="GluePoint7Y" fmla="*/ 402218 h 621036"/>
              <a:gd name="GluePoint8X" fmla="*/ 65513 w 1286485"/>
              <a:gd name="GluePoint8Y" fmla="*/ 366427 h 621036"/>
              <a:gd name="GluePoint9X" fmla="*/ 1197 w 1286485"/>
              <a:gd name="GluePoint9Y" fmla="*/ 94412 h 621036"/>
              <a:gd name="GluePoint10X" fmla="*/ 108390 w 1286485"/>
              <a:gd name="GluePoint10Y" fmla="*/ 1354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>
            <a:off x="4255920" y="4205160"/>
            <a:ext cx="965520" cy="466920"/>
          </a:xfrm>
          <a:custGeom>
            <a:avLst/>
            <a:gdLst>
              <a:gd name="GluePoint1X" fmla="*/ 108390 w 1286485"/>
              <a:gd name="GluePoint1Y" fmla="*/ 1354 h 621036"/>
              <a:gd name="GluePoint2X" fmla="*/ 515726 w 1286485"/>
              <a:gd name="GluePoint2Y" fmla="*/ 44304 h 621036"/>
              <a:gd name="GluePoint3X" fmla="*/ 794429 w 1286485"/>
              <a:gd name="GluePoint3Y" fmla="*/ 115887 h 621036"/>
              <a:gd name="GluePoint4X" fmla="*/ 951647 w 1286485"/>
              <a:gd name="GluePoint4Y" fmla="*/ 266211 h 621036"/>
              <a:gd name="GluePoint5X" fmla="*/ 930208 w 1286485"/>
              <a:gd name="GluePoint5Y" fmla="*/ 387902 h 621036"/>
              <a:gd name="GluePoint6X" fmla="*/ 715821 w 1286485"/>
              <a:gd name="GluePoint6Y" fmla="*/ 466643 h 621036"/>
              <a:gd name="GluePoint7X" fmla="*/ 372801 w 1286485"/>
              <a:gd name="GluePoint7Y" fmla="*/ 402218 h 621036"/>
              <a:gd name="GluePoint8X" fmla="*/ 65513 w 1286485"/>
              <a:gd name="GluePoint8Y" fmla="*/ 366427 h 621036"/>
              <a:gd name="GluePoint9X" fmla="*/ 1197 w 1286485"/>
              <a:gd name="GluePoint9Y" fmla="*/ 94412 h 621036"/>
              <a:gd name="GluePoint10X" fmla="*/ 108390 w 1286485"/>
              <a:gd name="GluePoint10Y" fmla="*/ 1354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"/>
          <p:cNvSpPr/>
          <p:nvPr/>
        </p:nvSpPr>
        <p:spPr>
          <a:xfrm>
            <a:off x="4255920" y="4764240"/>
            <a:ext cx="965520" cy="465120"/>
          </a:xfrm>
          <a:custGeom>
            <a:avLst/>
            <a:gdLst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5 h 621036"/>
              <a:gd name="GluePoint5X" fmla="*/ 930208 w 1286485"/>
              <a:gd name="GluePoint5Y" fmla="*/ 386582 h 621036"/>
              <a:gd name="GluePoint6X" fmla="*/ 715821 w 1286485"/>
              <a:gd name="GluePoint6Y" fmla="*/ 465055 h 621036"/>
              <a:gd name="GluePoint7X" fmla="*/ 372801 w 1286485"/>
              <a:gd name="GluePoint7Y" fmla="*/ 400850 h 621036"/>
              <a:gd name="GluePoint8X" fmla="*/ 65513 w 1286485"/>
              <a:gd name="GluePoint8Y" fmla="*/ 365180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l" t="t" r="r" b="b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>
            <a:off x="3693960" y="2536920"/>
            <a:ext cx="71640" cy="2778120"/>
          </a:xfrm>
          <a:custGeom>
            <a:avLst/>
            <a:gdLst>
              <a:gd name="GluePoint1X" fmla="*/ 0 w 97082"/>
              <a:gd name="GluePoint1Y" fmla="*/ 0 h 3705225"/>
              <a:gd name="GluePoint2X" fmla="*/ 49062 w 97082"/>
              <a:gd name="GluePoint2Y" fmla="*/ 271385 h 3705225"/>
              <a:gd name="GluePoint3X" fmla="*/ 35044 w 97082"/>
              <a:gd name="GluePoint3Y" fmla="*/ 492778 h 3705225"/>
              <a:gd name="GluePoint4X" fmla="*/ 42053 w 97082"/>
              <a:gd name="GluePoint4Y" fmla="*/ 728454 h 3705225"/>
              <a:gd name="GluePoint5X" fmla="*/ 63080 w 97082"/>
              <a:gd name="GluePoint5Y" fmla="*/ 1078398 h 3705225"/>
              <a:gd name="GluePoint6X" fmla="*/ 49062 w 97082"/>
              <a:gd name="GluePoint6Y" fmla="*/ 1306933 h 3705225"/>
              <a:gd name="GluePoint7X" fmla="*/ 63080 w 97082"/>
              <a:gd name="GluePoint7Y" fmla="*/ 1635451 h 3705225"/>
              <a:gd name="GluePoint8X" fmla="*/ 70089 w 97082"/>
              <a:gd name="GluePoint8Y" fmla="*/ 1985395 h 3705225"/>
              <a:gd name="GluePoint9X" fmla="*/ 70089 w 97082"/>
              <a:gd name="GluePoint9Y" fmla="*/ 2299630 h 3705225"/>
              <a:gd name="GluePoint10X" fmla="*/ 56071 w 97082"/>
              <a:gd name="GluePoint10Y" fmla="*/ 2542449 h 3705225"/>
              <a:gd name="GluePoint11X" fmla="*/ 70089 w 97082"/>
              <a:gd name="GluePoint11Y" fmla="*/ 2778125 h 3705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97082" h="3705225">
                <a:moveTo>
                  <a:pt x="0" y="0"/>
                </a:moveTo>
                <a:cubicBezTo>
                  <a:pt x="29369" y="126206"/>
                  <a:pt x="58738" y="252413"/>
                  <a:pt x="66675" y="361950"/>
                </a:cubicBezTo>
                <a:cubicBezTo>
                  <a:pt x="74613" y="471488"/>
                  <a:pt x="49213" y="555625"/>
                  <a:pt x="47625" y="657225"/>
                </a:cubicBezTo>
                <a:cubicBezTo>
                  <a:pt x="46038" y="758825"/>
                  <a:pt x="50800" y="841375"/>
                  <a:pt x="57150" y="971550"/>
                </a:cubicBezTo>
                <a:cubicBezTo>
                  <a:pt x="63500" y="1101725"/>
                  <a:pt x="84138" y="1309688"/>
                  <a:pt x="85725" y="1438275"/>
                </a:cubicBezTo>
                <a:cubicBezTo>
                  <a:pt x="87313" y="1566863"/>
                  <a:pt x="66675" y="1619250"/>
                  <a:pt x="66675" y="1743075"/>
                </a:cubicBezTo>
                <a:cubicBezTo>
                  <a:pt x="66675" y="1866900"/>
                  <a:pt x="80963" y="2030413"/>
                  <a:pt x="85725" y="2181225"/>
                </a:cubicBezTo>
                <a:cubicBezTo>
                  <a:pt x="90487" y="2332037"/>
                  <a:pt x="93663" y="2500313"/>
                  <a:pt x="95250" y="2647950"/>
                </a:cubicBezTo>
                <a:cubicBezTo>
                  <a:pt x="96837" y="2795587"/>
                  <a:pt x="98425" y="2943225"/>
                  <a:pt x="95250" y="3067050"/>
                </a:cubicBezTo>
                <a:cubicBezTo>
                  <a:pt x="92075" y="3190875"/>
                  <a:pt x="76200" y="3284538"/>
                  <a:pt x="76200" y="3390900"/>
                </a:cubicBezTo>
                <a:cubicBezTo>
                  <a:pt x="76200" y="3497262"/>
                  <a:pt x="85725" y="3601243"/>
                  <a:pt x="95250" y="3705225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>
            <a:off x="3743280" y="2543040"/>
            <a:ext cx="73080" cy="2779920"/>
          </a:xfrm>
          <a:custGeom>
            <a:avLst/>
            <a:gdLst>
              <a:gd name="GluePoint1X" fmla="*/ 0 w 97082"/>
              <a:gd name="GluePoint1Y" fmla="*/ 0 h 3705225"/>
              <a:gd name="GluePoint2X" fmla="*/ 50153 w 97082"/>
              <a:gd name="GluePoint2Y" fmla="*/ 271540 h 3705225"/>
              <a:gd name="GluePoint3X" fmla="*/ 35823 w 97082"/>
              <a:gd name="GluePoint3Y" fmla="*/ 493060 h 3705225"/>
              <a:gd name="GluePoint4X" fmla="*/ 42988 w 97082"/>
              <a:gd name="GluePoint4Y" fmla="*/ 728871 h 3705225"/>
              <a:gd name="GluePoint5X" fmla="*/ 64482 w 97082"/>
              <a:gd name="GluePoint5Y" fmla="*/ 1079015 h 3705225"/>
              <a:gd name="GluePoint6X" fmla="*/ 50153 w 97082"/>
              <a:gd name="GluePoint6Y" fmla="*/ 1307680 h 3705225"/>
              <a:gd name="GluePoint7X" fmla="*/ 64482 w 97082"/>
              <a:gd name="GluePoint7Y" fmla="*/ 1636386 h 3705225"/>
              <a:gd name="GluePoint8X" fmla="*/ 71647 w 97082"/>
              <a:gd name="GluePoint8Y" fmla="*/ 1986530 h 3705225"/>
              <a:gd name="GluePoint9X" fmla="*/ 71647 w 97082"/>
              <a:gd name="GluePoint9Y" fmla="*/ 2300945 h 3705225"/>
              <a:gd name="GluePoint10X" fmla="*/ 57318 w 97082"/>
              <a:gd name="GluePoint10Y" fmla="*/ 2543902 h 3705225"/>
              <a:gd name="GluePoint11X" fmla="*/ 71647 w 97082"/>
              <a:gd name="GluePoint11Y" fmla="*/ 2779713 h 3705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97082" h="3705225">
                <a:moveTo>
                  <a:pt x="0" y="0"/>
                </a:moveTo>
                <a:cubicBezTo>
                  <a:pt x="29369" y="126206"/>
                  <a:pt x="58738" y="252413"/>
                  <a:pt x="66675" y="361950"/>
                </a:cubicBezTo>
                <a:cubicBezTo>
                  <a:pt x="74613" y="471488"/>
                  <a:pt x="49213" y="555625"/>
                  <a:pt x="47625" y="657225"/>
                </a:cubicBezTo>
                <a:cubicBezTo>
                  <a:pt x="46038" y="758825"/>
                  <a:pt x="50800" y="841375"/>
                  <a:pt x="57150" y="971550"/>
                </a:cubicBezTo>
                <a:cubicBezTo>
                  <a:pt x="63500" y="1101725"/>
                  <a:pt x="84138" y="1309688"/>
                  <a:pt x="85725" y="1438275"/>
                </a:cubicBezTo>
                <a:cubicBezTo>
                  <a:pt x="87313" y="1566863"/>
                  <a:pt x="66675" y="1619250"/>
                  <a:pt x="66675" y="1743075"/>
                </a:cubicBezTo>
                <a:cubicBezTo>
                  <a:pt x="66675" y="1866900"/>
                  <a:pt x="80963" y="2030413"/>
                  <a:pt x="85725" y="2181225"/>
                </a:cubicBezTo>
                <a:cubicBezTo>
                  <a:pt x="90487" y="2332037"/>
                  <a:pt x="93663" y="2500313"/>
                  <a:pt x="95250" y="2647950"/>
                </a:cubicBezTo>
                <a:cubicBezTo>
                  <a:pt x="96837" y="2795587"/>
                  <a:pt x="98425" y="2943225"/>
                  <a:pt x="95250" y="3067050"/>
                </a:cubicBezTo>
                <a:cubicBezTo>
                  <a:pt x="92075" y="3190875"/>
                  <a:pt x="76200" y="3284538"/>
                  <a:pt x="76200" y="3390900"/>
                </a:cubicBezTo>
                <a:cubicBezTo>
                  <a:pt x="76200" y="3497262"/>
                  <a:pt x="85725" y="3601243"/>
                  <a:pt x="95250" y="3705225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"/>
          <p:cNvSpPr/>
          <p:nvPr/>
        </p:nvSpPr>
        <p:spPr>
          <a:xfrm>
            <a:off x="4226040" y="2571840"/>
            <a:ext cx="46080" cy="2714400"/>
          </a:xfrm>
          <a:custGeom>
            <a:avLst/>
            <a:gdLst>
              <a:gd name="GluePoint1X" fmla="*/ 17691 w 62666"/>
              <a:gd name="GluePoint1Y" fmla="*/ 0 h 3619500"/>
              <a:gd name="GluePoint2X" fmla="*/ 10693 w 62666"/>
              <a:gd name="GluePoint2Y" fmla="*/ 257175 h 3619500"/>
              <a:gd name="GluePoint3X" fmla="*/ 38683 w 62666"/>
              <a:gd name="GluePoint3Y" fmla="*/ 457200 h 3619500"/>
              <a:gd name="GluePoint4X" fmla="*/ 24688 w 62666"/>
              <a:gd name="GluePoint4Y" fmla="*/ 614363 h 3619500"/>
              <a:gd name="GluePoint5X" fmla="*/ 45681 w 62666"/>
              <a:gd name="GluePoint5Y" fmla="*/ 900113 h 3619500"/>
              <a:gd name="GluePoint6X" fmla="*/ 3695 w 62666"/>
              <a:gd name="GluePoint6Y" fmla="*/ 1128713 h 3619500"/>
              <a:gd name="GluePoint7X" fmla="*/ 3695 w 62666"/>
              <a:gd name="GluePoint7Y" fmla="*/ 1385888 h 3619500"/>
              <a:gd name="GluePoint8X" fmla="*/ 17691 w 62666"/>
              <a:gd name="GluePoint8Y" fmla="*/ 1678781 h 3619500"/>
              <a:gd name="GluePoint9X" fmla="*/ 3695 w 62666"/>
              <a:gd name="GluePoint9Y" fmla="*/ 1964531 h 3619500"/>
              <a:gd name="GluePoint10X" fmla="*/ 3695 w 62666"/>
              <a:gd name="GluePoint10Y" fmla="*/ 2228850 h 3619500"/>
              <a:gd name="GluePoint11X" fmla="*/ 38683 w 62666"/>
              <a:gd name="GluePoint11Y" fmla="*/ 2714625 h 3619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62666" h="3619500">
                <a:moveTo>
                  <a:pt x="24080" y="0"/>
                </a:moveTo>
                <a:cubicBezTo>
                  <a:pt x="16936" y="120650"/>
                  <a:pt x="9792" y="241300"/>
                  <a:pt x="14555" y="342900"/>
                </a:cubicBezTo>
                <a:cubicBezTo>
                  <a:pt x="19317" y="444500"/>
                  <a:pt x="49480" y="530225"/>
                  <a:pt x="52655" y="609600"/>
                </a:cubicBezTo>
                <a:cubicBezTo>
                  <a:pt x="55830" y="688975"/>
                  <a:pt x="32018" y="720725"/>
                  <a:pt x="33605" y="819150"/>
                </a:cubicBezTo>
                <a:cubicBezTo>
                  <a:pt x="35193" y="917575"/>
                  <a:pt x="66943" y="1085850"/>
                  <a:pt x="62180" y="1200150"/>
                </a:cubicBezTo>
                <a:cubicBezTo>
                  <a:pt x="57417" y="1314450"/>
                  <a:pt x="14555" y="1397000"/>
                  <a:pt x="5030" y="1504950"/>
                </a:cubicBezTo>
                <a:cubicBezTo>
                  <a:pt x="-4495" y="1612900"/>
                  <a:pt x="1855" y="1725613"/>
                  <a:pt x="5030" y="1847850"/>
                </a:cubicBezTo>
                <a:cubicBezTo>
                  <a:pt x="8205" y="1970087"/>
                  <a:pt x="24080" y="2109788"/>
                  <a:pt x="24080" y="2238375"/>
                </a:cubicBezTo>
                <a:cubicBezTo>
                  <a:pt x="24080" y="2366962"/>
                  <a:pt x="8205" y="2497138"/>
                  <a:pt x="5030" y="2619375"/>
                </a:cubicBezTo>
                <a:cubicBezTo>
                  <a:pt x="1855" y="2741612"/>
                  <a:pt x="-2907" y="2805113"/>
                  <a:pt x="5030" y="2971800"/>
                </a:cubicBezTo>
                <a:cubicBezTo>
                  <a:pt x="12967" y="3138487"/>
                  <a:pt x="32811" y="3378993"/>
                  <a:pt x="52655" y="361950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"/>
          <p:cNvSpPr/>
          <p:nvPr/>
        </p:nvSpPr>
        <p:spPr>
          <a:xfrm>
            <a:off x="4189320" y="2585880"/>
            <a:ext cx="47880" cy="2714760"/>
          </a:xfrm>
          <a:custGeom>
            <a:avLst/>
            <a:gdLst>
              <a:gd name="GluePoint1X" fmla="*/ 18300 w 62666"/>
              <a:gd name="GluePoint1Y" fmla="*/ 0 h 3619500"/>
              <a:gd name="GluePoint2X" fmla="*/ 11062 w 62666"/>
              <a:gd name="GluePoint2Y" fmla="*/ 257175 h 3619500"/>
              <a:gd name="GluePoint3X" fmla="*/ 40017 w 62666"/>
              <a:gd name="GluePoint3Y" fmla="*/ 457200 h 3619500"/>
              <a:gd name="GluePoint4X" fmla="*/ 25539 w 62666"/>
              <a:gd name="GluePoint4Y" fmla="*/ 614363 h 3619500"/>
              <a:gd name="GluePoint5X" fmla="*/ 47256 w 62666"/>
              <a:gd name="GluePoint5Y" fmla="*/ 900113 h 3619500"/>
              <a:gd name="GluePoint6X" fmla="*/ 3823 w 62666"/>
              <a:gd name="GluePoint6Y" fmla="*/ 1128713 h 3619500"/>
              <a:gd name="GluePoint7X" fmla="*/ 3823 w 62666"/>
              <a:gd name="GluePoint7Y" fmla="*/ 1385888 h 3619500"/>
              <a:gd name="GluePoint8X" fmla="*/ 18300 w 62666"/>
              <a:gd name="GluePoint8Y" fmla="*/ 1678781 h 3619500"/>
              <a:gd name="GluePoint9X" fmla="*/ 3823 w 62666"/>
              <a:gd name="GluePoint9Y" fmla="*/ 1964531 h 3619500"/>
              <a:gd name="GluePoint10X" fmla="*/ 3823 w 62666"/>
              <a:gd name="GluePoint10Y" fmla="*/ 2228850 h 3619500"/>
              <a:gd name="GluePoint11X" fmla="*/ 40017 w 62666"/>
              <a:gd name="GluePoint11Y" fmla="*/ 2714625 h 3619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62666" h="3619500">
                <a:moveTo>
                  <a:pt x="24080" y="0"/>
                </a:moveTo>
                <a:cubicBezTo>
                  <a:pt x="16936" y="120650"/>
                  <a:pt x="9792" y="241300"/>
                  <a:pt x="14555" y="342900"/>
                </a:cubicBezTo>
                <a:cubicBezTo>
                  <a:pt x="19317" y="444500"/>
                  <a:pt x="49480" y="530225"/>
                  <a:pt x="52655" y="609600"/>
                </a:cubicBezTo>
                <a:cubicBezTo>
                  <a:pt x="55830" y="688975"/>
                  <a:pt x="32018" y="720725"/>
                  <a:pt x="33605" y="819150"/>
                </a:cubicBezTo>
                <a:cubicBezTo>
                  <a:pt x="35193" y="917575"/>
                  <a:pt x="66943" y="1085850"/>
                  <a:pt x="62180" y="1200150"/>
                </a:cubicBezTo>
                <a:cubicBezTo>
                  <a:pt x="57417" y="1314450"/>
                  <a:pt x="14555" y="1397000"/>
                  <a:pt x="5030" y="1504950"/>
                </a:cubicBezTo>
                <a:cubicBezTo>
                  <a:pt x="-4495" y="1612900"/>
                  <a:pt x="1855" y="1725613"/>
                  <a:pt x="5030" y="1847850"/>
                </a:cubicBezTo>
                <a:cubicBezTo>
                  <a:pt x="8205" y="1970087"/>
                  <a:pt x="24080" y="2109788"/>
                  <a:pt x="24080" y="2238375"/>
                </a:cubicBezTo>
                <a:cubicBezTo>
                  <a:pt x="24080" y="2366962"/>
                  <a:pt x="8205" y="2497138"/>
                  <a:pt x="5030" y="2619375"/>
                </a:cubicBezTo>
                <a:cubicBezTo>
                  <a:pt x="1855" y="2741612"/>
                  <a:pt x="-2907" y="2805113"/>
                  <a:pt x="5030" y="2971800"/>
                </a:cubicBezTo>
                <a:cubicBezTo>
                  <a:pt x="12967" y="3138487"/>
                  <a:pt x="32811" y="3378993"/>
                  <a:pt x="52655" y="3619500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>
            <a:off x="3851280" y="2571840"/>
            <a:ext cx="135000" cy="2757240"/>
          </a:xfrm>
          <a:custGeom>
            <a:avLst/>
            <a:gdLst>
              <a:gd name="GluePoint1X" fmla="*/ 0 w 181285"/>
              <a:gd name="GluePoint1Y" fmla="*/ 0 h 3676650"/>
              <a:gd name="GluePoint2X" fmla="*/ 21270 w 181285"/>
              <a:gd name="GluePoint2Y" fmla="*/ 250031 h 3676650"/>
              <a:gd name="GluePoint3X" fmla="*/ 35449 w 181285"/>
              <a:gd name="GluePoint3Y" fmla="*/ 550069 h 3676650"/>
              <a:gd name="GluePoint4X" fmla="*/ 106348 w 181285"/>
              <a:gd name="GluePoint4Y" fmla="*/ 935831 h 3676650"/>
              <a:gd name="GluePoint5X" fmla="*/ 134707 w 181285"/>
              <a:gd name="GluePoint5Y" fmla="*/ 1314450 h 3676650"/>
              <a:gd name="GluePoint6X" fmla="*/ 120528 w 181285"/>
              <a:gd name="GluePoint6Y" fmla="*/ 2207419 h 3676650"/>
              <a:gd name="GluePoint7X" fmla="*/ 134707 w 181285"/>
              <a:gd name="GluePoint7Y" fmla="*/ 2757488 h 3676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181285" h="3676650">
                <a:moveTo>
                  <a:pt x="0" y="0"/>
                </a:moveTo>
                <a:cubicBezTo>
                  <a:pt x="10319" y="105569"/>
                  <a:pt x="20638" y="211138"/>
                  <a:pt x="28575" y="333375"/>
                </a:cubicBezTo>
                <a:cubicBezTo>
                  <a:pt x="36512" y="455612"/>
                  <a:pt x="28575" y="581025"/>
                  <a:pt x="47625" y="733425"/>
                </a:cubicBezTo>
                <a:cubicBezTo>
                  <a:pt x="66675" y="885825"/>
                  <a:pt x="120650" y="1077912"/>
                  <a:pt x="142875" y="1247775"/>
                </a:cubicBezTo>
                <a:cubicBezTo>
                  <a:pt x="165100" y="1417638"/>
                  <a:pt x="177800" y="1470025"/>
                  <a:pt x="180975" y="1752600"/>
                </a:cubicBezTo>
                <a:cubicBezTo>
                  <a:pt x="184150" y="2035175"/>
                  <a:pt x="161925" y="2622550"/>
                  <a:pt x="161925" y="2943225"/>
                </a:cubicBezTo>
                <a:cubicBezTo>
                  <a:pt x="161925" y="3263900"/>
                  <a:pt x="171450" y="3470275"/>
                  <a:pt x="180975" y="367665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"/>
          <p:cNvSpPr/>
          <p:nvPr/>
        </p:nvSpPr>
        <p:spPr>
          <a:xfrm>
            <a:off x="4014720" y="2593800"/>
            <a:ext cx="100080" cy="2963880"/>
          </a:xfrm>
          <a:custGeom>
            <a:avLst/>
            <a:gdLst>
              <a:gd name="GluePoint1X" fmla="*/ 78156 w 134535"/>
              <a:gd name="GluePoint1Y" fmla="*/ 0 h 3952875"/>
              <a:gd name="GluePoint2X" fmla="*/ 99399 w 134535"/>
              <a:gd name="GluePoint2Y" fmla="*/ 392801 h 3952875"/>
              <a:gd name="GluePoint3X" fmla="*/ 56914 w 134535"/>
              <a:gd name="GluePoint3Y" fmla="*/ 849879 h 3952875"/>
              <a:gd name="GluePoint4X" fmla="*/ 35672 w 134535"/>
              <a:gd name="GluePoint4Y" fmla="*/ 1214113 h 3952875"/>
              <a:gd name="GluePoint5X" fmla="*/ 21510 w 134535"/>
              <a:gd name="GluePoint5Y" fmla="*/ 1806885 h 3952875"/>
              <a:gd name="GluePoint6X" fmla="*/ 268 w 134535"/>
              <a:gd name="GluePoint6Y" fmla="*/ 2442509 h 3952875"/>
              <a:gd name="GluePoint7X" fmla="*/ 14429 w 134535"/>
              <a:gd name="GluePoint7Y" fmla="*/ 2721040 h 3952875"/>
              <a:gd name="GluePoint8X" fmla="*/ 78156 w 134535"/>
              <a:gd name="GluePoint8Y" fmla="*/ 2963863 h 39528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134535" h="3952875">
                <a:moveTo>
                  <a:pt x="105135" y="0"/>
                </a:moveTo>
                <a:cubicBezTo>
                  <a:pt x="121803" y="167481"/>
                  <a:pt x="138472" y="334963"/>
                  <a:pt x="133710" y="523875"/>
                </a:cubicBezTo>
                <a:cubicBezTo>
                  <a:pt x="128948" y="712787"/>
                  <a:pt x="90848" y="950912"/>
                  <a:pt x="76560" y="1133475"/>
                </a:cubicBezTo>
                <a:cubicBezTo>
                  <a:pt x="62272" y="1316038"/>
                  <a:pt x="55922" y="1406525"/>
                  <a:pt x="47985" y="1619250"/>
                </a:cubicBezTo>
                <a:cubicBezTo>
                  <a:pt x="40047" y="1831975"/>
                  <a:pt x="36872" y="2136775"/>
                  <a:pt x="28935" y="2409825"/>
                </a:cubicBezTo>
                <a:cubicBezTo>
                  <a:pt x="20997" y="2682875"/>
                  <a:pt x="1947" y="3054350"/>
                  <a:pt x="360" y="3257550"/>
                </a:cubicBezTo>
                <a:cubicBezTo>
                  <a:pt x="-1227" y="3460750"/>
                  <a:pt x="1948" y="3513138"/>
                  <a:pt x="19410" y="3629025"/>
                </a:cubicBezTo>
                <a:cubicBezTo>
                  <a:pt x="36872" y="3744912"/>
                  <a:pt x="71003" y="3848893"/>
                  <a:pt x="105135" y="395287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"/>
          <p:cNvSpPr/>
          <p:nvPr/>
        </p:nvSpPr>
        <p:spPr>
          <a:xfrm>
            <a:off x="4014720" y="5315040"/>
            <a:ext cx="28800" cy="342720"/>
          </a:xfrm>
          <a:custGeom>
            <a:avLst/>
            <a:gdLst>
              <a:gd name="GluePoint1X" fmla="*/ 0 w 38100"/>
              <a:gd name="GluePoint1Y" fmla="*/ 0 h 457200"/>
              <a:gd name="GluePoint2X" fmla="*/ 28575 w 38100"/>
              <a:gd name="GluePoint2Y" fmla="*/ 342900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l" t="t" r="r" b="b"/>
            <a:pathLst>
              <a:path w="38100" h="457200">
                <a:moveTo>
                  <a:pt x="0" y="0"/>
                </a:moveTo>
                <a:lnTo>
                  <a:pt x="38100" y="45720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3943440" y="5278320"/>
            <a:ext cx="36360" cy="428760"/>
          </a:xfrm>
          <a:custGeom>
            <a:avLst/>
            <a:gdLst>
              <a:gd name="GluePoint1X" fmla="*/ 36513 w 47625"/>
              <a:gd name="GluePoint1Y" fmla="*/ 0 h 571500"/>
              <a:gd name="GluePoint2X" fmla="*/ 0 w 47625"/>
              <a:gd name="GluePoint2Y" fmla="*/ 428625 h 571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l" t="t" r="r" b="b"/>
            <a:pathLst>
              <a:path w="47625" h="571500">
                <a:moveTo>
                  <a:pt x="47625" y="0"/>
                </a:moveTo>
                <a:lnTo>
                  <a:pt x="0" y="57150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>
            <a:off x="2506680" y="2914560"/>
            <a:ext cx="1370160" cy="250920"/>
          </a:xfrm>
          <a:custGeom>
            <a:avLst/>
            <a:gdLst>
              <a:gd name="GluePoint1X" fmla="*/ 1357456 w 1826490"/>
              <a:gd name="GluePoint1Y" fmla="*/ 0 h 333375"/>
              <a:gd name="GluePoint2X" fmla="*/ 1300300 w 1826490"/>
              <a:gd name="GluePoint2Y" fmla="*/ 78831 h 333375"/>
              <a:gd name="GluePoint3X" fmla="*/ 821618 w 1826490"/>
              <a:gd name="GluePoint3Y" fmla="*/ 128996 h 333375"/>
              <a:gd name="GluePoint4X" fmla="*/ 0 w 1826490"/>
              <a:gd name="GluePoint4Y" fmla="*/ 250825 h 3333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826490" h="333375">
                <a:moveTo>
                  <a:pt x="1809750" y="0"/>
                </a:moveTo>
                <a:cubicBezTo>
                  <a:pt x="1831181" y="38100"/>
                  <a:pt x="1852613" y="76200"/>
                  <a:pt x="1733550" y="104775"/>
                </a:cubicBezTo>
                <a:cubicBezTo>
                  <a:pt x="1614487" y="133350"/>
                  <a:pt x="1384300" y="133350"/>
                  <a:pt x="1095375" y="171450"/>
                </a:cubicBezTo>
                <a:cubicBezTo>
                  <a:pt x="806450" y="209550"/>
                  <a:pt x="403225" y="271462"/>
                  <a:pt x="0" y="33337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2671920" y="3381480"/>
            <a:ext cx="1271520" cy="234720"/>
          </a:xfrm>
          <a:custGeom>
            <a:avLst/>
            <a:gdLst>
              <a:gd name="GluePoint1X" fmla="*/ 1271587 w 1695450"/>
              <a:gd name="GluePoint1Y" fmla="*/ 0 h 314325"/>
              <a:gd name="GluePoint2X" fmla="*/ 1071562 w 1695450"/>
              <a:gd name="GluePoint2Y" fmla="*/ 213591 h 314325"/>
              <a:gd name="GluePoint3X" fmla="*/ 514350 w 1695450"/>
              <a:gd name="GluePoint3Y" fmla="*/ 192232 h 314325"/>
              <a:gd name="GluePoint4X" fmla="*/ 0 w 1695450"/>
              <a:gd name="GluePoint4Y" fmla="*/ 234950 h 3143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695450" h="314325">
                <a:moveTo>
                  <a:pt x="1695450" y="0"/>
                </a:moveTo>
                <a:cubicBezTo>
                  <a:pt x="1646237" y="121444"/>
                  <a:pt x="1597025" y="242888"/>
                  <a:pt x="1428750" y="285750"/>
                </a:cubicBezTo>
                <a:cubicBezTo>
                  <a:pt x="1260475" y="328613"/>
                  <a:pt x="923925" y="252413"/>
                  <a:pt x="685800" y="257175"/>
                </a:cubicBezTo>
                <a:cubicBezTo>
                  <a:pt x="447675" y="261938"/>
                  <a:pt x="223837" y="288131"/>
                  <a:pt x="0" y="31432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"/>
          <p:cNvSpPr/>
          <p:nvPr/>
        </p:nvSpPr>
        <p:spPr>
          <a:xfrm>
            <a:off x="2743200" y="4586400"/>
            <a:ext cx="1236600" cy="207720"/>
          </a:xfrm>
          <a:custGeom>
            <a:avLst/>
            <a:gdLst>
              <a:gd name="GluePoint1X" fmla="*/ 1236663 w 1647825"/>
              <a:gd name="GluePoint1Y" fmla="*/ 0 h 276225"/>
              <a:gd name="GluePoint2X" fmla="*/ 929284 w 1647825"/>
              <a:gd name="GluePoint2Y" fmla="*/ 121909 h 276225"/>
              <a:gd name="GluePoint3X" fmla="*/ 214450 w 1647825"/>
              <a:gd name="GluePoint3Y" fmla="*/ 179278 h 276225"/>
              <a:gd name="GluePoint4X" fmla="*/ 0 w 1647825"/>
              <a:gd name="GluePoint4Y" fmla="*/ 207962 h 276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647825" h="276225">
                <a:moveTo>
                  <a:pt x="1647825" y="0"/>
                </a:moveTo>
                <a:cubicBezTo>
                  <a:pt x="1556543" y="61119"/>
                  <a:pt x="1465262" y="122238"/>
                  <a:pt x="1238250" y="161925"/>
                </a:cubicBezTo>
                <a:cubicBezTo>
                  <a:pt x="1011237" y="201613"/>
                  <a:pt x="492125" y="219075"/>
                  <a:pt x="285750" y="238125"/>
                </a:cubicBezTo>
                <a:cubicBezTo>
                  <a:pt x="79375" y="257175"/>
                  <a:pt x="39687" y="266700"/>
                  <a:pt x="0" y="27622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"/>
          <p:cNvSpPr/>
          <p:nvPr/>
        </p:nvSpPr>
        <p:spPr>
          <a:xfrm>
            <a:off x="2700360" y="3935520"/>
            <a:ext cx="1293840" cy="272880"/>
          </a:xfrm>
          <a:custGeom>
            <a:avLst/>
            <a:gdLst>
              <a:gd name="GluePoint1X" fmla="*/ 1293812 w 1724025"/>
              <a:gd name="GluePoint1Y" fmla="*/ 0 h 361950"/>
              <a:gd name="GluePoint2X" fmla="*/ 1157997 w 1724025"/>
              <a:gd name="GluePoint2Y" fmla="*/ 165267 h 361950"/>
              <a:gd name="GluePoint3X" fmla="*/ 679073 w 1724025"/>
              <a:gd name="GluePoint3Y" fmla="*/ 215566 h 361950"/>
              <a:gd name="GluePoint4X" fmla="*/ 0 w 1724025"/>
              <a:gd name="GluePoint4Y" fmla="*/ 273050 h 3619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724025" h="361950">
                <a:moveTo>
                  <a:pt x="1724025" y="0"/>
                </a:moveTo>
                <a:cubicBezTo>
                  <a:pt x="1701800" y="85725"/>
                  <a:pt x="1679575" y="171450"/>
                  <a:pt x="1543050" y="219075"/>
                </a:cubicBezTo>
                <a:cubicBezTo>
                  <a:pt x="1406525" y="266700"/>
                  <a:pt x="904875" y="285750"/>
                  <a:pt x="904875" y="285750"/>
                </a:cubicBezTo>
                <a:lnTo>
                  <a:pt x="0" y="36195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"/>
          <p:cNvSpPr/>
          <p:nvPr/>
        </p:nvSpPr>
        <p:spPr>
          <a:xfrm>
            <a:off x="3166920" y="1427040"/>
            <a:ext cx="1800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953735"/>
                </a:solidFill>
                <a:effectLst/>
                <a:uFillTx/>
                <a:latin typeface="Comic Sans MS"/>
              </a:rPr>
              <a:t>Vertebral column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"/>
          <p:cNvSpPr/>
          <p:nvPr/>
        </p:nvSpPr>
        <p:spPr>
          <a:xfrm>
            <a:off x="3413160" y="1785960"/>
            <a:ext cx="1239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Spinal 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"/>
          <p:cNvSpPr/>
          <p:nvPr/>
        </p:nvSpPr>
        <p:spPr>
          <a:xfrm>
            <a:off x="1871640" y="2060640"/>
            <a:ext cx="1397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Dura mater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"/>
          <p:cNvSpPr/>
          <p:nvPr/>
        </p:nvSpPr>
        <p:spPr>
          <a:xfrm flipH="1" flipV="1">
            <a:off x="3207960" y="2292480"/>
            <a:ext cx="492120" cy="2570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"/>
          <p:cNvSpPr/>
          <p:nvPr/>
        </p:nvSpPr>
        <p:spPr>
          <a:xfrm>
            <a:off x="4420800" y="2133720"/>
            <a:ext cx="2418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C00000"/>
                </a:solidFill>
                <a:effectLst/>
                <a:uFillTx/>
                <a:latin typeface="Comic Sans MS"/>
              </a:rPr>
              <a:t>Arachnoid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"/>
          <p:cNvSpPr/>
          <p:nvPr/>
        </p:nvSpPr>
        <p:spPr>
          <a:xfrm flipV="1">
            <a:off x="4211640" y="2330280"/>
            <a:ext cx="247680" cy="255600"/>
          </a:xfrm>
          <a:prstGeom prst="line">
            <a:avLst/>
          </a:prstGeom>
          <a:ln w="93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"/>
          <p:cNvSpPr/>
          <p:nvPr/>
        </p:nvSpPr>
        <p:spPr>
          <a:xfrm>
            <a:off x="3859200" y="2563920"/>
            <a:ext cx="258840" cy="2811240"/>
          </a:xfrm>
          <a:custGeom>
            <a:avLst/>
            <a:gdLst>
              <a:gd name="GluePoint1X" fmla="*/ 229174 w 343773"/>
              <a:gd name="GluePoint1Y" fmla="*/ 33347 h 3750089"/>
              <a:gd name="GluePoint2X" fmla="*/ 112211 w 343773"/>
              <a:gd name="GluePoint2Y" fmla="*/ 24386 h 3750089"/>
              <a:gd name="GluePoint3X" fmla="*/ 4246 w 343773"/>
              <a:gd name="GluePoint3Y" fmla="*/ 15424 h 3750089"/>
              <a:gd name="GluePoint4X" fmla="*/ 22240 w 343773"/>
              <a:gd name="GluePoint4Y" fmla="*/ 252896 h 3750089"/>
              <a:gd name="GluePoint5X" fmla="*/ 26739 w 343773"/>
              <a:gd name="GluePoint5Y" fmla="*/ 499329 h 3750089"/>
              <a:gd name="GluePoint6X" fmla="*/ 58228 w 343773"/>
              <a:gd name="GluePoint6Y" fmla="*/ 763683 h 3750089"/>
              <a:gd name="GluePoint7X" fmla="*/ 121208 w 343773"/>
              <a:gd name="GluePoint7Y" fmla="*/ 1032519 h 3750089"/>
              <a:gd name="GluePoint8X" fmla="*/ 134704 w 343773"/>
              <a:gd name="GluePoint8Y" fmla="*/ 1364082 h 3750089"/>
              <a:gd name="GluePoint9X" fmla="*/ 116709 w 343773"/>
              <a:gd name="GluePoint9Y" fmla="*/ 2112341 h 3750089"/>
              <a:gd name="GluePoint10X" fmla="*/ 139203 w 343773"/>
              <a:gd name="GluePoint10Y" fmla="*/ 2753066 h 3750089"/>
              <a:gd name="GluePoint11X" fmla="*/ 166194 w 343773"/>
              <a:gd name="GluePoint11Y" fmla="*/ 2753066 h 3750089"/>
              <a:gd name="GluePoint12X" fmla="*/ 166194 w 343773"/>
              <a:gd name="GluePoint12Y" fmla="*/ 2497672 h 3750089"/>
              <a:gd name="GluePoint13X" fmla="*/ 179690 w 343773"/>
              <a:gd name="GluePoint13Y" fmla="*/ 1879350 h 3750089"/>
              <a:gd name="GluePoint14X" fmla="*/ 197684 w 343773"/>
              <a:gd name="GluePoint14Y" fmla="*/ 1328238 h 3750089"/>
              <a:gd name="GluePoint15X" fmla="*/ 215678 w 343773"/>
              <a:gd name="GluePoint15Y" fmla="*/ 893620 h 3750089"/>
              <a:gd name="GluePoint16X" fmla="*/ 242670 w 343773"/>
              <a:gd name="GluePoint16Y" fmla="*/ 651669 h 3750089"/>
              <a:gd name="GluePoint17X" fmla="*/ 256165 w 343773"/>
              <a:gd name="GluePoint17Y" fmla="*/ 427639 h 3750089"/>
              <a:gd name="GluePoint18X" fmla="*/ 256165 w 343773"/>
              <a:gd name="GluePoint18Y" fmla="*/ 203609 h 3750089"/>
              <a:gd name="GluePoint19X" fmla="*/ 229174 w 343773"/>
              <a:gd name="GluePoint19Y" fmla="*/ 33347 h 37500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l" t="t" r="r" b="b"/>
            <a:pathLst>
              <a:path w="343773" h="3750089">
                <a:moveTo>
                  <a:pt x="304464" y="44480"/>
                </a:moveTo>
                <a:cubicBezTo>
                  <a:pt x="272590" y="4637"/>
                  <a:pt x="149076" y="32527"/>
                  <a:pt x="149076" y="32527"/>
                </a:cubicBezTo>
                <a:cubicBezTo>
                  <a:pt x="99272" y="28543"/>
                  <a:pt x="25562" y="-30226"/>
                  <a:pt x="5641" y="20574"/>
                </a:cubicBezTo>
                <a:cubicBezTo>
                  <a:pt x="-14280" y="71374"/>
                  <a:pt x="24567" y="229751"/>
                  <a:pt x="29547" y="337327"/>
                </a:cubicBezTo>
                <a:cubicBezTo>
                  <a:pt x="34527" y="444904"/>
                  <a:pt x="27555" y="552480"/>
                  <a:pt x="35523" y="666033"/>
                </a:cubicBezTo>
                <a:cubicBezTo>
                  <a:pt x="43491" y="779586"/>
                  <a:pt x="56440" y="900111"/>
                  <a:pt x="77358" y="1018644"/>
                </a:cubicBezTo>
                <a:cubicBezTo>
                  <a:pt x="98276" y="1137177"/>
                  <a:pt x="144096" y="1243759"/>
                  <a:pt x="161029" y="1377233"/>
                </a:cubicBezTo>
                <a:cubicBezTo>
                  <a:pt x="177962" y="1510707"/>
                  <a:pt x="179954" y="1579436"/>
                  <a:pt x="178958" y="1819491"/>
                </a:cubicBezTo>
                <a:cubicBezTo>
                  <a:pt x="177962" y="2059546"/>
                  <a:pt x="154056" y="2508778"/>
                  <a:pt x="155052" y="2817562"/>
                </a:cubicBezTo>
                <a:cubicBezTo>
                  <a:pt x="156048" y="3126346"/>
                  <a:pt x="173978" y="3529758"/>
                  <a:pt x="184935" y="3672197"/>
                </a:cubicBezTo>
                <a:cubicBezTo>
                  <a:pt x="195892" y="3814636"/>
                  <a:pt x="214818" y="3728973"/>
                  <a:pt x="220794" y="3672197"/>
                </a:cubicBezTo>
                <a:cubicBezTo>
                  <a:pt x="226770" y="3615421"/>
                  <a:pt x="217806" y="3525773"/>
                  <a:pt x="220794" y="3331538"/>
                </a:cubicBezTo>
                <a:cubicBezTo>
                  <a:pt x="223782" y="3137303"/>
                  <a:pt x="231751" y="2766761"/>
                  <a:pt x="238723" y="2506785"/>
                </a:cubicBezTo>
                <a:cubicBezTo>
                  <a:pt x="245695" y="2246809"/>
                  <a:pt x="254660" y="1990817"/>
                  <a:pt x="262629" y="1771680"/>
                </a:cubicBezTo>
                <a:cubicBezTo>
                  <a:pt x="270598" y="1552543"/>
                  <a:pt x="276574" y="1342370"/>
                  <a:pt x="286535" y="1191962"/>
                </a:cubicBezTo>
                <a:cubicBezTo>
                  <a:pt x="296496" y="1041554"/>
                  <a:pt x="313429" y="972825"/>
                  <a:pt x="322394" y="869233"/>
                </a:cubicBezTo>
                <a:cubicBezTo>
                  <a:pt x="331359" y="765641"/>
                  <a:pt x="337335" y="670017"/>
                  <a:pt x="340323" y="570409"/>
                </a:cubicBezTo>
                <a:cubicBezTo>
                  <a:pt x="343311" y="470801"/>
                  <a:pt x="346299" y="354259"/>
                  <a:pt x="340323" y="271585"/>
                </a:cubicBezTo>
                <a:cubicBezTo>
                  <a:pt x="334347" y="188911"/>
                  <a:pt x="336338" y="84323"/>
                  <a:pt x="304464" y="44480"/>
                </a:cubicBezTo>
                <a:close/>
              </a:path>
            </a:pathLst>
          </a:custGeom>
          <a:solidFill>
            <a:srgbClr val="0000FF"/>
          </a:solidFill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"/>
          <p:cNvSpPr/>
          <p:nvPr/>
        </p:nvSpPr>
        <p:spPr>
          <a:xfrm>
            <a:off x="3917880" y="2184480"/>
            <a:ext cx="39600" cy="369720"/>
          </a:xfrm>
          <a:prstGeom prst="line">
            <a:avLst/>
          </a:prstGeom>
          <a:ln w="93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"/>
          <p:cNvSpPr/>
          <p:nvPr/>
        </p:nvSpPr>
        <p:spPr>
          <a:xfrm>
            <a:off x="4091040" y="5299200"/>
            <a:ext cx="615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C000"/>
                </a:solidFill>
                <a:effectLst/>
                <a:uFillTx/>
                <a:latin typeface="Comic Sans MS"/>
              </a:rPr>
              <a:t>CSF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"/>
          <p:cNvSpPr/>
          <p:nvPr/>
        </p:nvSpPr>
        <p:spPr>
          <a:xfrm>
            <a:off x="1987560" y="2622600"/>
            <a:ext cx="1692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Lumbar 2 = L2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3263760" y="3166920"/>
            <a:ext cx="446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"/>
          <p:cNvSpPr/>
          <p:nvPr/>
        </p:nvSpPr>
        <p:spPr>
          <a:xfrm>
            <a:off x="3257640" y="3738600"/>
            <a:ext cx="446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"/>
          <p:cNvSpPr/>
          <p:nvPr/>
        </p:nvSpPr>
        <p:spPr>
          <a:xfrm>
            <a:off x="3279600" y="4302000"/>
            <a:ext cx="446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5276520" y="2871720"/>
            <a:ext cx="114372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C00000"/>
                </a:solidFill>
                <a:effectLst/>
                <a:uFillTx/>
                <a:latin typeface="Comic Sans MS"/>
              </a:rPr>
              <a:t>Subarachnoid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C00000"/>
                </a:solidFill>
                <a:effectLst/>
                <a:uFillTx/>
                <a:latin typeface="Comic Sans MS"/>
              </a:rPr>
              <a:t>space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"/>
          <p:cNvSpPr/>
          <p:nvPr/>
        </p:nvSpPr>
        <p:spPr>
          <a:xfrm>
            <a:off x="4160880" y="3008160"/>
            <a:ext cx="1144440" cy="101880"/>
          </a:xfrm>
          <a:prstGeom prst="line">
            <a:avLst/>
          </a:prstGeom>
          <a:ln w="93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"/>
          <p:cNvSpPr/>
          <p:nvPr/>
        </p:nvSpPr>
        <p:spPr>
          <a:xfrm>
            <a:off x="1265400" y="3821040"/>
            <a:ext cx="1595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Spinal nerves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"/>
          <p:cNvSpPr/>
          <p:nvPr/>
        </p:nvSpPr>
        <p:spPr>
          <a:xfrm>
            <a:off x="2666880" y="5442120"/>
            <a:ext cx="12733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Filum terminale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"/>
          <p:cNvSpPr/>
          <p:nvPr/>
        </p:nvSpPr>
        <p:spPr>
          <a:xfrm flipH="1" flipV="1">
            <a:off x="4146480" y="4040280"/>
            <a:ext cx="1222560" cy="2347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4240080" y="2722680"/>
            <a:ext cx="138240" cy="2549520"/>
          </a:xfrm>
          <a:custGeom>
            <a:avLst/>
            <a:gdLst>
              <a:gd name="GluePoint1X" fmla="*/ 0 w 183319"/>
              <a:gd name="GluePoint1Y" fmla="*/ 0 h 3400396"/>
              <a:gd name="GluePoint2X" fmla="*/ 40524 w 183319"/>
              <a:gd name="GluePoint2Y" fmla="*/ 156835 h 3400396"/>
              <a:gd name="GluePoint3X" fmla="*/ 76545 w 183319"/>
              <a:gd name="GluePoint3Y" fmla="*/ 277822 h 3400396"/>
              <a:gd name="GluePoint4X" fmla="*/ 85550 w 183319"/>
              <a:gd name="GluePoint4Y" fmla="*/ 371923 h 3400396"/>
              <a:gd name="GluePoint5X" fmla="*/ 36021 w 183319"/>
              <a:gd name="GluePoint5Y" fmla="*/ 430175 h 3400396"/>
              <a:gd name="GluePoint6X" fmla="*/ 49529 w 183319"/>
              <a:gd name="GluePoint6Y" fmla="*/ 573567 h 3400396"/>
              <a:gd name="GluePoint7X" fmla="*/ 54032 w 183319"/>
              <a:gd name="GluePoint7Y" fmla="*/ 645264 h 3400396"/>
              <a:gd name="GluePoint8X" fmla="*/ 81048 w 183319"/>
              <a:gd name="GluePoint8Y" fmla="*/ 703516 h 3400396"/>
              <a:gd name="GluePoint9X" fmla="*/ 99059 w 183319"/>
              <a:gd name="GluePoint9Y" fmla="*/ 806579 h 3400396"/>
              <a:gd name="GluePoint10X" fmla="*/ 81048 w 183319"/>
              <a:gd name="GluePoint10Y" fmla="*/ 905161 h 3400396"/>
              <a:gd name="GluePoint11X" fmla="*/ 27016 w 183319"/>
              <a:gd name="GluePoint11Y" fmla="*/ 985819 h 3400396"/>
              <a:gd name="GluePoint12X" fmla="*/ 13508 w 183319"/>
              <a:gd name="GluePoint12Y" fmla="*/ 1129211 h 3400396"/>
              <a:gd name="GluePoint13X" fmla="*/ 58534 w 183319"/>
              <a:gd name="GluePoint13Y" fmla="*/ 1263640 h 3400396"/>
              <a:gd name="GluePoint14X" fmla="*/ 90054 w 183319"/>
              <a:gd name="GluePoint14Y" fmla="*/ 1344299 h 3400396"/>
              <a:gd name="GluePoint15X" fmla="*/ 90054 w 183319"/>
              <a:gd name="GluePoint15Y" fmla="*/ 1398071 h 3400396"/>
              <a:gd name="GluePoint16X" fmla="*/ 54032 w 183319"/>
              <a:gd name="GluePoint16Y" fmla="*/ 1505615 h 3400396"/>
              <a:gd name="GluePoint17X" fmla="*/ 27016 w 183319"/>
              <a:gd name="GluePoint17Y" fmla="*/ 1599716 h 3400396"/>
              <a:gd name="GluePoint18X" fmla="*/ 40524 w 183319"/>
              <a:gd name="GluePoint18Y" fmla="*/ 1787918 h 3400396"/>
              <a:gd name="GluePoint19X" fmla="*/ 58534 w 183319"/>
              <a:gd name="GluePoint19Y" fmla="*/ 1846170 h 3400396"/>
              <a:gd name="GluePoint20X" fmla="*/ 67540 w 183319"/>
              <a:gd name="GluePoint20Y" fmla="*/ 1994043 h 3400396"/>
              <a:gd name="GluePoint21X" fmla="*/ 58534 w 183319"/>
              <a:gd name="GluePoint21Y" fmla="*/ 2052296 h 3400396"/>
              <a:gd name="GluePoint22X" fmla="*/ 27016 w 183319"/>
              <a:gd name="GluePoint22Y" fmla="*/ 2132954 h 3400396"/>
              <a:gd name="GluePoint23X" fmla="*/ 31518 w 183319"/>
              <a:gd name="GluePoint23Y" fmla="*/ 2370447 h 3400396"/>
              <a:gd name="GluePoint24X" fmla="*/ 103561 w 183319"/>
              <a:gd name="GluePoint24Y" fmla="*/ 2486953 h 3400396"/>
              <a:gd name="GluePoint25X" fmla="*/ 135080 w 183319"/>
              <a:gd name="GluePoint25Y" fmla="*/ 2545206 h 3400396"/>
              <a:gd name="GluePoint26X" fmla="*/ 135080 w 183319"/>
              <a:gd name="GluePoint26Y" fmla="*/ 2540725 h 34003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</a:cxnLst>
            <a:rect l="l" t="t" r="r" b="b"/>
            <a:pathLst>
              <a:path w="183319" h="3400396">
                <a:moveTo>
                  <a:pt x="0" y="0"/>
                </a:moveTo>
                <a:cubicBezTo>
                  <a:pt x="18427" y="73709"/>
                  <a:pt x="36855" y="147419"/>
                  <a:pt x="53788" y="209176"/>
                </a:cubicBezTo>
                <a:cubicBezTo>
                  <a:pt x="70721" y="270933"/>
                  <a:pt x="91639" y="322729"/>
                  <a:pt x="101600" y="370541"/>
                </a:cubicBezTo>
                <a:cubicBezTo>
                  <a:pt x="111561" y="418353"/>
                  <a:pt x="122518" y="462180"/>
                  <a:pt x="113553" y="496047"/>
                </a:cubicBezTo>
                <a:cubicBezTo>
                  <a:pt x="104588" y="529914"/>
                  <a:pt x="55781" y="528917"/>
                  <a:pt x="47812" y="573741"/>
                </a:cubicBezTo>
                <a:cubicBezTo>
                  <a:pt x="39843" y="618565"/>
                  <a:pt x="61757" y="717176"/>
                  <a:pt x="65741" y="764988"/>
                </a:cubicBezTo>
                <a:cubicBezTo>
                  <a:pt x="69725" y="812800"/>
                  <a:pt x="64745" y="831726"/>
                  <a:pt x="71718" y="860612"/>
                </a:cubicBezTo>
                <a:cubicBezTo>
                  <a:pt x="78691" y="889498"/>
                  <a:pt x="97616" y="902448"/>
                  <a:pt x="107577" y="938306"/>
                </a:cubicBezTo>
                <a:cubicBezTo>
                  <a:pt x="117538" y="974164"/>
                  <a:pt x="131483" y="1030941"/>
                  <a:pt x="131483" y="1075764"/>
                </a:cubicBezTo>
                <a:cubicBezTo>
                  <a:pt x="131483" y="1120587"/>
                  <a:pt x="123514" y="1167404"/>
                  <a:pt x="107577" y="1207247"/>
                </a:cubicBezTo>
                <a:cubicBezTo>
                  <a:pt x="91640" y="1247090"/>
                  <a:pt x="50800" y="1265019"/>
                  <a:pt x="35859" y="1314823"/>
                </a:cubicBezTo>
                <a:cubicBezTo>
                  <a:pt x="20918" y="1364627"/>
                  <a:pt x="10958" y="1444313"/>
                  <a:pt x="17930" y="1506070"/>
                </a:cubicBezTo>
                <a:cubicBezTo>
                  <a:pt x="24902" y="1567827"/>
                  <a:pt x="60761" y="1637552"/>
                  <a:pt x="77694" y="1685364"/>
                </a:cubicBezTo>
                <a:cubicBezTo>
                  <a:pt x="94627" y="1733176"/>
                  <a:pt x="112557" y="1763059"/>
                  <a:pt x="119530" y="1792941"/>
                </a:cubicBezTo>
                <a:cubicBezTo>
                  <a:pt x="126503" y="1822823"/>
                  <a:pt x="127499" y="1828800"/>
                  <a:pt x="119530" y="1864659"/>
                </a:cubicBezTo>
                <a:cubicBezTo>
                  <a:pt x="111561" y="1900518"/>
                  <a:pt x="85663" y="1963270"/>
                  <a:pt x="71718" y="2008094"/>
                </a:cubicBezTo>
                <a:cubicBezTo>
                  <a:pt x="57773" y="2052918"/>
                  <a:pt x="38847" y="2070847"/>
                  <a:pt x="35859" y="2133600"/>
                </a:cubicBezTo>
                <a:cubicBezTo>
                  <a:pt x="32871" y="2196353"/>
                  <a:pt x="46816" y="2329828"/>
                  <a:pt x="53788" y="2384612"/>
                </a:cubicBezTo>
                <a:cubicBezTo>
                  <a:pt x="60761" y="2439396"/>
                  <a:pt x="71717" y="2416486"/>
                  <a:pt x="77694" y="2462306"/>
                </a:cubicBezTo>
                <a:cubicBezTo>
                  <a:pt x="83671" y="2508126"/>
                  <a:pt x="89647" y="2613710"/>
                  <a:pt x="89647" y="2659529"/>
                </a:cubicBezTo>
                <a:cubicBezTo>
                  <a:pt x="89647" y="2705348"/>
                  <a:pt x="86659" y="2706345"/>
                  <a:pt x="77694" y="2737223"/>
                </a:cubicBezTo>
                <a:cubicBezTo>
                  <a:pt x="68729" y="2768102"/>
                  <a:pt x="41836" y="2774078"/>
                  <a:pt x="35859" y="2844800"/>
                </a:cubicBezTo>
                <a:cubicBezTo>
                  <a:pt x="29883" y="2915522"/>
                  <a:pt x="24902" y="3082863"/>
                  <a:pt x="41835" y="3161553"/>
                </a:cubicBezTo>
                <a:cubicBezTo>
                  <a:pt x="58768" y="3240243"/>
                  <a:pt x="114549" y="3278094"/>
                  <a:pt x="137459" y="3316941"/>
                </a:cubicBezTo>
                <a:cubicBezTo>
                  <a:pt x="160369" y="3355788"/>
                  <a:pt x="172322" y="3382682"/>
                  <a:pt x="179294" y="3394635"/>
                </a:cubicBezTo>
                <a:cubicBezTo>
                  <a:pt x="186266" y="3406588"/>
                  <a:pt x="182780" y="3397623"/>
                  <a:pt x="179294" y="3388659"/>
                </a:cubicBez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"/>
          <p:cNvSpPr/>
          <p:nvPr/>
        </p:nvSpPr>
        <p:spPr>
          <a:xfrm>
            <a:off x="3666960" y="2592360"/>
            <a:ext cx="61920" cy="2781360"/>
          </a:xfrm>
          <a:custGeom>
            <a:avLst/>
            <a:gdLst>
              <a:gd name="GluePoint1X" fmla="*/ 0 w 83862"/>
              <a:gd name="GluePoint1Y" fmla="*/ 0 h 3708162"/>
              <a:gd name="GluePoint2X" fmla="*/ 48535 w 83862"/>
              <a:gd name="GluePoint2Y" fmla="*/ 170340 h 3708162"/>
              <a:gd name="GluePoint3X" fmla="*/ 13236 w 83862"/>
              <a:gd name="GluePoint3Y" fmla="*/ 448264 h 3708162"/>
              <a:gd name="GluePoint4X" fmla="*/ 8825 w 83862"/>
              <a:gd name="GluePoint4Y" fmla="*/ 524469 h 3708162"/>
              <a:gd name="GluePoint5X" fmla="*/ 30886 w 83862"/>
              <a:gd name="GluePoint5Y" fmla="*/ 645500 h 3708162"/>
              <a:gd name="GluePoint6X" fmla="*/ 61772 w 83862"/>
              <a:gd name="GluePoint6Y" fmla="*/ 932389 h 3708162"/>
              <a:gd name="GluePoint7X" fmla="*/ 17649 w 83862"/>
              <a:gd name="GluePoint7Y" fmla="*/ 1089281 h 3708162"/>
              <a:gd name="GluePoint8X" fmla="*/ 35298 w 83862"/>
              <a:gd name="GluePoint8Y" fmla="*/ 1178935 h 3708162"/>
              <a:gd name="GluePoint9X" fmla="*/ 57359 w 83862"/>
              <a:gd name="GluePoint9Y" fmla="*/ 1358240 h 3708162"/>
              <a:gd name="GluePoint10X" fmla="*/ 26474 w 83862"/>
              <a:gd name="GluePoint10Y" fmla="*/ 1537546 h 3708162"/>
              <a:gd name="GluePoint11X" fmla="*/ 17649 w 83862"/>
              <a:gd name="GluePoint11Y" fmla="*/ 1600303 h 3708162"/>
              <a:gd name="GluePoint12X" fmla="*/ 35298 w 83862"/>
              <a:gd name="GluePoint12Y" fmla="*/ 1775125 h 3708162"/>
              <a:gd name="GluePoint13X" fmla="*/ 52947 w 83862"/>
              <a:gd name="GluePoint13Y" fmla="*/ 1967880 h 3708162"/>
              <a:gd name="GluePoint14X" fmla="*/ 35298 w 83862"/>
              <a:gd name="GluePoint14Y" fmla="*/ 2088910 h 3708162"/>
              <a:gd name="GluePoint15X" fmla="*/ 8825 w 83862"/>
              <a:gd name="GluePoint15Y" fmla="*/ 2160633 h 3708162"/>
              <a:gd name="GluePoint16X" fmla="*/ 22061 w 83862"/>
              <a:gd name="GluePoint16Y" fmla="*/ 2277181 h 3708162"/>
              <a:gd name="GluePoint17X" fmla="*/ 44123 w 83862"/>
              <a:gd name="GluePoint17Y" fmla="*/ 2389248 h 3708162"/>
              <a:gd name="GluePoint18X" fmla="*/ 35298 w 83862"/>
              <a:gd name="GluePoint18Y" fmla="*/ 2747859 h 3708162"/>
              <a:gd name="GluePoint19X" fmla="*/ 22061 w 83862"/>
              <a:gd name="GluePoint19Y" fmla="*/ 2765789 h 3708162"/>
              <a:gd name="GluePoint20X" fmla="*/ 22061 w 83862"/>
              <a:gd name="GluePoint20Y" fmla="*/ 2765789 h 370816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l" t="t" r="r" b="b"/>
            <a:pathLst>
              <a:path w="83862" h="3708162">
                <a:moveTo>
                  <a:pt x="0" y="0"/>
                </a:moveTo>
                <a:cubicBezTo>
                  <a:pt x="31376" y="63749"/>
                  <a:pt x="62753" y="127498"/>
                  <a:pt x="65741" y="227106"/>
                </a:cubicBezTo>
                <a:cubicBezTo>
                  <a:pt x="68729" y="326714"/>
                  <a:pt x="26894" y="518957"/>
                  <a:pt x="17929" y="597647"/>
                </a:cubicBezTo>
                <a:cubicBezTo>
                  <a:pt x="8964" y="676337"/>
                  <a:pt x="7969" y="655420"/>
                  <a:pt x="11953" y="699247"/>
                </a:cubicBezTo>
                <a:cubicBezTo>
                  <a:pt x="15937" y="743075"/>
                  <a:pt x="29882" y="769969"/>
                  <a:pt x="41835" y="860612"/>
                </a:cubicBezTo>
                <a:cubicBezTo>
                  <a:pt x="53788" y="951255"/>
                  <a:pt x="86659" y="1144494"/>
                  <a:pt x="83671" y="1243106"/>
                </a:cubicBezTo>
                <a:cubicBezTo>
                  <a:pt x="80683" y="1341718"/>
                  <a:pt x="29883" y="1397498"/>
                  <a:pt x="23906" y="1452282"/>
                </a:cubicBezTo>
                <a:cubicBezTo>
                  <a:pt x="17930" y="1507066"/>
                  <a:pt x="38847" y="1512047"/>
                  <a:pt x="47812" y="1571812"/>
                </a:cubicBezTo>
                <a:cubicBezTo>
                  <a:pt x="56777" y="1631577"/>
                  <a:pt x="79686" y="1731185"/>
                  <a:pt x="77694" y="1810871"/>
                </a:cubicBezTo>
                <a:cubicBezTo>
                  <a:pt x="75702" y="1890557"/>
                  <a:pt x="44824" y="1996142"/>
                  <a:pt x="35859" y="2049930"/>
                </a:cubicBezTo>
                <a:cubicBezTo>
                  <a:pt x="26894" y="2103718"/>
                  <a:pt x="21914" y="2080808"/>
                  <a:pt x="23906" y="2133600"/>
                </a:cubicBezTo>
                <a:cubicBezTo>
                  <a:pt x="25898" y="2186392"/>
                  <a:pt x="39843" y="2285004"/>
                  <a:pt x="47812" y="2366682"/>
                </a:cubicBezTo>
                <a:cubicBezTo>
                  <a:pt x="55781" y="2448360"/>
                  <a:pt x="71718" y="2553946"/>
                  <a:pt x="71718" y="2623671"/>
                </a:cubicBezTo>
                <a:cubicBezTo>
                  <a:pt x="71718" y="2693396"/>
                  <a:pt x="57773" y="2742204"/>
                  <a:pt x="47812" y="2785035"/>
                </a:cubicBezTo>
                <a:cubicBezTo>
                  <a:pt x="37851" y="2827866"/>
                  <a:pt x="14941" y="2838824"/>
                  <a:pt x="11953" y="2880659"/>
                </a:cubicBezTo>
                <a:cubicBezTo>
                  <a:pt x="8965" y="2922494"/>
                  <a:pt x="21913" y="2985247"/>
                  <a:pt x="29882" y="3036047"/>
                </a:cubicBezTo>
                <a:cubicBezTo>
                  <a:pt x="37851" y="3086847"/>
                  <a:pt x="56777" y="3080871"/>
                  <a:pt x="59765" y="3185459"/>
                </a:cubicBezTo>
                <a:cubicBezTo>
                  <a:pt x="62753" y="3290047"/>
                  <a:pt x="47812" y="3663577"/>
                  <a:pt x="47812" y="3663577"/>
                </a:cubicBezTo>
                <a:cubicBezTo>
                  <a:pt x="42832" y="3747248"/>
                  <a:pt x="29882" y="3687482"/>
                  <a:pt x="29882" y="3687482"/>
                </a:cubicBezTo>
                <a:lnTo>
                  <a:pt x="29882" y="3687482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"/>
          <p:cNvSpPr/>
          <p:nvPr/>
        </p:nvSpPr>
        <p:spPr>
          <a:xfrm>
            <a:off x="6629040" y="3736800"/>
            <a:ext cx="18388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Epidural injection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"/>
          <p:cNvSpPr/>
          <p:nvPr/>
        </p:nvSpPr>
        <p:spPr>
          <a:xfrm>
            <a:off x="6489720" y="4268880"/>
            <a:ext cx="216648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Intrathecal injection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</a:rPr>
              <a:t>Spinal anaesthesia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2128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2010-10-01T09:59:17Z</dcterms:created>
  <dc:creator>TGS</dc:creator>
  <dc:description/>
  <dc:language>en-US</dc:language>
  <cp:lastModifiedBy/>
  <cp:lastPrinted>2022-10-03T09:49:10Z</cp:lastPrinted>
  <dcterms:modified xsi:type="dcterms:W3CDTF">2026-10-09T09:37:07Z</dcterms:modified>
  <cp:revision>122</cp:revision>
  <dc:subject/>
  <dc:title>Slide 1</dc:title>
</cp:coreProperties>
</file>